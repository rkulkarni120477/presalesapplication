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hangesInfos/changesInfo1.xml" ContentType="application/vnd.ms-powerpoint.changesinfo+xml"/>
  <Override PartName="/ppt/comments/modernComment_102_0.xml" ContentType="application/vnd.ms-powerpoint.comments+xml"/>
  <Override PartName="/ppt/comments/modernComment_10D_D176A73E.xml" ContentType="application/vnd.ms-powerpoint.comments+xml"/>
  <Override PartName="/ppt/comments/modernComment_14C_9FDA2029.xml" ContentType="application/vnd.ms-powerpoint.comments+xml"/>
  <Override PartName="/ppt/comments/modernComment_14F_FE52D207.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08" r:id="rId2"/>
    <p:sldId id="2146848419" r:id="rId3"/>
    <p:sldId id="269" r:id="rId4"/>
    <p:sldId id="258" r:id="rId5"/>
    <p:sldId id="332" r:id="rId6"/>
    <p:sldId id="330" r:id="rId7"/>
    <p:sldId id="2146848423" r:id="rId8"/>
    <p:sldId id="333" r:id="rId9"/>
    <p:sldId id="2146848424" r:id="rId20"/>
    <p:sldId id="2146848425" r:id="rId21"/>
    <p:sldId id="2146848426" r:id="rId22"/>
    <p:sldId id="2146848427" r:id="rId23"/>
    <p:sldId id="2146848428" r:id="rId24"/>
    <p:sldId id="2146848429" r:id="rId25"/>
    <p:sldId id="2146848430" r:id="rId26"/>
    <p:sldId id="2146848431" r:id="rId27"/>
    <p:sldId id="335" r:id="rId10"/>
    <p:sldId id="2146848432" r:id="rId28"/>
    <p:sldId id="31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2640" userDrawn="1">
          <p15:clr>
            <a:srgbClr val="A4A3A4"/>
          </p15:clr>
        </p15:guide>
        <p15:guide id="4" orient="horz" pos="3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783E9E-6D8F-611E-3CA1-D9F54FAD8A94}" name="Rahul Sudhakar Kulkarni" initials="RK" userId="S::rkulkarni@academian.com::a61ff142-3504-478b-bc21-c75d898c2f10" providerId="AD"/>
  <p188:author id="{1C2B85AE-0FC6-BFBD-C01D-501E159016CC}" name="Harvinder Kour" initials="HK" userId="S::hkour@academian.com::39cccd22-3e2d-4183-b5b7-8a42ea04094a" providerId="AD"/>
  <p188:author id="{C07986C5-F038-BDDA-AFFA-929272B4981A}" name="Priyanka Salgar" initials="PS" userId="S::psalgar@academian.com::c77cf308-9cbd-4d4c-a9c1-b4e23ee9c89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DF6F9"/>
    <a:srgbClr val="1F6673"/>
    <a:srgbClr val="F2F2F2"/>
    <a:srgbClr val="EDF2F8"/>
    <a:srgbClr val="002060"/>
    <a:srgbClr val="E5FFF1"/>
    <a:srgbClr val="00B050"/>
    <a:srgbClr val="DCE6F2"/>
    <a:srgbClr val="DBEEF4"/>
    <a:srgbClr val="D0DEC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0DF814-D88E-4BD0-9584-92945429662D}" v="165" dt="2026-08-27T16:09:02.986"/>
    <p1510:client id="{5FC3E8F0-6179-49DE-B6C9-532DBBF48B41}" v="2199" dt="2026-08-27T16:58:44.423"/>
    <p1510:client id="{77450F8F-F8E5-2736-2655-5FA8B59DE774}" v="2" dt="2026-08-27T12:38:19.473"/>
    <p1510:client id="{77DBDE1A-01FF-4039-824A-1F340AE6A0D0}" v="62" dt="2026-08-28T03:34:27.7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39031" autoAdjust="0"/>
  </p:normalViewPr>
  <p:slideViewPr>
    <p:cSldViewPr snapToGrid="0">
      <p:cViewPr varScale="1">
        <p:scale>
          <a:sx n="24" d="100"/>
          <a:sy n="24" d="100"/>
        </p:scale>
        <p:origin x="2272" y="40"/>
      </p:cViewPr>
      <p:guideLst>
        <p:guide orient="horz" pos="4320"/>
        <p:guide pos="2640"/>
        <p:guide orient="horz" pos="31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microsoft.com/office/2016/11/relationships/changesInfo" Target="changesInfos/changesInfo1.xml"/><Relationship Id="rId18" Type="http://schemas.microsoft.com/office/2015/10/relationships/revisionInfo" Target="revisionInfo.xml"/><Relationship Id="rId19" Type="http://schemas.microsoft.com/office/2018/10/relationships/authors" Target="authors.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Kamal Nadaf" userId="S::anadaf@academian.com::b2393fd9-b3a9-4805-95f0-0090139a0c14" providerId="AD" clId="Web-{D55EBDE5-D402-5683-6602-6A7AE0F9845A}"/>
    <pc:docChg chg="modSld">
      <pc:chgData name="Abdul Kamal Nadaf" userId="S::anadaf@academian.com::b2393fd9-b3a9-4805-95f0-0090139a0c14" providerId="AD" clId="Web-{D55EBDE5-D402-5683-6602-6A7AE0F9845A}" dt="2026-08-26T07:57:05.560" v="1" actId="1076"/>
      <pc:docMkLst>
        <pc:docMk/>
      </pc:docMkLst>
      <pc:sldChg chg="modSp">
        <pc:chgData name="Abdul Kamal Nadaf" userId="S::anadaf@academian.com::b2393fd9-b3a9-4805-95f0-0090139a0c14" providerId="AD" clId="Web-{D55EBDE5-D402-5683-6602-6A7AE0F9845A}" dt="2026-08-26T07:57:05.560" v="1" actId="1076"/>
        <pc:sldMkLst>
          <pc:docMk/>
          <pc:sldMk cId="2599688549" sldId="333"/>
        </pc:sldMkLst>
        <pc:cxnChg chg="mod">
          <ac:chgData name="Abdul Kamal Nadaf" userId="S::anadaf@academian.com::b2393fd9-b3a9-4805-95f0-0090139a0c14" providerId="AD" clId="Web-{D55EBDE5-D402-5683-6602-6A7AE0F9845A}" dt="2026-08-26T07:57:05.560" v="1" actId="1076"/>
          <ac:cxnSpMkLst>
            <pc:docMk/>
            <pc:sldMk cId="2599688549" sldId="333"/>
            <ac:cxnSpMk id="132" creationId="{D3F3785C-68BF-AFA6-8907-55B06CDF1C41}"/>
          </ac:cxnSpMkLst>
        </pc:cxnChg>
      </pc:sldChg>
    </pc:docChg>
  </pc:docChgLst>
  <pc:docChgLst>
    <pc:chgData name="Priyanka Salgar" userId="S::psalgar@academian.com::c77cf308-9cbd-4d4c-a9c1-b4e23ee9c890" providerId="AD" clId="Web-{00000000-0000-0000-0000-000000000000}"/>
    <pc:docChg chg="modSld">
      <pc:chgData name="Priyanka Salgar" userId="S::psalgar@academian.com::c77cf308-9cbd-4d4c-a9c1-b4e23ee9c890" providerId="AD" clId="Web-{00000000-0000-0000-0000-000000000000}" dt="2026-08-25T10:08:34.783" v="19" actId="1076"/>
      <pc:docMkLst>
        <pc:docMk/>
      </pc:docMkLst>
      <pc:sldChg chg="addSp modSp">
        <pc:chgData name="Priyanka Salgar" userId="S::psalgar@academian.com::c77cf308-9cbd-4d4c-a9c1-b4e23ee9c890" providerId="AD" clId="Web-{00000000-0000-0000-0000-000000000000}" dt="2026-08-25T10:08:34.783" v="19" actId="1076"/>
        <pc:sldMkLst>
          <pc:docMk/>
          <pc:sldMk cId="0" sldId="308"/>
        </pc:sldMkLst>
        <pc:spChg chg="mod">
          <ac:chgData name="Priyanka Salgar" userId="S::psalgar@academian.com::c77cf308-9cbd-4d4c-a9c1-b4e23ee9c890" providerId="AD" clId="Web-{00000000-0000-0000-0000-000000000000}" dt="2026-08-25T10:08:34.783" v="19" actId="1076"/>
          <ac:spMkLst>
            <pc:docMk/>
            <pc:sldMk cId="0" sldId="308"/>
            <ac:spMk id="9" creationId="{CD9E1B00-60EA-6111-B3F6-7607B401F201}"/>
          </ac:spMkLst>
        </pc:spChg>
        <pc:picChg chg="add mod">
          <ac:chgData name="Priyanka Salgar" userId="S::psalgar@academian.com::c77cf308-9cbd-4d4c-a9c1-b4e23ee9c890" providerId="AD" clId="Web-{00000000-0000-0000-0000-000000000000}" dt="2026-08-25T10:07:11.922" v="5" actId="1076"/>
          <ac:picMkLst>
            <pc:docMk/>
            <pc:sldMk cId="0" sldId="308"/>
            <ac:picMk id="5" creationId="{A7CAC1C2-56E6-0685-B62E-1C65D0F8260D}"/>
          </ac:picMkLst>
        </pc:picChg>
      </pc:sldChg>
    </pc:docChg>
  </pc:docChgLst>
  <pc:docChgLst>
    <pc:chgData name="Shivaji Vitthal Dange" userId="fd127d8e-883d-45f4-8f66-baaf4715721f" providerId="ADAL" clId="{99D2BE85-A46C-4D9B-926B-819C6B0EB138}"/>
    <pc:docChg chg="modSld">
      <pc:chgData name="Shivaji Vitthal Dange" userId="fd127d8e-883d-45f4-8f66-baaf4715721f" providerId="ADAL" clId="{99D2BE85-A46C-4D9B-926B-819C6B0EB138}" dt="2026-08-27T05:44:06.845" v="9" actId="1035"/>
      <pc:docMkLst>
        <pc:docMk/>
      </pc:docMkLst>
      <pc:sldChg chg="modSp mod">
        <pc:chgData name="Shivaji Vitthal Dange" userId="fd127d8e-883d-45f4-8f66-baaf4715721f" providerId="ADAL" clId="{99D2BE85-A46C-4D9B-926B-819C6B0EB138}" dt="2026-08-27T05:41:17.904" v="0" actId="1076"/>
        <pc:sldMkLst>
          <pc:docMk/>
          <pc:sldMk cId="0" sldId="308"/>
        </pc:sldMkLst>
        <pc:picChg chg="mod">
          <ac:chgData name="Shivaji Vitthal Dange" userId="fd127d8e-883d-45f4-8f66-baaf4715721f" providerId="ADAL" clId="{99D2BE85-A46C-4D9B-926B-819C6B0EB138}" dt="2026-08-27T05:41:17.904" v="0" actId="1076"/>
          <ac:picMkLst>
            <pc:docMk/>
            <pc:sldMk cId="0" sldId="308"/>
            <ac:picMk id="5" creationId="{A7CAC1C2-56E6-0685-B62E-1C65D0F8260D}"/>
          </ac:picMkLst>
        </pc:picChg>
      </pc:sldChg>
      <pc:sldChg chg="modSp mod">
        <pc:chgData name="Shivaji Vitthal Dange" userId="fd127d8e-883d-45f4-8f66-baaf4715721f" providerId="ADAL" clId="{99D2BE85-A46C-4D9B-926B-819C6B0EB138}" dt="2026-08-27T05:44:06.845" v="9" actId="1035"/>
        <pc:sldMkLst>
          <pc:docMk/>
          <pc:sldMk cId="2045325366" sldId="2146848418"/>
        </pc:sldMkLst>
        <pc:spChg chg="mod">
          <ac:chgData name="Shivaji Vitthal Dange" userId="fd127d8e-883d-45f4-8f66-baaf4715721f" providerId="ADAL" clId="{99D2BE85-A46C-4D9B-926B-819C6B0EB138}" dt="2026-08-27T05:43:59.978" v="8" actId="1035"/>
          <ac:spMkLst>
            <pc:docMk/>
            <pc:sldMk cId="2045325366" sldId="2146848418"/>
            <ac:spMk id="31" creationId="{153C23DD-2699-A57F-14FF-A521832C56DB}"/>
          </ac:spMkLst>
        </pc:spChg>
        <pc:spChg chg="mod">
          <ac:chgData name="Shivaji Vitthal Dange" userId="fd127d8e-883d-45f4-8f66-baaf4715721f" providerId="ADAL" clId="{99D2BE85-A46C-4D9B-926B-819C6B0EB138}" dt="2026-08-27T05:44:06.845" v="9" actId="1035"/>
          <ac:spMkLst>
            <pc:docMk/>
            <pc:sldMk cId="2045325366" sldId="2146848418"/>
            <ac:spMk id="34" creationId="{B9C09693-B2BD-D11A-37A3-8E165FBEC09F}"/>
          </ac:spMkLst>
        </pc:spChg>
        <pc:spChg chg="mod">
          <ac:chgData name="Shivaji Vitthal Dange" userId="fd127d8e-883d-45f4-8f66-baaf4715721f" providerId="ADAL" clId="{99D2BE85-A46C-4D9B-926B-819C6B0EB138}" dt="2026-08-27T05:43:59.978" v="8" actId="1035"/>
          <ac:spMkLst>
            <pc:docMk/>
            <pc:sldMk cId="2045325366" sldId="2146848418"/>
            <ac:spMk id="54" creationId="{672919AB-616F-696C-701D-E706BECB2D08}"/>
          </ac:spMkLst>
        </pc:spChg>
        <pc:spChg chg="mod">
          <ac:chgData name="Shivaji Vitthal Dange" userId="fd127d8e-883d-45f4-8f66-baaf4715721f" providerId="ADAL" clId="{99D2BE85-A46C-4D9B-926B-819C6B0EB138}" dt="2026-08-27T05:43:59.978" v="8" actId="1035"/>
          <ac:spMkLst>
            <pc:docMk/>
            <pc:sldMk cId="2045325366" sldId="2146848418"/>
            <ac:spMk id="56" creationId="{AF0F4C6A-DFDD-A4EE-9865-D04174FB7E33}"/>
          </ac:spMkLst>
        </pc:spChg>
        <pc:spChg chg="mod">
          <ac:chgData name="Shivaji Vitthal Dange" userId="fd127d8e-883d-45f4-8f66-baaf4715721f" providerId="ADAL" clId="{99D2BE85-A46C-4D9B-926B-819C6B0EB138}" dt="2026-08-27T05:43:59.978" v="8" actId="1035"/>
          <ac:spMkLst>
            <pc:docMk/>
            <pc:sldMk cId="2045325366" sldId="2146848418"/>
            <ac:spMk id="57" creationId="{91C93F95-2338-5EE4-0B67-7912C0B2ACC3}"/>
          </ac:spMkLst>
        </pc:spChg>
        <pc:graphicFrameChg chg="modGraphic">
          <ac:chgData name="Shivaji Vitthal Dange" userId="fd127d8e-883d-45f4-8f66-baaf4715721f" providerId="ADAL" clId="{99D2BE85-A46C-4D9B-926B-819C6B0EB138}" dt="2026-08-27T05:43:44.744" v="5" actId="20577"/>
          <ac:graphicFrameMkLst>
            <pc:docMk/>
            <pc:sldMk cId="2045325366" sldId="2146848418"/>
            <ac:graphicFrameMk id="10" creationId="{D8678194-FF39-347D-A5DC-135255A6773D}"/>
          </ac:graphicFrameMkLst>
        </pc:graphicFrameChg>
        <pc:graphicFrameChg chg="mod">
          <ac:chgData name="Shivaji Vitthal Dange" userId="fd127d8e-883d-45f4-8f66-baaf4715721f" providerId="ADAL" clId="{99D2BE85-A46C-4D9B-926B-819C6B0EB138}" dt="2026-08-27T05:43:27.601" v="2" actId="1076"/>
          <ac:graphicFrameMkLst>
            <pc:docMk/>
            <pc:sldMk cId="2045325366" sldId="2146848418"/>
            <ac:graphicFrameMk id="94" creationId="{D795745B-ADF3-110F-F41C-438EF50F6B49}"/>
          </ac:graphicFrameMkLst>
        </pc:graphicFrameChg>
      </pc:sldChg>
    </pc:docChg>
  </pc:docChgLst>
  <pc:docChgLst>
    <pc:chgData name="Sudesna Mahapatra" userId="S::smahapatra@academian.com::2fae5004-3f36-4177-908f-6b70994a654a" providerId="AD" clId="Web-{77450F8F-F8E5-2736-2655-5FA8B59DE774}"/>
    <pc:docChg chg="modSld">
      <pc:chgData name="Sudesna Mahapatra" userId="S::smahapatra@academian.com::2fae5004-3f36-4177-908f-6b70994a654a" providerId="AD" clId="Web-{77450F8F-F8E5-2736-2655-5FA8B59DE774}" dt="2026-08-27T12:38:19.473" v="1"/>
      <pc:docMkLst>
        <pc:docMk/>
      </pc:docMkLst>
      <pc:sldChg chg="delSp">
        <pc:chgData name="Sudesna Mahapatra" userId="S::smahapatra@academian.com::2fae5004-3f36-4177-908f-6b70994a654a" providerId="AD" clId="Web-{77450F8F-F8E5-2736-2655-5FA8B59DE774}" dt="2026-08-27T12:38:19.473" v="1"/>
        <pc:sldMkLst>
          <pc:docMk/>
          <pc:sldMk cId="2599688549" sldId="333"/>
        </pc:sldMkLst>
        <pc:spChg chg="del topLvl">
          <ac:chgData name="Sudesna Mahapatra" userId="S::smahapatra@academian.com::2fae5004-3f36-4177-908f-6b70994a654a" providerId="AD" clId="Web-{77450F8F-F8E5-2736-2655-5FA8B59DE774}" dt="2026-08-27T12:38:17.036" v="0"/>
          <ac:spMkLst>
            <pc:docMk/>
            <pc:sldMk cId="2599688549" sldId="333"/>
            <ac:spMk id="15" creationId="{3396DD12-4BFB-7FCC-66FD-27FBDAFFE456}"/>
          </ac:spMkLst>
        </pc:spChg>
        <pc:grpChg chg="del topLvl">
          <ac:chgData name="Sudesna Mahapatra" userId="S::smahapatra@academian.com::2fae5004-3f36-4177-908f-6b70994a654a" providerId="AD" clId="Web-{77450F8F-F8E5-2736-2655-5FA8B59DE774}" dt="2026-08-27T12:38:19.473" v="1"/>
          <ac:grpSpMkLst>
            <pc:docMk/>
            <pc:sldMk cId="2599688549" sldId="333"/>
            <ac:grpSpMk id="45" creationId="{FE332563-DD78-A442-3AA9-8EB16659C2FD}"/>
          </ac:grpSpMkLst>
        </pc:grpChg>
        <pc:grpChg chg="del">
          <ac:chgData name="Sudesna Mahapatra" userId="S::smahapatra@academian.com::2fae5004-3f36-4177-908f-6b70994a654a" providerId="AD" clId="Web-{77450F8F-F8E5-2736-2655-5FA8B59DE774}" dt="2026-08-27T12:38:17.036" v="0"/>
          <ac:grpSpMkLst>
            <pc:docMk/>
            <pc:sldMk cId="2599688549" sldId="333"/>
            <ac:grpSpMk id="46" creationId="{C3822EEA-5A94-7A0C-0BC6-4B2A48DA6D77}"/>
          </ac:grpSpMkLst>
        </pc:grpChg>
      </pc:sldChg>
    </pc:docChg>
  </pc:docChgLst>
  <pc:docChgLst>
    <pc:chgData name="Abdul Kamal Nadaf" userId="b2393fd9-b3a9-4805-95f0-0090139a0c14" providerId="ADAL" clId="{5582AB44-D407-4F1D-8617-6093DE0A40DA}"/>
    <pc:docChg chg="undo custSel addSld delSld modSld">
      <pc:chgData name="Abdul Kamal Nadaf" userId="b2393fd9-b3a9-4805-95f0-0090139a0c14" providerId="ADAL" clId="{5582AB44-D407-4F1D-8617-6093DE0A40DA}" dt="2026-08-27T16:58:44.423" v="3881" actId="12788"/>
      <pc:docMkLst>
        <pc:docMk/>
      </pc:docMkLst>
      <pc:sldChg chg="addSp delSp modSp mod modShow">
        <pc:chgData name="Abdul Kamal Nadaf" userId="b2393fd9-b3a9-4805-95f0-0090139a0c14" providerId="ADAL" clId="{5582AB44-D407-4F1D-8617-6093DE0A40DA}" dt="2026-08-27T16:58:34.429" v="3877" actId="1076"/>
        <pc:sldMkLst>
          <pc:docMk/>
          <pc:sldMk cId="0" sldId="258"/>
        </pc:sldMkLst>
        <pc:spChg chg="add del">
          <ac:chgData name="Abdul Kamal Nadaf" userId="b2393fd9-b3a9-4805-95f0-0090139a0c14" providerId="ADAL" clId="{5582AB44-D407-4F1D-8617-6093DE0A40DA}" dt="2026-08-27T14:01:52.697" v="1694" actId="22"/>
          <ac:spMkLst>
            <pc:docMk/>
            <pc:sldMk cId="0" sldId="258"/>
            <ac:spMk id="3" creationId="{425A92E4-D53C-BDD5-F61C-17583A4ECB79}"/>
          </ac:spMkLst>
        </pc:spChg>
        <pc:spChg chg="del mod">
          <ac:chgData name="Abdul Kamal Nadaf" userId="b2393fd9-b3a9-4805-95f0-0090139a0c14" providerId="ADAL" clId="{5582AB44-D407-4F1D-8617-6093DE0A40DA}" dt="2026-08-27T14:02:04.624" v="1698" actId="478"/>
          <ac:spMkLst>
            <pc:docMk/>
            <pc:sldMk cId="0" sldId="258"/>
            <ac:spMk id="5" creationId="{1F585E60-2E4C-9353-AFD0-A9E2A511B7B9}"/>
          </ac:spMkLst>
        </pc:spChg>
        <pc:spChg chg="add mod">
          <ac:chgData name="Abdul Kamal Nadaf" userId="b2393fd9-b3a9-4805-95f0-0090139a0c14" providerId="ADAL" clId="{5582AB44-D407-4F1D-8617-6093DE0A40DA}" dt="2026-08-27T14:02:03.064" v="1697"/>
          <ac:spMkLst>
            <pc:docMk/>
            <pc:sldMk cId="0" sldId="258"/>
            <ac:spMk id="6" creationId="{86AEEC99-3589-7087-B206-BE53B5D74E99}"/>
          </ac:spMkLst>
        </pc:spChg>
        <pc:spChg chg="mod topLvl">
          <ac:chgData name="Abdul Kamal Nadaf" userId="b2393fd9-b3a9-4805-95f0-0090139a0c14" providerId="ADAL" clId="{5582AB44-D407-4F1D-8617-6093DE0A40DA}" dt="2026-08-27T16:58:34.429" v="3877" actId="1076"/>
          <ac:spMkLst>
            <pc:docMk/>
            <pc:sldMk cId="0" sldId="258"/>
            <ac:spMk id="9" creationId="{D79C827F-27DA-D9EF-E9DC-79622D86A388}"/>
          </ac:spMkLst>
        </pc:spChg>
        <pc:spChg chg="add mod">
          <ac:chgData name="Abdul Kamal Nadaf" userId="b2393fd9-b3a9-4805-95f0-0090139a0c14" providerId="ADAL" clId="{5582AB44-D407-4F1D-8617-6093DE0A40DA}" dt="2026-08-27T16:05:16.494" v="3422"/>
          <ac:spMkLst>
            <pc:docMk/>
            <pc:sldMk cId="0" sldId="258"/>
            <ac:spMk id="10" creationId="{D9A49DA4-AC37-0AC9-BE12-5716F1A7174E}"/>
          </ac:spMkLst>
        </pc:spChg>
        <pc:spChg chg="del mod topLvl">
          <ac:chgData name="Abdul Kamal Nadaf" userId="b2393fd9-b3a9-4805-95f0-0090139a0c14" providerId="ADAL" clId="{5582AB44-D407-4F1D-8617-6093DE0A40DA}" dt="2026-08-27T16:05:19.411" v="3423" actId="478"/>
          <ac:spMkLst>
            <pc:docMk/>
            <pc:sldMk cId="0" sldId="258"/>
            <ac:spMk id="12" creationId="{C30A881F-7684-B516-210C-7A002845729E}"/>
          </ac:spMkLst>
        </pc:spChg>
        <pc:spChg chg="del mod topLvl">
          <ac:chgData name="Abdul Kamal Nadaf" userId="b2393fd9-b3a9-4805-95f0-0090139a0c14" providerId="ADAL" clId="{5582AB44-D407-4F1D-8617-6093DE0A40DA}" dt="2026-08-27T15:16:45.482" v="2721"/>
          <ac:spMkLst>
            <pc:docMk/>
            <pc:sldMk cId="0" sldId="258"/>
            <ac:spMk id="13" creationId="{3AF99542-A850-380C-B4FE-65B7C978E9DD}"/>
          </ac:spMkLst>
        </pc:spChg>
        <pc:spChg chg="mod">
          <ac:chgData name="Abdul Kamal Nadaf" userId="b2393fd9-b3a9-4805-95f0-0090139a0c14" providerId="ADAL" clId="{5582AB44-D407-4F1D-8617-6093DE0A40DA}" dt="2026-08-27T16:05:34.297" v="3425" actId="208"/>
          <ac:spMkLst>
            <pc:docMk/>
            <pc:sldMk cId="0" sldId="258"/>
            <ac:spMk id="15" creationId="{8F81D37C-E033-A444-F47B-2F24BE667EE6}"/>
          </ac:spMkLst>
        </pc:spChg>
        <pc:spChg chg="mod">
          <ac:chgData name="Abdul Kamal Nadaf" userId="b2393fd9-b3a9-4805-95f0-0090139a0c14" providerId="ADAL" clId="{5582AB44-D407-4F1D-8617-6093DE0A40DA}" dt="2026-08-27T16:05:28.762" v="3424" actId="207"/>
          <ac:spMkLst>
            <pc:docMk/>
            <pc:sldMk cId="0" sldId="258"/>
            <ac:spMk id="17" creationId="{999E9000-6A82-7D71-A496-15DCC830EC62}"/>
          </ac:spMkLst>
        </pc:spChg>
        <pc:spChg chg="mod">
          <ac:chgData name="Abdul Kamal Nadaf" userId="b2393fd9-b3a9-4805-95f0-0090139a0c14" providerId="ADAL" clId="{5582AB44-D407-4F1D-8617-6093DE0A40DA}" dt="2026-08-27T15:14:08.040" v="2686" actId="14100"/>
          <ac:spMkLst>
            <pc:docMk/>
            <pc:sldMk cId="0" sldId="258"/>
            <ac:spMk id="18" creationId="{DA691F5E-8EBB-7E11-C0A3-8CBBF25F3DF3}"/>
          </ac:spMkLst>
        </pc:spChg>
        <pc:spChg chg="mod topLvl">
          <ac:chgData name="Abdul Kamal Nadaf" userId="b2393fd9-b3a9-4805-95f0-0090139a0c14" providerId="ADAL" clId="{5582AB44-D407-4F1D-8617-6093DE0A40DA}" dt="2026-08-27T15:16:04.169" v="2708" actId="14100"/>
          <ac:spMkLst>
            <pc:docMk/>
            <pc:sldMk cId="0" sldId="258"/>
            <ac:spMk id="33" creationId="{0A99F75B-0868-F823-7FBF-12F01B4BB157}"/>
          </ac:spMkLst>
        </pc:spChg>
        <pc:spChg chg="mod">
          <ac:chgData name="Abdul Kamal Nadaf" userId="b2393fd9-b3a9-4805-95f0-0090139a0c14" providerId="ADAL" clId="{5582AB44-D407-4F1D-8617-6093DE0A40DA}" dt="2026-08-27T15:13:56.445" v="2685" actId="1076"/>
          <ac:spMkLst>
            <pc:docMk/>
            <pc:sldMk cId="0" sldId="258"/>
            <ac:spMk id="35" creationId="{DC8D97F1-7E2B-D3B3-A2C0-426507EED038}"/>
          </ac:spMkLst>
        </pc:spChg>
        <pc:spChg chg="mod">
          <ac:chgData name="Abdul Kamal Nadaf" userId="b2393fd9-b3a9-4805-95f0-0090139a0c14" providerId="ADAL" clId="{5582AB44-D407-4F1D-8617-6093DE0A40DA}" dt="2026-08-27T15:18:00.186" v="2740" actId="1036"/>
          <ac:spMkLst>
            <pc:docMk/>
            <pc:sldMk cId="0" sldId="258"/>
            <ac:spMk id="44" creationId="{795A302A-F8D3-F0DA-39D4-3367995ABE91}"/>
          </ac:spMkLst>
        </pc:spChg>
        <pc:spChg chg="mod">
          <ac:chgData name="Abdul Kamal Nadaf" userId="b2393fd9-b3a9-4805-95f0-0090139a0c14" providerId="ADAL" clId="{5582AB44-D407-4F1D-8617-6093DE0A40DA}" dt="2026-08-27T15:14:24.137" v="2687" actId="255"/>
          <ac:spMkLst>
            <pc:docMk/>
            <pc:sldMk cId="0" sldId="258"/>
            <ac:spMk id="45" creationId="{77EB8DB7-2413-139B-31B7-6FD3CE9B89F5}"/>
          </ac:spMkLst>
        </pc:spChg>
        <pc:spChg chg="mod topLvl">
          <ac:chgData name="Abdul Kamal Nadaf" userId="b2393fd9-b3a9-4805-95f0-0090139a0c14" providerId="ADAL" clId="{5582AB44-D407-4F1D-8617-6093DE0A40DA}" dt="2026-08-27T16:58:34.429" v="3877" actId="1076"/>
          <ac:spMkLst>
            <pc:docMk/>
            <pc:sldMk cId="0" sldId="258"/>
            <ac:spMk id="47" creationId="{0E6AD8CC-9AF1-44E7-88D6-91F9407BF67B}"/>
          </ac:spMkLst>
        </pc:spChg>
        <pc:spChg chg="mod">
          <ac:chgData name="Abdul Kamal Nadaf" userId="b2393fd9-b3a9-4805-95f0-0090139a0c14" providerId="ADAL" clId="{5582AB44-D407-4F1D-8617-6093DE0A40DA}" dt="2026-08-27T15:14:08.040" v="2686" actId="14100"/>
          <ac:spMkLst>
            <pc:docMk/>
            <pc:sldMk cId="0" sldId="258"/>
            <ac:spMk id="49" creationId="{197AB44B-77D4-9EF0-B6B7-2F830EEC8BE5}"/>
          </ac:spMkLst>
        </pc:spChg>
        <pc:spChg chg="mod">
          <ac:chgData name="Abdul Kamal Nadaf" userId="b2393fd9-b3a9-4805-95f0-0090139a0c14" providerId="ADAL" clId="{5582AB44-D407-4F1D-8617-6093DE0A40DA}" dt="2026-08-27T15:17:56.186" v="2736" actId="1036"/>
          <ac:spMkLst>
            <pc:docMk/>
            <pc:sldMk cId="0" sldId="258"/>
            <ac:spMk id="51" creationId="{7383F4FE-D72A-EDBC-0F59-F88A5BBFA07A}"/>
          </ac:spMkLst>
        </pc:spChg>
        <pc:spChg chg="mod topLvl">
          <ac:chgData name="Abdul Kamal Nadaf" userId="b2393fd9-b3a9-4805-95f0-0090139a0c14" providerId="ADAL" clId="{5582AB44-D407-4F1D-8617-6093DE0A40DA}" dt="2026-08-27T16:58:34.429" v="3877" actId="1076"/>
          <ac:spMkLst>
            <pc:docMk/>
            <pc:sldMk cId="0" sldId="258"/>
            <ac:spMk id="53" creationId="{B0ED7ACE-0D08-44D2-933C-EFAD1DE254BE}"/>
          </ac:spMkLst>
        </pc:spChg>
        <pc:spChg chg="mod">
          <ac:chgData name="Abdul Kamal Nadaf" userId="b2393fd9-b3a9-4805-95f0-0090139a0c14" providerId="ADAL" clId="{5582AB44-D407-4F1D-8617-6093DE0A40DA}" dt="2026-08-27T15:14:08.040" v="2686" actId="14100"/>
          <ac:spMkLst>
            <pc:docMk/>
            <pc:sldMk cId="0" sldId="258"/>
            <ac:spMk id="54" creationId="{575AA27F-B11F-BEA4-4DD2-D5244F2076B2}"/>
          </ac:spMkLst>
        </pc:spChg>
        <pc:spChg chg="mod">
          <ac:chgData name="Abdul Kamal Nadaf" userId="b2393fd9-b3a9-4805-95f0-0090139a0c14" providerId="ADAL" clId="{5582AB44-D407-4F1D-8617-6093DE0A40DA}" dt="2026-08-27T15:17:58.084" v="2738" actId="1036"/>
          <ac:spMkLst>
            <pc:docMk/>
            <pc:sldMk cId="0" sldId="258"/>
            <ac:spMk id="56" creationId="{1173A5B4-EF5F-6E27-BE7F-A6933F30C3A3}"/>
          </ac:spMkLst>
        </pc:spChg>
        <pc:spChg chg="mod">
          <ac:chgData name="Abdul Kamal Nadaf" userId="b2393fd9-b3a9-4805-95f0-0090139a0c14" providerId="ADAL" clId="{5582AB44-D407-4F1D-8617-6093DE0A40DA}" dt="2026-08-27T15:14:24.137" v="2687" actId="255"/>
          <ac:spMkLst>
            <pc:docMk/>
            <pc:sldMk cId="0" sldId="258"/>
            <ac:spMk id="59" creationId="{9733F939-9E15-4E2C-0295-1EEB0F03BBF2}"/>
          </ac:spMkLst>
        </pc:spChg>
        <pc:spChg chg="mod topLvl">
          <ac:chgData name="Abdul Kamal Nadaf" userId="b2393fd9-b3a9-4805-95f0-0090139a0c14" providerId="ADAL" clId="{5582AB44-D407-4F1D-8617-6093DE0A40DA}" dt="2026-08-27T16:58:34.429" v="3877" actId="1076"/>
          <ac:spMkLst>
            <pc:docMk/>
            <pc:sldMk cId="0" sldId="258"/>
            <ac:spMk id="60" creationId="{3B5AB3C6-18AE-F4AF-BB63-11A372B2BF4C}"/>
          </ac:spMkLst>
        </pc:spChg>
        <pc:spChg chg="mod topLvl">
          <ac:chgData name="Abdul Kamal Nadaf" userId="b2393fd9-b3a9-4805-95f0-0090139a0c14" providerId="ADAL" clId="{5582AB44-D407-4F1D-8617-6093DE0A40DA}" dt="2026-08-27T16:58:34.429" v="3877" actId="1076"/>
          <ac:spMkLst>
            <pc:docMk/>
            <pc:sldMk cId="0" sldId="258"/>
            <ac:spMk id="62" creationId="{7D008C07-49A7-7FAE-7761-36769BE8D6D0}"/>
          </ac:spMkLst>
        </pc:spChg>
        <pc:spChg chg="mod">
          <ac:chgData name="Abdul Kamal Nadaf" userId="b2393fd9-b3a9-4805-95f0-0090139a0c14" providerId="ADAL" clId="{5582AB44-D407-4F1D-8617-6093DE0A40DA}" dt="2026-08-27T15:13:43.450" v="2684" actId="1076"/>
          <ac:spMkLst>
            <pc:docMk/>
            <pc:sldMk cId="0" sldId="258"/>
            <ac:spMk id="64" creationId="{A722458E-40F0-E481-C96F-1A022D7FDC9C}"/>
          </ac:spMkLst>
        </pc:spChg>
        <pc:spChg chg="mod">
          <ac:chgData name="Abdul Kamal Nadaf" userId="b2393fd9-b3a9-4805-95f0-0090139a0c14" providerId="ADAL" clId="{5582AB44-D407-4F1D-8617-6093DE0A40DA}" dt="2026-08-27T15:37:37.277" v="2811" actId="1076"/>
          <ac:spMkLst>
            <pc:docMk/>
            <pc:sldMk cId="0" sldId="258"/>
            <ac:spMk id="65" creationId="{39E15BB3-BE5B-74B2-6AA0-77A58C0A9B17}"/>
          </ac:spMkLst>
        </pc:spChg>
        <pc:spChg chg="mod topLvl">
          <ac:chgData name="Abdul Kamal Nadaf" userId="b2393fd9-b3a9-4805-95f0-0090139a0c14" providerId="ADAL" clId="{5582AB44-D407-4F1D-8617-6093DE0A40DA}" dt="2026-08-27T16:58:34.429" v="3877" actId="1076"/>
          <ac:spMkLst>
            <pc:docMk/>
            <pc:sldMk cId="0" sldId="258"/>
            <ac:spMk id="68" creationId="{1E317C57-D89E-596A-FA86-2C0B8D1E62DF}"/>
          </ac:spMkLst>
        </pc:spChg>
        <pc:spChg chg="mod topLvl">
          <ac:chgData name="Abdul Kamal Nadaf" userId="b2393fd9-b3a9-4805-95f0-0090139a0c14" providerId="ADAL" clId="{5582AB44-D407-4F1D-8617-6093DE0A40DA}" dt="2026-08-27T16:58:34.429" v="3877" actId="1076"/>
          <ac:spMkLst>
            <pc:docMk/>
            <pc:sldMk cId="0" sldId="258"/>
            <ac:spMk id="69" creationId="{E3530137-2B57-64F5-CD97-8EA94EEF4DE9}"/>
          </ac:spMkLst>
        </pc:spChg>
        <pc:spChg chg="mod">
          <ac:chgData name="Abdul Kamal Nadaf" userId="b2393fd9-b3a9-4805-95f0-0090139a0c14" providerId="ADAL" clId="{5582AB44-D407-4F1D-8617-6093DE0A40DA}" dt="2026-08-27T15:13:17.397" v="2680" actId="1038"/>
          <ac:spMkLst>
            <pc:docMk/>
            <pc:sldMk cId="0" sldId="258"/>
            <ac:spMk id="70" creationId="{6498A5BF-3AE9-80DE-C2D4-9446E76EB747}"/>
          </ac:spMkLst>
        </pc:spChg>
        <pc:spChg chg="mod topLvl">
          <ac:chgData name="Abdul Kamal Nadaf" userId="b2393fd9-b3a9-4805-95f0-0090139a0c14" providerId="ADAL" clId="{5582AB44-D407-4F1D-8617-6093DE0A40DA}" dt="2026-08-27T16:58:34.429" v="3877" actId="1076"/>
          <ac:spMkLst>
            <pc:docMk/>
            <pc:sldMk cId="0" sldId="258"/>
            <ac:spMk id="71" creationId="{F567414C-3863-5D87-E81C-7AE26BDB10C7}"/>
          </ac:spMkLst>
        </pc:spChg>
        <pc:spChg chg="mod">
          <ac:chgData name="Abdul Kamal Nadaf" userId="b2393fd9-b3a9-4805-95f0-0090139a0c14" providerId="ADAL" clId="{5582AB44-D407-4F1D-8617-6093DE0A40DA}" dt="2026-08-27T15:13:56.445" v="2685" actId="1076"/>
          <ac:spMkLst>
            <pc:docMk/>
            <pc:sldMk cId="0" sldId="258"/>
            <ac:spMk id="74" creationId="{7DD2E14A-0A0D-5503-19D0-01F24C8FA8D3}"/>
          </ac:spMkLst>
        </pc:spChg>
        <pc:spChg chg="mod">
          <ac:chgData name="Abdul Kamal Nadaf" userId="b2393fd9-b3a9-4805-95f0-0090139a0c14" providerId="ADAL" clId="{5582AB44-D407-4F1D-8617-6093DE0A40DA}" dt="2026-08-27T15:13:56.445" v="2685" actId="1076"/>
          <ac:spMkLst>
            <pc:docMk/>
            <pc:sldMk cId="0" sldId="258"/>
            <ac:spMk id="81" creationId="{61C9C727-FFDF-8197-997B-9BB963C3AEC1}"/>
          </ac:spMkLst>
        </pc:spChg>
        <pc:spChg chg="mod">
          <ac:chgData name="Abdul Kamal Nadaf" userId="b2393fd9-b3a9-4805-95f0-0090139a0c14" providerId="ADAL" clId="{5582AB44-D407-4F1D-8617-6093DE0A40DA}" dt="2026-08-27T15:13:56.445" v="2685" actId="1076"/>
          <ac:spMkLst>
            <pc:docMk/>
            <pc:sldMk cId="0" sldId="258"/>
            <ac:spMk id="82" creationId="{7FDAD05E-7549-0ADE-6829-01DB323A2AF3}"/>
          </ac:spMkLst>
        </pc:spChg>
        <pc:spChg chg="mod">
          <ac:chgData name="Abdul Kamal Nadaf" userId="b2393fd9-b3a9-4805-95f0-0090139a0c14" providerId="ADAL" clId="{5582AB44-D407-4F1D-8617-6093DE0A40DA}" dt="2026-08-27T15:13:21.283" v="2681" actId="552"/>
          <ac:spMkLst>
            <pc:docMk/>
            <pc:sldMk cId="0" sldId="258"/>
            <ac:spMk id="83" creationId="{D2DF711E-9901-8175-3F9C-3F4441324192}"/>
          </ac:spMkLst>
        </pc:spChg>
        <pc:spChg chg="mod topLvl">
          <ac:chgData name="Abdul Kamal Nadaf" userId="b2393fd9-b3a9-4805-95f0-0090139a0c14" providerId="ADAL" clId="{5582AB44-D407-4F1D-8617-6093DE0A40DA}" dt="2026-08-27T16:58:34.429" v="3877" actId="1076"/>
          <ac:spMkLst>
            <pc:docMk/>
            <pc:sldMk cId="0" sldId="258"/>
            <ac:spMk id="86" creationId="{558D437A-765E-961E-F1AE-1A542DA8C6B0}"/>
          </ac:spMkLst>
        </pc:spChg>
        <pc:spChg chg="mod">
          <ac:chgData name="Abdul Kamal Nadaf" userId="b2393fd9-b3a9-4805-95f0-0090139a0c14" providerId="ADAL" clId="{5582AB44-D407-4F1D-8617-6093DE0A40DA}" dt="2026-08-27T15:13:56.445" v="2685" actId="1076"/>
          <ac:spMkLst>
            <pc:docMk/>
            <pc:sldMk cId="0" sldId="258"/>
            <ac:spMk id="87" creationId="{4253F385-EB8D-5028-B9F5-67CF2B64118C}"/>
          </ac:spMkLst>
        </pc:spChg>
        <pc:spChg chg="mod topLvl">
          <ac:chgData name="Abdul Kamal Nadaf" userId="b2393fd9-b3a9-4805-95f0-0090139a0c14" providerId="ADAL" clId="{5582AB44-D407-4F1D-8617-6093DE0A40DA}" dt="2026-08-27T16:58:34.429" v="3877" actId="1076"/>
          <ac:spMkLst>
            <pc:docMk/>
            <pc:sldMk cId="0" sldId="258"/>
            <ac:spMk id="88" creationId="{0B2E2435-D66E-6F9C-E651-E05B9189605C}"/>
          </ac:spMkLst>
        </pc:spChg>
        <pc:spChg chg="mod">
          <ac:chgData name="Abdul Kamal Nadaf" userId="b2393fd9-b3a9-4805-95f0-0090139a0c14" providerId="ADAL" clId="{5582AB44-D407-4F1D-8617-6093DE0A40DA}" dt="2026-08-27T15:13:24.668" v="2682" actId="552"/>
          <ac:spMkLst>
            <pc:docMk/>
            <pc:sldMk cId="0" sldId="258"/>
            <ac:spMk id="89" creationId="{8A8DCD54-8B48-3218-1D14-14E28D15199B}"/>
          </ac:spMkLst>
        </pc:spChg>
        <pc:spChg chg="mod">
          <ac:chgData name="Abdul Kamal Nadaf" userId="b2393fd9-b3a9-4805-95f0-0090139a0c14" providerId="ADAL" clId="{5582AB44-D407-4F1D-8617-6093DE0A40DA}" dt="2026-08-27T15:13:56.445" v="2685" actId="1076"/>
          <ac:spMkLst>
            <pc:docMk/>
            <pc:sldMk cId="0" sldId="258"/>
            <ac:spMk id="92" creationId="{0ECEF45E-7A5D-8DF6-E61E-4DACCDD42D82}"/>
          </ac:spMkLst>
        </pc:spChg>
        <pc:spChg chg="mod topLvl">
          <ac:chgData name="Abdul Kamal Nadaf" userId="b2393fd9-b3a9-4805-95f0-0090139a0c14" providerId="ADAL" clId="{5582AB44-D407-4F1D-8617-6093DE0A40DA}" dt="2026-08-27T15:16:11.731" v="2711" actId="14100"/>
          <ac:spMkLst>
            <pc:docMk/>
            <pc:sldMk cId="0" sldId="258"/>
            <ac:spMk id="95" creationId="{1087BBF8-F7BD-667E-3053-CD72F600EBAD}"/>
          </ac:spMkLst>
        </pc:spChg>
        <pc:spChg chg="mod topLvl">
          <ac:chgData name="Abdul Kamal Nadaf" userId="b2393fd9-b3a9-4805-95f0-0090139a0c14" providerId="ADAL" clId="{5582AB44-D407-4F1D-8617-6093DE0A40DA}" dt="2026-08-27T15:15:42.145" v="2704" actId="164"/>
          <ac:spMkLst>
            <pc:docMk/>
            <pc:sldMk cId="0" sldId="258"/>
            <ac:spMk id="96" creationId="{81B9BC9A-72DD-A612-6D55-EAECE78FD9FD}"/>
          </ac:spMkLst>
        </pc:spChg>
        <pc:grpChg chg="add mod">
          <ac:chgData name="Abdul Kamal Nadaf" userId="b2393fd9-b3a9-4805-95f0-0090139a0c14" providerId="ADAL" clId="{5582AB44-D407-4F1D-8617-6093DE0A40DA}" dt="2026-08-27T15:16:16.333" v="2712" actId="12788"/>
          <ac:grpSpMkLst>
            <pc:docMk/>
            <pc:sldMk cId="0" sldId="258"/>
            <ac:grpSpMk id="7" creationId="{4F78656D-FC88-0DC3-C305-4C7C78D12D35}"/>
          </ac:grpSpMkLst>
        </pc:grpChg>
        <pc:grpChg chg="del mod">
          <ac:chgData name="Abdul Kamal Nadaf" userId="b2393fd9-b3a9-4805-95f0-0090139a0c14" providerId="ADAL" clId="{5582AB44-D407-4F1D-8617-6093DE0A40DA}" dt="2026-08-27T15:16:41.419" v="2718" actId="165"/>
          <ac:grpSpMkLst>
            <pc:docMk/>
            <pc:sldMk cId="0" sldId="258"/>
            <ac:grpSpMk id="11" creationId="{29576DB0-E802-AB0D-4F15-7E07F55231F9}"/>
          </ac:grpSpMkLst>
        </pc:grpChg>
        <pc:grpChg chg="del mod">
          <ac:chgData name="Abdul Kamal Nadaf" userId="b2393fd9-b3a9-4805-95f0-0090139a0c14" providerId="ADAL" clId="{5582AB44-D407-4F1D-8617-6093DE0A40DA}" dt="2026-08-27T15:15:08.450" v="2698" actId="165"/>
          <ac:grpSpMkLst>
            <pc:docMk/>
            <pc:sldMk cId="0" sldId="258"/>
            <ac:grpSpMk id="99" creationId="{9CBC0CEB-0668-ABD5-110D-F071CAE39FB9}"/>
          </ac:grpSpMkLst>
        </pc:grpChg>
        <pc:picChg chg="mod topLvl">
          <ac:chgData name="Abdul Kamal Nadaf" userId="b2393fd9-b3a9-4805-95f0-0090139a0c14" providerId="ADAL" clId="{5582AB44-D407-4F1D-8617-6093DE0A40DA}" dt="2026-08-27T15:15:42.145" v="2704" actId="164"/>
          <ac:picMkLst>
            <pc:docMk/>
            <pc:sldMk cId="0" sldId="258"/>
            <ac:picMk id="98" creationId="{FBB634C9-7E84-301E-26AC-D0CC54EDC786}"/>
          </ac:picMkLst>
        </pc:picChg>
        <pc:picChg chg="mod">
          <ac:chgData name="Abdul Kamal Nadaf" userId="b2393fd9-b3a9-4805-95f0-0090139a0c14" providerId="ADAL" clId="{5582AB44-D407-4F1D-8617-6093DE0A40DA}" dt="2026-08-27T15:37:31.147" v="2806" actId="14100"/>
          <ac:picMkLst>
            <pc:docMk/>
            <pc:sldMk cId="0" sldId="258"/>
            <ac:picMk id="111" creationId="{9CD3A780-F0F4-22A0-D5F4-C03696DEFE31}"/>
          </ac:picMkLst>
        </pc:picChg>
        <pc:picChg chg="mod">
          <ac:chgData name="Abdul Kamal Nadaf" userId="b2393fd9-b3a9-4805-95f0-0090139a0c14" providerId="ADAL" clId="{5582AB44-D407-4F1D-8617-6093DE0A40DA}" dt="2026-08-27T15:37:29.326" v="2805" actId="14100"/>
          <ac:picMkLst>
            <pc:docMk/>
            <pc:sldMk cId="0" sldId="258"/>
            <ac:picMk id="113" creationId="{6A607A28-116F-01E7-789D-3E34A60B1776}"/>
          </ac:picMkLst>
        </pc:picChg>
        <pc:picChg chg="mod">
          <ac:chgData name="Abdul Kamal Nadaf" userId="b2393fd9-b3a9-4805-95f0-0090139a0c14" providerId="ADAL" clId="{5582AB44-D407-4F1D-8617-6093DE0A40DA}" dt="2026-08-27T15:37:35.004" v="2810" actId="1076"/>
          <ac:picMkLst>
            <pc:docMk/>
            <pc:sldMk cId="0" sldId="258"/>
            <ac:picMk id="115" creationId="{568F151B-1CD7-F485-BD36-59ADB10963FC}"/>
          </ac:picMkLst>
        </pc:picChg>
        <pc:picChg chg="mod">
          <ac:chgData name="Abdul Kamal Nadaf" userId="b2393fd9-b3a9-4805-95f0-0090139a0c14" providerId="ADAL" clId="{5582AB44-D407-4F1D-8617-6093DE0A40DA}" dt="2026-08-27T15:37:40.571" v="2813" actId="1076"/>
          <ac:picMkLst>
            <pc:docMk/>
            <pc:sldMk cId="0" sldId="258"/>
            <ac:picMk id="121" creationId="{73EA6E61-0FB3-442A-58C6-BF378D7BE732}"/>
          </ac:picMkLst>
        </pc:picChg>
      </pc:sldChg>
      <pc:sldChg chg="addSp delSp modSp mod">
        <pc:chgData name="Abdul Kamal Nadaf" userId="b2393fd9-b3a9-4805-95f0-0090139a0c14" providerId="ADAL" clId="{5582AB44-D407-4F1D-8617-6093DE0A40DA}" dt="2026-08-27T16:58:44.423" v="3881" actId="12788"/>
        <pc:sldMkLst>
          <pc:docMk/>
          <pc:sldMk cId="3514214206" sldId="269"/>
        </pc:sldMkLst>
        <pc:spChg chg="add mod">
          <ac:chgData name="Abdul Kamal Nadaf" userId="b2393fd9-b3a9-4805-95f0-0090139a0c14" providerId="ADAL" clId="{5582AB44-D407-4F1D-8617-6093DE0A40DA}" dt="2026-08-27T14:02:16.439" v="1701"/>
          <ac:spMkLst>
            <pc:docMk/>
            <pc:sldMk cId="3514214206" sldId="269"/>
            <ac:spMk id="3" creationId="{F1D40060-6131-1304-4E27-770696BA784C}"/>
          </ac:spMkLst>
        </pc:spChg>
        <pc:spChg chg="del mod">
          <ac:chgData name="Abdul Kamal Nadaf" userId="b2393fd9-b3a9-4805-95f0-0090139a0c14" providerId="ADAL" clId="{5582AB44-D407-4F1D-8617-6093DE0A40DA}" dt="2026-08-27T14:02:17.776" v="1702" actId="478"/>
          <ac:spMkLst>
            <pc:docMk/>
            <pc:sldMk cId="3514214206" sldId="269"/>
            <ac:spMk id="4" creationId="{D6C4E141-14E6-8899-64FF-3B269C080868}"/>
          </ac:spMkLst>
        </pc:spChg>
        <pc:spChg chg="add del">
          <ac:chgData name="Abdul Kamal Nadaf" userId="b2393fd9-b3a9-4805-95f0-0090139a0c14" providerId="ADAL" clId="{5582AB44-D407-4F1D-8617-6093DE0A40DA}" dt="2026-08-27T14:31:41.170" v="2261" actId="22"/>
          <ac:spMkLst>
            <pc:docMk/>
            <pc:sldMk cId="3514214206" sldId="269"/>
            <ac:spMk id="6" creationId="{8A33C014-69B5-182D-9F61-7622FD5EBD68}"/>
          </ac:spMkLst>
        </pc:spChg>
        <pc:spChg chg="del mod topLvl">
          <ac:chgData name="Abdul Kamal Nadaf" userId="b2393fd9-b3a9-4805-95f0-0090139a0c14" providerId="ADAL" clId="{5582AB44-D407-4F1D-8617-6093DE0A40DA}" dt="2026-08-27T14:31:50.079" v="2266" actId="478"/>
          <ac:spMkLst>
            <pc:docMk/>
            <pc:sldMk cId="3514214206" sldId="269"/>
            <ac:spMk id="10" creationId="{D2F4722F-165E-CEE8-3356-CE30BAD91D4D}"/>
          </ac:spMkLst>
        </pc:spChg>
        <pc:spChg chg="del mod topLvl">
          <ac:chgData name="Abdul Kamal Nadaf" userId="b2393fd9-b3a9-4805-95f0-0090139a0c14" providerId="ADAL" clId="{5582AB44-D407-4F1D-8617-6093DE0A40DA}" dt="2026-08-27T14:31:49.481" v="2265" actId="478"/>
          <ac:spMkLst>
            <pc:docMk/>
            <pc:sldMk cId="3514214206" sldId="269"/>
            <ac:spMk id="11" creationId="{F18D0948-9294-9A6C-6CCE-B3EB38E38C11}"/>
          </ac:spMkLst>
        </pc:spChg>
        <pc:spChg chg="mod">
          <ac:chgData name="Abdul Kamal Nadaf" userId="b2393fd9-b3a9-4805-95f0-0090139a0c14" providerId="ADAL" clId="{5582AB44-D407-4F1D-8617-6093DE0A40DA}" dt="2026-08-27T14:31:47.482" v="2264" actId="165"/>
          <ac:spMkLst>
            <pc:docMk/>
            <pc:sldMk cId="3514214206" sldId="269"/>
            <ac:spMk id="14" creationId="{029A908F-D1FD-20A4-D66F-32CC7DEA5D62}"/>
          </ac:spMkLst>
        </pc:spChg>
        <pc:spChg chg="mod">
          <ac:chgData name="Abdul Kamal Nadaf" userId="b2393fd9-b3a9-4805-95f0-0090139a0c14" providerId="ADAL" clId="{5582AB44-D407-4F1D-8617-6093DE0A40DA}" dt="2026-08-27T14:31:47.482" v="2264" actId="165"/>
          <ac:spMkLst>
            <pc:docMk/>
            <pc:sldMk cId="3514214206" sldId="269"/>
            <ac:spMk id="15" creationId="{1987A813-A022-B97E-3C7C-780B8250508E}"/>
          </ac:spMkLst>
        </pc:spChg>
        <pc:spChg chg="add del mod">
          <ac:chgData name="Abdul Kamal Nadaf" userId="b2393fd9-b3a9-4805-95f0-0090139a0c14" providerId="ADAL" clId="{5582AB44-D407-4F1D-8617-6093DE0A40DA}" dt="2026-08-27T15:19:03.660" v="2754" actId="478"/>
          <ac:spMkLst>
            <pc:docMk/>
            <pc:sldMk cId="3514214206" sldId="269"/>
            <ac:spMk id="20" creationId="{9710051F-FFBB-215F-477B-439F12917D57}"/>
          </ac:spMkLst>
        </pc:spChg>
        <pc:spChg chg="mod">
          <ac:chgData name="Abdul Kamal Nadaf" userId="b2393fd9-b3a9-4805-95f0-0090139a0c14" providerId="ADAL" clId="{5582AB44-D407-4F1D-8617-6093DE0A40DA}" dt="2026-08-27T14:32:26.573" v="2282"/>
          <ac:spMkLst>
            <pc:docMk/>
            <pc:sldMk cId="3514214206" sldId="269"/>
            <ac:spMk id="21" creationId="{0EE53BE0-181E-F686-9A4A-BCC7923C650D}"/>
          </ac:spMkLst>
        </pc:spChg>
        <pc:spChg chg="del mod">
          <ac:chgData name="Abdul Kamal Nadaf" userId="b2393fd9-b3a9-4805-95f0-0090139a0c14" providerId="ADAL" clId="{5582AB44-D407-4F1D-8617-6093DE0A40DA}" dt="2026-08-27T14:46:52.374" v="2590" actId="478"/>
          <ac:spMkLst>
            <pc:docMk/>
            <pc:sldMk cId="3514214206" sldId="269"/>
            <ac:spMk id="22" creationId="{627B1B22-0910-6910-BDDD-8D3F68CBC91B}"/>
          </ac:spMkLst>
        </pc:spChg>
        <pc:spChg chg="mod">
          <ac:chgData name="Abdul Kamal Nadaf" userId="b2393fd9-b3a9-4805-95f0-0090139a0c14" providerId="ADAL" clId="{5582AB44-D407-4F1D-8617-6093DE0A40DA}" dt="2026-08-27T14:32:26.573" v="2282"/>
          <ac:spMkLst>
            <pc:docMk/>
            <pc:sldMk cId="3514214206" sldId="269"/>
            <ac:spMk id="23" creationId="{3A5CCB7A-31EA-144B-B03B-92FF0A09EBC2}"/>
          </ac:spMkLst>
        </pc:spChg>
        <pc:spChg chg="mod ord">
          <ac:chgData name="Abdul Kamal Nadaf" userId="b2393fd9-b3a9-4805-95f0-0090139a0c14" providerId="ADAL" clId="{5582AB44-D407-4F1D-8617-6093DE0A40DA}" dt="2026-08-27T14:53:41.952" v="2652" actId="14826"/>
          <ac:spMkLst>
            <pc:docMk/>
            <pc:sldMk cId="3514214206" sldId="269"/>
            <ac:spMk id="24" creationId="{71A6A568-91A6-4674-7CAB-BDD637499BF8}"/>
          </ac:spMkLst>
        </pc:spChg>
        <pc:spChg chg="mod">
          <ac:chgData name="Abdul Kamal Nadaf" userId="b2393fd9-b3a9-4805-95f0-0090139a0c14" providerId="ADAL" clId="{5582AB44-D407-4F1D-8617-6093DE0A40DA}" dt="2026-08-27T14:32:28.318" v="2284"/>
          <ac:spMkLst>
            <pc:docMk/>
            <pc:sldMk cId="3514214206" sldId="269"/>
            <ac:spMk id="28" creationId="{4EB5006C-7672-1D98-92BE-D5A57EB9F4C1}"/>
          </ac:spMkLst>
        </pc:spChg>
        <pc:spChg chg="mod">
          <ac:chgData name="Abdul Kamal Nadaf" userId="b2393fd9-b3a9-4805-95f0-0090139a0c14" providerId="ADAL" clId="{5582AB44-D407-4F1D-8617-6093DE0A40DA}" dt="2026-08-27T14:32:28.318" v="2284"/>
          <ac:spMkLst>
            <pc:docMk/>
            <pc:sldMk cId="3514214206" sldId="269"/>
            <ac:spMk id="29" creationId="{268EFA1C-F3C9-A4EA-CBC6-2D2FE175ACD9}"/>
          </ac:spMkLst>
        </pc:spChg>
        <pc:spChg chg="del mod">
          <ac:chgData name="Abdul Kamal Nadaf" userId="b2393fd9-b3a9-4805-95f0-0090139a0c14" providerId="ADAL" clId="{5582AB44-D407-4F1D-8617-6093DE0A40DA}" dt="2026-08-27T14:41:01.451" v="2484" actId="478"/>
          <ac:spMkLst>
            <pc:docMk/>
            <pc:sldMk cId="3514214206" sldId="269"/>
            <ac:spMk id="32" creationId="{DE0728CB-634D-783F-23E9-22213801FC87}"/>
          </ac:spMkLst>
        </pc:spChg>
        <pc:spChg chg="mod">
          <ac:chgData name="Abdul Kamal Nadaf" userId="b2393fd9-b3a9-4805-95f0-0090139a0c14" providerId="ADAL" clId="{5582AB44-D407-4F1D-8617-6093DE0A40DA}" dt="2026-08-27T14:32:29.850" v="2286"/>
          <ac:spMkLst>
            <pc:docMk/>
            <pc:sldMk cId="3514214206" sldId="269"/>
            <ac:spMk id="34" creationId="{26407EB4-E4BE-F45B-6D6A-3F7CBCF45D37}"/>
          </ac:spMkLst>
        </pc:spChg>
        <pc:spChg chg="mod">
          <ac:chgData name="Abdul Kamal Nadaf" userId="b2393fd9-b3a9-4805-95f0-0090139a0c14" providerId="ADAL" clId="{5582AB44-D407-4F1D-8617-6093DE0A40DA}" dt="2026-08-27T14:32:29.850" v="2286"/>
          <ac:spMkLst>
            <pc:docMk/>
            <pc:sldMk cId="3514214206" sldId="269"/>
            <ac:spMk id="35" creationId="{55618B71-E757-C15C-0A9F-36DCD831E625}"/>
          </ac:spMkLst>
        </pc:spChg>
        <pc:spChg chg="mod">
          <ac:chgData name="Abdul Kamal Nadaf" userId="b2393fd9-b3a9-4805-95f0-0090139a0c14" providerId="ADAL" clId="{5582AB44-D407-4F1D-8617-6093DE0A40DA}" dt="2026-08-27T14:32:31.368" v="2288"/>
          <ac:spMkLst>
            <pc:docMk/>
            <pc:sldMk cId="3514214206" sldId="269"/>
            <ac:spMk id="39" creationId="{AE202168-C2EB-95A8-74E9-0AAB5405B3EE}"/>
          </ac:spMkLst>
        </pc:spChg>
        <pc:spChg chg="mod">
          <ac:chgData name="Abdul Kamal Nadaf" userId="b2393fd9-b3a9-4805-95f0-0090139a0c14" providerId="ADAL" clId="{5582AB44-D407-4F1D-8617-6093DE0A40DA}" dt="2026-08-27T14:32:31.368" v="2288"/>
          <ac:spMkLst>
            <pc:docMk/>
            <pc:sldMk cId="3514214206" sldId="269"/>
            <ac:spMk id="40" creationId="{E7960877-62E6-CE7F-1E03-51B8D3E3DE84}"/>
          </ac:spMkLst>
        </pc:spChg>
        <pc:spChg chg="mod">
          <ac:chgData name="Abdul Kamal Nadaf" userId="b2393fd9-b3a9-4805-95f0-0090139a0c14" providerId="ADAL" clId="{5582AB44-D407-4F1D-8617-6093DE0A40DA}" dt="2026-08-27T14:32:32.976" v="2290"/>
          <ac:spMkLst>
            <pc:docMk/>
            <pc:sldMk cId="3514214206" sldId="269"/>
            <ac:spMk id="44" creationId="{FE35B8E7-7C0F-52A6-8D91-1BC7C5494167}"/>
          </ac:spMkLst>
        </pc:spChg>
        <pc:spChg chg="mod">
          <ac:chgData name="Abdul Kamal Nadaf" userId="b2393fd9-b3a9-4805-95f0-0090139a0c14" providerId="ADAL" clId="{5582AB44-D407-4F1D-8617-6093DE0A40DA}" dt="2026-08-27T14:32:32.976" v="2290"/>
          <ac:spMkLst>
            <pc:docMk/>
            <pc:sldMk cId="3514214206" sldId="269"/>
            <ac:spMk id="45" creationId="{135D4506-4C70-F84B-1C4E-4FAC91F89A9E}"/>
          </ac:spMkLst>
        </pc:spChg>
        <pc:spChg chg="mod">
          <ac:chgData name="Abdul Kamal Nadaf" userId="b2393fd9-b3a9-4805-95f0-0090139a0c14" providerId="ADAL" clId="{5582AB44-D407-4F1D-8617-6093DE0A40DA}" dt="2026-08-27T15:03:53.062" v="2659" actId="1582"/>
          <ac:spMkLst>
            <pc:docMk/>
            <pc:sldMk cId="3514214206" sldId="269"/>
            <ac:spMk id="56" creationId="{EE303B86-11DC-1C1D-1287-803FE3D8B556}"/>
          </ac:spMkLst>
        </pc:spChg>
        <pc:spChg chg="add del mod">
          <ac:chgData name="Abdul Kamal Nadaf" userId="b2393fd9-b3a9-4805-95f0-0090139a0c14" providerId="ADAL" clId="{5582AB44-D407-4F1D-8617-6093DE0A40DA}" dt="2026-08-27T14:35:13.178" v="2367" actId="478"/>
          <ac:spMkLst>
            <pc:docMk/>
            <pc:sldMk cId="3514214206" sldId="269"/>
            <ac:spMk id="59" creationId="{929C5F18-0AF5-BFF9-14D1-7C55CB80172B}"/>
          </ac:spMkLst>
        </pc:spChg>
        <pc:spChg chg="add mod">
          <ac:chgData name="Abdul Kamal Nadaf" userId="b2393fd9-b3a9-4805-95f0-0090139a0c14" providerId="ADAL" clId="{5582AB44-D407-4F1D-8617-6093DE0A40DA}" dt="2026-08-27T14:40:03.736" v="2471" actId="552"/>
          <ac:spMkLst>
            <pc:docMk/>
            <pc:sldMk cId="3514214206" sldId="269"/>
            <ac:spMk id="61" creationId="{428D82B6-F9C1-29EC-8B7B-0FD92BE2C067}"/>
          </ac:spMkLst>
        </pc:spChg>
        <pc:spChg chg="add mod">
          <ac:chgData name="Abdul Kamal Nadaf" userId="b2393fd9-b3a9-4805-95f0-0090139a0c14" providerId="ADAL" clId="{5582AB44-D407-4F1D-8617-6093DE0A40DA}" dt="2026-08-27T14:53:41.952" v="2652" actId="14826"/>
          <ac:spMkLst>
            <pc:docMk/>
            <pc:sldMk cId="3514214206" sldId="269"/>
            <ac:spMk id="63" creationId="{7508970B-481D-6F88-A51F-D0ECEDA1738A}"/>
          </ac:spMkLst>
        </pc:spChg>
        <pc:spChg chg="del">
          <ac:chgData name="Abdul Kamal Nadaf" userId="b2393fd9-b3a9-4805-95f0-0090139a0c14" providerId="ADAL" clId="{5582AB44-D407-4F1D-8617-6093DE0A40DA}" dt="2026-08-27T14:31:52.994" v="2267" actId="478"/>
          <ac:spMkLst>
            <pc:docMk/>
            <pc:sldMk cId="3514214206" sldId="269"/>
            <ac:spMk id="65" creationId="{8B41D78C-7237-861A-3EAF-4FFB8EA4C790}"/>
          </ac:spMkLst>
        </pc:spChg>
        <pc:spChg chg="add mod">
          <ac:chgData name="Abdul Kamal Nadaf" userId="b2393fd9-b3a9-4805-95f0-0090139a0c14" providerId="ADAL" clId="{5582AB44-D407-4F1D-8617-6093DE0A40DA}" dt="2026-08-27T14:53:41.952" v="2652" actId="14826"/>
          <ac:spMkLst>
            <pc:docMk/>
            <pc:sldMk cId="3514214206" sldId="269"/>
            <ac:spMk id="66" creationId="{858FE72E-C836-BDBE-4D7C-50FE1BC9103E}"/>
          </ac:spMkLst>
        </pc:spChg>
        <pc:spChg chg="add mod">
          <ac:chgData name="Abdul Kamal Nadaf" userId="b2393fd9-b3a9-4805-95f0-0090139a0c14" providerId="ADAL" clId="{5582AB44-D407-4F1D-8617-6093DE0A40DA}" dt="2026-08-27T14:49:52.539" v="2624" actId="1076"/>
          <ac:spMkLst>
            <pc:docMk/>
            <pc:sldMk cId="3514214206" sldId="269"/>
            <ac:spMk id="68" creationId="{C456DBD7-362A-84AC-F6A7-CE78C9A2D1B0}"/>
          </ac:spMkLst>
        </pc:spChg>
        <pc:spChg chg="mod">
          <ac:chgData name="Abdul Kamal Nadaf" userId="b2393fd9-b3a9-4805-95f0-0090139a0c14" providerId="ADAL" clId="{5582AB44-D407-4F1D-8617-6093DE0A40DA}" dt="2026-08-27T14:43:23.816" v="2524" actId="164"/>
          <ac:spMkLst>
            <pc:docMk/>
            <pc:sldMk cId="3514214206" sldId="269"/>
            <ac:spMk id="69" creationId="{B4CC1670-6048-8CE3-5CCD-DC6FC2D24922}"/>
          </ac:spMkLst>
        </pc:spChg>
        <pc:spChg chg="add mod">
          <ac:chgData name="Abdul Kamal Nadaf" userId="b2393fd9-b3a9-4805-95f0-0090139a0c14" providerId="ADAL" clId="{5582AB44-D407-4F1D-8617-6093DE0A40DA}" dt="2026-08-27T14:49:52.539" v="2624" actId="1076"/>
          <ac:spMkLst>
            <pc:docMk/>
            <pc:sldMk cId="3514214206" sldId="269"/>
            <ac:spMk id="71" creationId="{6237FD14-FCEA-DADE-EBE9-F5C32461B38D}"/>
          </ac:spMkLst>
        </pc:spChg>
        <pc:spChg chg="mod">
          <ac:chgData name="Abdul Kamal Nadaf" userId="b2393fd9-b3a9-4805-95f0-0090139a0c14" providerId="ADAL" clId="{5582AB44-D407-4F1D-8617-6093DE0A40DA}" dt="2026-08-27T14:50:04.558" v="2628" actId="1076"/>
          <ac:spMkLst>
            <pc:docMk/>
            <pc:sldMk cId="3514214206" sldId="269"/>
            <ac:spMk id="72" creationId="{52A3295B-D64E-440D-7CD2-D77E271593D9}"/>
          </ac:spMkLst>
        </pc:spChg>
        <pc:spChg chg="add del mod">
          <ac:chgData name="Abdul Kamal Nadaf" userId="b2393fd9-b3a9-4805-95f0-0090139a0c14" providerId="ADAL" clId="{5582AB44-D407-4F1D-8617-6093DE0A40DA}" dt="2026-08-27T14:39:32.676" v="2467" actId="478"/>
          <ac:spMkLst>
            <pc:docMk/>
            <pc:sldMk cId="3514214206" sldId="269"/>
            <ac:spMk id="73" creationId="{004B41FB-3531-D789-90DA-BD6D2ABACE2B}"/>
          </ac:spMkLst>
        </pc:spChg>
        <pc:spChg chg="del mod">
          <ac:chgData name="Abdul Kamal Nadaf" userId="b2393fd9-b3a9-4805-95f0-0090139a0c14" providerId="ADAL" clId="{5582AB44-D407-4F1D-8617-6093DE0A40DA}" dt="2026-08-27T14:35:42.274" v="2384" actId="478"/>
          <ac:spMkLst>
            <pc:docMk/>
            <pc:sldMk cId="3514214206" sldId="269"/>
            <ac:spMk id="74" creationId="{3496131E-6531-DBB6-61A6-9502267533FA}"/>
          </ac:spMkLst>
        </pc:spChg>
        <pc:spChg chg="add mod">
          <ac:chgData name="Abdul Kamal Nadaf" userId="b2393fd9-b3a9-4805-95f0-0090139a0c14" providerId="ADAL" clId="{5582AB44-D407-4F1D-8617-6093DE0A40DA}" dt="2026-08-27T16:05:04.434" v="3419" actId="207"/>
          <ac:spMkLst>
            <pc:docMk/>
            <pc:sldMk cId="3514214206" sldId="269"/>
            <ac:spMk id="76" creationId="{C3B3E288-4708-F04B-C7F5-0AA8D4B3B525}"/>
          </ac:spMkLst>
        </pc:spChg>
        <pc:spChg chg="mod">
          <ac:chgData name="Abdul Kamal Nadaf" userId="b2393fd9-b3a9-4805-95f0-0090139a0c14" providerId="ADAL" clId="{5582AB44-D407-4F1D-8617-6093DE0A40DA}" dt="2026-08-27T14:49:52.212" v="2623" actId="1076"/>
          <ac:spMkLst>
            <pc:docMk/>
            <pc:sldMk cId="3514214206" sldId="269"/>
            <ac:spMk id="77" creationId="{4E4626F7-15BD-66B3-B3CA-62ABB4F71CBA}"/>
          </ac:spMkLst>
        </pc:spChg>
        <pc:spChg chg="del">
          <ac:chgData name="Abdul Kamal Nadaf" userId="b2393fd9-b3a9-4805-95f0-0090139a0c14" providerId="ADAL" clId="{5582AB44-D407-4F1D-8617-6093DE0A40DA}" dt="2026-08-27T14:32:10.123" v="2278" actId="478"/>
          <ac:spMkLst>
            <pc:docMk/>
            <pc:sldMk cId="3514214206" sldId="269"/>
            <ac:spMk id="80" creationId="{DFEB392E-8C15-A00F-883E-10FAC15C2AB8}"/>
          </ac:spMkLst>
        </pc:spChg>
        <pc:spChg chg="mod">
          <ac:chgData name="Abdul Kamal Nadaf" userId="b2393fd9-b3a9-4805-95f0-0090139a0c14" providerId="ADAL" clId="{5582AB44-D407-4F1D-8617-6093DE0A40DA}" dt="2026-08-27T15:03:53.062" v="2659" actId="1582"/>
          <ac:spMkLst>
            <pc:docMk/>
            <pc:sldMk cId="3514214206" sldId="269"/>
            <ac:spMk id="83" creationId="{B77C82C3-DFE1-3523-9AB2-CD4745581BD8}"/>
          </ac:spMkLst>
        </pc:spChg>
        <pc:spChg chg="del">
          <ac:chgData name="Abdul Kamal Nadaf" userId="b2393fd9-b3a9-4805-95f0-0090139a0c14" providerId="ADAL" clId="{5582AB44-D407-4F1D-8617-6093DE0A40DA}" dt="2026-08-27T14:31:53.265" v="2268" actId="478"/>
          <ac:spMkLst>
            <pc:docMk/>
            <pc:sldMk cId="3514214206" sldId="269"/>
            <ac:spMk id="87" creationId="{79072A69-B082-AFEE-5143-5D5673AE1906}"/>
          </ac:spMkLst>
        </pc:spChg>
        <pc:spChg chg="del">
          <ac:chgData name="Abdul Kamal Nadaf" userId="b2393fd9-b3a9-4805-95f0-0090139a0c14" providerId="ADAL" clId="{5582AB44-D407-4F1D-8617-6093DE0A40DA}" dt="2026-08-27T14:31:29.858" v="2254" actId="478"/>
          <ac:spMkLst>
            <pc:docMk/>
            <pc:sldMk cId="3514214206" sldId="269"/>
            <ac:spMk id="89" creationId="{23D1A912-5445-3BDE-AC39-CDBDD1EF51DA}"/>
          </ac:spMkLst>
        </pc:spChg>
        <pc:spChg chg="add mod">
          <ac:chgData name="Abdul Kamal Nadaf" userId="b2393fd9-b3a9-4805-95f0-0090139a0c14" providerId="ADAL" clId="{5582AB44-D407-4F1D-8617-6093DE0A40DA}" dt="2026-08-27T16:58:44.423" v="3881" actId="12788"/>
          <ac:spMkLst>
            <pc:docMk/>
            <pc:sldMk cId="3514214206" sldId="269"/>
            <ac:spMk id="90" creationId="{577BCD9F-1482-4934-65B3-0DEBF3B8B1D5}"/>
          </ac:spMkLst>
        </pc:spChg>
        <pc:spChg chg="mod">
          <ac:chgData name="Abdul Kamal Nadaf" userId="b2393fd9-b3a9-4805-95f0-0090139a0c14" providerId="ADAL" clId="{5582AB44-D407-4F1D-8617-6093DE0A40DA}" dt="2026-08-27T14:48:39.977" v="2612" actId="554"/>
          <ac:spMkLst>
            <pc:docMk/>
            <pc:sldMk cId="3514214206" sldId="269"/>
            <ac:spMk id="104" creationId="{14BE20A4-D283-01B6-7809-A81377ED9D04}"/>
          </ac:spMkLst>
        </pc:spChg>
        <pc:spChg chg="del mod">
          <ac:chgData name="Abdul Kamal Nadaf" userId="b2393fd9-b3a9-4805-95f0-0090139a0c14" providerId="ADAL" clId="{5582AB44-D407-4F1D-8617-6093DE0A40DA}" dt="2026-08-27T14:35:41.735" v="2383" actId="478"/>
          <ac:spMkLst>
            <pc:docMk/>
            <pc:sldMk cId="3514214206" sldId="269"/>
            <ac:spMk id="106" creationId="{ABEC087E-176D-0BD0-3ED8-801DC0C0AA9E}"/>
          </ac:spMkLst>
        </pc:spChg>
        <pc:spChg chg="mod">
          <ac:chgData name="Abdul Kamal Nadaf" userId="b2393fd9-b3a9-4805-95f0-0090139a0c14" providerId="ADAL" clId="{5582AB44-D407-4F1D-8617-6093DE0A40DA}" dt="2026-08-27T14:43:23.816" v="2524" actId="164"/>
          <ac:spMkLst>
            <pc:docMk/>
            <pc:sldMk cId="3514214206" sldId="269"/>
            <ac:spMk id="110" creationId="{F4953B2C-CB6F-F8D4-4E6C-A0437C6C16C0}"/>
          </ac:spMkLst>
        </pc:spChg>
        <pc:spChg chg="del">
          <ac:chgData name="Abdul Kamal Nadaf" userId="b2393fd9-b3a9-4805-95f0-0090139a0c14" providerId="ADAL" clId="{5582AB44-D407-4F1D-8617-6093DE0A40DA}" dt="2026-08-27T14:32:10.123" v="2278" actId="478"/>
          <ac:spMkLst>
            <pc:docMk/>
            <pc:sldMk cId="3514214206" sldId="269"/>
            <ac:spMk id="112" creationId="{A1B6074C-98DF-DC2E-8AE9-C197087FF7CB}"/>
          </ac:spMkLst>
        </pc:spChg>
        <pc:spChg chg="mod">
          <ac:chgData name="Abdul Kamal Nadaf" userId="b2393fd9-b3a9-4805-95f0-0090139a0c14" providerId="ADAL" clId="{5582AB44-D407-4F1D-8617-6093DE0A40DA}" dt="2026-08-27T15:03:53.062" v="2659" actId="1582"/>
          <ac:spMkLst>
            <pc:docMk/>
            <pc:sldMk cId="3514214206" sldId="269"/>
            <ac:spMk id="116" creationId="{EFB23929-79FD-D785-108E-C720F78FA42D}"/>
          </ac:spMkLst>
        </pc:spChg>
        <pc:spChg chg="del">
          <ac:chgData name="Abdul Kamal Nadaf" userId="b2393fd9-b3a9-4805-95f0-0090139a0c14" providerId="ADAL" clId="{5582AB44-D407-4F1D-8617-6093DE0A40DA}" dt="2026-08-27T14:31:53.648" v="2269" actId="478"/>
          <ac:spMkLst>
            <pc:docMk/>
            <pc:sldMk cId="3514214206" sldId="269"/>
            <ac:spMk id="121" creationId="{895E8717-146D-B919-B6DD-2718C097EDF0}"/>
          </ac:spMkLst>
        </pc:spChg>
        <pc:spChg chg="del mod">
          <ac:chgData name="Abdul Kamal Nadaf" userId="b2393fd9-b3a9-4805-95f0-0090139a0c14" providerId="ADAL" clId="{5582AB44-D407-4F1D-8617-6093DE0A40DA}" dt="2026-08-27T14:31:31.606" v="2256" actId="478"/>
          <ac:spMkLst>
            <pc:docMk/>
            <pc:sldMk cId="3514214206" sldId="269"/>
            <ac:spMk id="123" creationId="{FA553EF7-4085-53DB-4D1C-913595EEBE22}"/>
          </ac:spMkLst>
        </pc:spChg>
        <pc:spChg chg="mod">
          <ac:chgData name="Abdul Kamal Nadaf" userId="b2393fd9-b3a9-4805-95f0-0090139a0c14" providerId="ADAL" clId="{5582AB44-D407-4F1D-8617-6093DE0A40DA}" dt="2026-08-27T14:53:41.952" v="2652" actId="14826"/>
          <ac:spMkLst>
            <pc:docMk/>
            <pc:sldMk cId="3514214206" sldId="269"/>
            <ac:spMk id="125" creationId="{4432A64D-4BF4-9CBA-4C9B-BC5D0FEA761D}"/>
          </ac:spMkLst>
        </pc:spChg>
        <pc:spChg chg="mod">
          <ac:chgData name="Abdul Kamal Nadaf" userId="b2393fd9-b3a9-4805-95f0-0090139a0c14" providerId="ADAL" clId="{5582AB44-D407-4F1D-8617-6093DE0A40DA}" dt="2026-08-27T14:53:41.952" v="2652" actId="14826"/>
          <ac:spMkLst>
            <pc:docMk/>
            <pc:sldMk cId="3514214206" sldId="269"/>
            <ac:spMk id="127" creationId="{27A18F7E-7366-27C7-5852-A347FC0D396A}"/>
          </ac:spMkLst>
        </pc:spChg>
        <pc:spChg chg="mod">
          <ac:chgData name="Abdul Kamal Nadaf" userId="b2393fd9-b3a9-4805-95f0-0090139a0c14" providerId="ADAL" clId="{5582AB44-D407-4F1D-8617-6093DE0A40DA}" dt="2026-08-27T14:49:52.212" v="2623" actId="1076"/>
          <ac:spMkLst>
            <pc:docMk/>
            <pc:sldMk cId="3514214206" sldId="269"/>
            <ac:spMk id="129" creationId="{090AFF91-CDD4-649B-53B4-79988B2C7A5A}"/>
          </ac:spMkLst>
        </pc:spChg>
        <pc:spChg chg="del">
          <ac:chgData name="Abdul Kamal Nadaf" userId="b2393fd9-b3a9-4805-95f0-0090139a0c14" providerId="ADAL" clId="{5582AB44-D407-4F1D-8617-6093DE0A40DA}" dt="2026-08-27T14:32:10.123" v="2278" actId="478"/>
          <ac:spMkLst>
            <pc:docMk/>
            <pc:sldMk cId="3514214206" sldId="269"/>
            <ac:spMk id="131" creationId="{93863EE0-7651-F8DB-5FC0-67FED746A7FD}"/>
          </ac:spMkLst>
        </pc:spChg>
        <pc:spChg chg="mod">
          <ac:chgData name="Abdul Kamal Nadaf" userId="b2393fd9-b3a9-4805-95f0-0090139a0c14" providerId="ADAL" clId="{5582AB44-D407-4F1D-8617-6093DE0A40DA}" dt="2026-08-27T15:03:53.062" v="2659" actId="1582"/>
          <ac:spMkLst>
            <pc:docMk/>
            <pc:sldMk cId="3514214206" sldId="269"/>
            <ac:spMk id="133" creationId="{1B6BEE3C-FF28-9ED7-3E8A-7EDFB8504222}"/>
          </ac:spMkLst>
        </pc:spChg>
        <pc:spChg chg="del">
          <ac:chgData name="Abdul Kamal Nadaf" userId="b2393fd9-b3a9-4805-95f0-0090139a0c14" providerId="ADAL" clId="{5582AB44-D407-4F1D-8617-6093DE0A40DA}" dt="2026-08-27T14:31:53.952" v="2270" actId="478"/>
          <ac:spMkLst>
            <pc:docMk/>
            <pc:sldMk cId="3514214206" sldId="269"/>
            <ac:spMk id="135" creationId="{B0D88AB9-6877-DFB8-2289-0FF1A42C882B}"/>
          </ac:spMkLst>
        </pc:spChg>
        <pc:spChg chg="del">
          <ac:chgData name="Abdul Kamal Nadaf" userId="b2393fd9-b3a9-4805-95f0-0090139a0c14" providerId="ADAL" clId="{5582AB44-D407-4F1D-8617-6093DE0A40DA}" dt="2026-08-27T14:31:33.049" v="2257" actId="478"/>
          <ac:spMkLst>
            <pc:docMk/>
            <pc:sldMk cId="3514214206" sldId="269"/>
            <ac:spMk id="137" creationId="{6C74CE73-627B-EB38-5359-1CDFE09F6AA4}"/>
          </ac:spMkLst>
        </pc:spChg>
        <pc:spChg chg="mod">
          <ac:chgData name="Abdul Kamal Nadaf" userId="b2393fd9-b3a9-4805-95f0-0090139a0c14" providerId="ADAL" clId="{5582AB44-D407-4F1D-8617-6093DE0A40DA}" dt="2026-08-27T14:50:04.558" v="2628" actId="1076"/>
          <ac:spMkLst>
            <pc:docMk/>
            <pc:sldMk cId="3514214206" sldId="269"/>
            <ac:spMk id="139" creationId="{D9842227-452A-872A-72DB-7FE54F845C60}"/>
          </ac:spMkLst>
        </pc:spChg>
        <pc:spChg chg="del mod">
          <ac:chgData name="Abdul Kamal Nadaf" userId="b2393fd9-b3a9-4805-95f0-0090139a0c14" providerId="ADAL" clId="{5582AB44-D407-4F1D-8617-6093DE0A40DA}" dt="2026-08-27T14:35:39.675" v="2380" actId="478"/>
          <ac:spMkLst>
            <pc:docMk/>
            <pc:sldMk cId="3514214206" sldId="269"/>
            <ac:spMk id="141" creationId="{72A50F5E-DCB0-833F-5106-DA5B900BC708}"/>
          </ac:spMkLst>
        </pc:spChg>
        <pc:spChg chg="mod">
          <ac:chgData name="Abdul Kamal Nadaf" userId="b2393fd9-b3a9-4805-95f0-0090139a0c14" providerId="ADAL" clId="{5582AB44-D407-4F1D-8617-6093DE0A40DA}" dt="2026-08-27T14:53:41.952" v="2652" actId="14826"/>
          <ac:spMkLst>
            <pc:docMk/>
            <pc:sldMk cId="3514214206" sldId="269"/>
            <ac:spMk id="143" creationId="{A29C0C0C-66B6-2ADC-800C-8343D59C6DF9}"/>
          </ac:spMkLst>
        </pc:spChg>
        <pc:spChg chg="del">
          <ac:chgData name="Abdul Kamal Nadaf" userId="b2393fd9-b3a9-4805-95f0-0090139a0c14" providerId="ADAL" clId="{5582AB44-D407-4F1D-8617-6093DE0A40DA}" dt="2026-08-27T14:32:10.123" v="2278" actId="478"/>
          <ac:spMkLst>
            <pc:docMk/>
            <pc:sldMk cId="3514214206" sldId="269"/>
            <ac:spMk id="145" creationId="{258C617E-3C12-F730-6329-637F2D5889E6}"/>
          </ac:spMkLst>
        </pc:spChg>
        <pc:spChg chg="mod">
          <ac:chgData name="Abdul Kamal Nadaf" userId="b2393fd9-b3a9-4805-95f0-0090139a0c14" providerId="ADAL" clId="{5582AB44-D407-4F1D-8617-6093DE0A40DA}" dt="2026-08-27T15:03:53.062" v="2659" actId="1582"/>
          <ac:spMkLst>
            <pc:docMk/>
            <pc:sldMk cId="3514214206" sldId="269"/>
            <ac:spMk id="147" creationId="{A351BEB4-65C4-1DC8-6624-A5FB25E0CEA3}"/>
          </ac:spMkLst>
        </pc:spChg>
        <pc:spChg chg="del">
          <ac:chgData name="Abdul Kamal Nadaf" userId="b2393fd9-b3a9-4805-95f0-0090139a0c14" providerId="ADAL" clId="{5582AB44-D407-4F1D-8617-6093DE0A40DA}" dt="2026-08-27T14:31:54.845" v="2271" actId="478"/>
          <ac:spMkLst>
            <pc:docMk/>
            <pc:sldMk cId="3514214206" sldId="269"/>
            <ac:spMk id="149" creationId="{F7669A6C-042C-7EB9-91AD-36B50B86EC66}"/>
          </ac:spMkLst>
        </pc:spChg>
        <pc:spChg chg="del">
          <ac:chgData name="Abdul Kamal Nadaf" userId="b2393fd9-b3a9-4805-95f0-0090139a0c14" providerId="ADAL" clId="{5582AB44-D407-4F1D-8617-6093DE0A40DA}" dt="2026-08-27T14:31:34.408" v="2258" actId="478"/>
          <ac:spMkLst>
            <pc:docMk/>
            <pc:sldMk cId="3514214206" sldId="269"/>
            <ac:spMk id="151" creationId="{BC7D374B-A0FE-F27B-DF95-D4E4BA90C4A4}"/>
          </ac:spMkLst>
        </pc:spChg>
        <pc:spChg chg="mod">
          <ac:chgData name="Abdul Kamal Nadaf" userId="b2393fd9-b3a9-4805-95f0-0090139a0c14" providerId="ADAL" clId="{5582AB44-D407-4F1D-8617-6093DE0A40DA}" dt="2026-08-27T14:53:41.952" v="2652" actId="14826"/>
          <ac:spMkLst>
            <pc:docMk/>
            <pc:sldMk cId="3514214206" sldId="269"/>
            <ac:spMk id="153" creationId="{CF84BA0A-183E-AB30-2DEB-58328A470F09}"/>
          </ac:spMkLst>
        </pc:spChg>
        <pc:spChg chg="del mod">
          <ac:chgData name="Abdul Kamal Nadaf" userId="b2393fd9-b3a9-4805-95f0-0090139a0c14" providerId="ADAL" clId="{5582AB44-D407-4F1D-8617-6093DE0A40DA}" dt="2026-08-27T14:35:40.136" v="2381" actId="478"/>
          <ac:spMkLst>
            <pc:docMk/>
            <pc:sldMk cId="3514214206" sldId="269"/>
            <ac:spMk id="155" creationId="{64E98136-C801-C4FB-9211-DD9AFF229915}"/>
          </ac:spMkLst>
        </pc:spChg>
        <pc:spChg chg="mod">
          <ac:chgData name="Abdul Kamal Nadaf" userId="b2393fd9-b3a9-4805-95f0-0090139a0c14" providerId="ADAL" clId="{5582AB44-D407-4F1D-8617-6093DE0A40DA}" dt="2026-08-27T14:49:52.212" v="2623" actId="1076"/>
          <ac:spMkLst>
            <pc:docMk/>
            <pc:sldMk cId="3514214206" sldId="269"/>
            <ac:spMk id="157" creationId="{1EA3BF5D-A33A-5BFE-BD99-ABF9B0BD22A2}"/>
          </ac:spMkLst>
        </pc:spChg>
        <pc:spChg chg="del">
          <ac:chgData name="Abdul Kamal Nadaf" userId="b2393fd9-b3a9-4805-95f0-0090139a0c14" providerId="ADAL" clId="{5582AB44-D407-4F1D-8617-6093DE0A40DA}" dt="2026-08-27T14:32:10.123" v="2278" actId="478"/>
          <ac:spMkLst>
            <pc:docMk/>
            <pc:sldMk cId="3514214206" sldId="269"/>
            <ac:spMk id="159" creationId="{AB865A76-9B7C-DD62-0ED7-7213F2F2303B}"/>
          </ac:spMkLst>
        </pc:spChg>
        <pc:spChg chg="mod">
          <ac:chgData name="Abdul Kamal Nadaf" userId="b2393fd9-b3a9-4805-95f0-0090139a0c14" providerId="ADAL" clId="{5582AB44-D407-4F1D-8617-6093DE0A40DA}" dt="2026-08-27T15:03:53.062" v="2659" actId="1582"/>
          <ac:spMkLst>
            <pc:docMk/>
            <pc:sldMk cId="3514214206" sldId="269"/>
            <ac:spMk id="161" creationId="{B37B548A-6506-6682-CFB8-C7696B82D46E}"/>
          </ac:spMkLst>
        </pc:spChg>
        <pc:spChg chg="del">
          <ac:chgData name="Abdul Kamal Nadaf" userId="b2393fd9-b3a9-4805-95f0-0090139a0c14" providerId="ADAL" clId="{5582AB44-D407-4F1D-8617-6093DE0A40DA}" dt="2026-08-27T14:31:55.117" v="2272" actId="478"/>
          <ac:spMkLst>
            <pc:docMk/>
            <pc:sldMk cId="3514214206" sldId="269"/>
            <ac:spMk id="163" creationId="{54CB5D00-2177-B092-463A-9315A7886A99}"/>
          </ac:spMkLst>
        </pc:spChg>
        <pc:spChg chg="del">
          <ac:chgData name="Abdul Kamal Nadaf" userId="b2393fd9-b3a9-4805-95f0-0090139a0c14" providerId="ADAL" clId="{5582AB44-D407-4F1D-8617-6093DE0A40DA}" dt="2026-08-27T14:31:35.579" v="2259" actId="478"/>
          <ac:spMkLst>
            <pc:docMk/>
            <pc:sldMk cId="3514214206" sldId="269"/>
            <ac:spMk id="165" creationId="{99FDF41D-DBB7-769D-9BB5-8BDA46216EA7}"/>
          </ac:spMkLst>
        </pc:spChg>
        <pc:spChg chg="mod">
          <ac:chgData name="Abdul Kamal Nadaf" userId="b2393fd9-b3a9-4805-95f0-0090139a0c14" providerId="ADAL" clId="{5582AB44-D407-4F1D-8617-6093DE0A40DA}" dt="2026-08-27T14:50:04.558" v="2628" actId="1076"/>
          <ac:spMkLst>
            <pc:docMk/>
            <pc:sldMk cId="3514214206" sldId="269"/>
            <ac:spMk id="167" creationId="{F827257E-5BA0-429C-D1FD-16F2BC2EC490}"/>
          </ac:spMkLst>
        </pc:spChg>
        <pc:spChg chg="del mod">
          <ac:chgData name="Abdul Kamal Nadaf" userId="b2393fd9-b3a9-4805-95f0-0090139a0c14" providerId="ADAL" clId="{5582AB44-D407-4F1D-8617-6093DE0A40DA}" dt="2026-08-27T14:35:40.619" v="2382" actId="478"/>
          <ac:spMkLst>
            <pc:docMk/>
            <pc:sldMk cId="3514214206" sldId="269"/>
            <ac:spMk id="169" creationId="{01D2BFB9-6BF9-FA36-B5C3-4CFE1F6A2D58}"/>
          </ac:spMkLst>
        </pc:spChg>
        <pc:spChg chg="mod">
          <ac:chgData name="Abdul Kamal Nadaf" userId="b2393fd9-b3a9-4805-95f0-0090139a0c14" providerId="ADAL" clId="{5582AB44-D407-4F1D-8617-6093DE0A40DA}" dt="2026-08-27T14:49:52.212" v="2623" actId="1076"/>
          <ac:spMkLst>
            <pc:docMk/>
            <pc:sldMk cId="3514214206" sldId="269"/>
            <ac:spMk id="171" creationId="{C788AA3A-0E97-3498-F996-F6DDB13B2706}"/>
          </ac:spMkLst>
        </pc:spChg>
        <pc:spChg chg="del">
          <ac:chgData name="Abdul Kamal Nadaf" userId="b2393fd9-b3a9-4805-95f0-0090139a0c14" providerId="ADAL" clId="{5582AB44-D407-4F1D-8617-6093DE0A40DA}" dt="2026-08-27T14:32:10.123" v="2278" actId="478"/>
          <ac:spMkLst>
            <pc:docMk/>
            <pc:sldMk cId="3514214206" sldId="269"/>
            <ac:spMk id="173" creationId="{6F41F631-68C5-1E78-5C2E-2385CBFB47C3}"/>
          </ac:spMkLst>
        </pc:spChg>
        <pc:spChg chg="mod">
          <ac:chgData name="Abdul Kamal Nadaf" userId="b2393fd9-b3a9-4805-95f0-0090139a0c14" providerId="ADAL" clId="{5582AB44-D407-4F1D-8617-6093DE0A40DA}" dt="2026-08-27T15:21:16.513" v="2788" actId="1582"/>
          <ac:spMkLst>
            <pc:docMk/>
            <pc:sldMk cId="3514214206" sldId="269"/>
            <ac:spMk id="183" creationId="{ED297AAD-19C6-FD41-9EED-7037855934C8}"/>
          </ac:spMkLst>
        </pc:spChg>
        <pc:spChg chg="del">
          <ac:chgData name="Abdul Kamal Nadaf" userId="b2393fd9-b3a9-4805-95f0-0090139a0c14" providerId="ADAL" clId="{5582AB44-D407-4F1D-8617-6093DE0A40DA}" dt="2026-08-27T14:43:39.482" v="2530" actId="478"/>
          <ac:spMkLst>
            <pc:docMk/>
            <pc:sldMk cId="3514214206" sldId="269"/>
            <ac:spMk id="185" creationId="{A0498261-6C2A-A4E1-5087-F414ECB98CA6}"/>
          </ac:spMkLst>
        </pc:spChg>
        <pc:spChg chg="mod">
          <ac:chgData name="Abdul Kamal Nadaf" userId="b2393fd9-b3a9-4805-95f0-0090139a0c14" providerId="ADAL" clId="{5582AB44-D407-4F1D-8617-6093DE0A40DA}" dt="2026-08-27T14:43:40.891" v="2531" actId="6549"/>
          <ac:spMkLst>
            <pc:docMk/>
            <pc:sldMk cId="3514214206" sldId="269"/>
            <ac:spMk id="187" creationId="{DDEAE3FB-CDC1-669B-73B9-0ADA6B5660BE}"/>
          </ac:spMkLst>
        </pc:spChg>
        <pc:spChg chg="del mod">
          <ac:chgData name="Abdul Kamal Nadaf" userId="b2393fd9-b3a9-4805-95f0-0090139a0c14" providerId="ADAL" clId="{5582AB44-D407-4F1D-8617-6093DE0A40DA}" dt="2026-08-27T14:43:55.623" v="2536" actId="478"/>
          <ac:spMkLst>
            <pc:docMk/>
            <pc:sldMk cId="3514214206" sldId="269"/>
            <ac:spMk id="189" creationId="{E09E836D-3224-B2A3-6453-5D2FA4BB63BE}"/>
          </ac:spMkLst>
        </pc:spChg>
        <pc:grpChg chg="add del mod">
          <ac:chgData name="Abdul Kamal Nadaf" userId="b2393fd9-b3a9-4805-95f0-0090139a0c14" providerId="ADAL" clId="{5582AB44-D407-4F1D-8617-6093DE0A40DA}" dt="2026-08-27T14:31:47.482" v="2264" actId="165"/>
          <ac:grpSpMkLst>
            <pc:docMk/>
            <pc:sldMk cId="3514214206" sldId="269"/>
            <ac:grpSpMk id="9" creationId="{E3914B9B-8199-E644-6A90-5CB1C6813679}"/>
          </ac:grpSpMkLst>
        </pc:grpChg>
        <pc:grpChg chg="mod topLvl">
          <ac:chgData name="Abdul Kamal Nadaf" userId="b2393fd9-b3a9-4805-95f0-0090139a0c14" providerId="ADAL" clId="{5582AB44-D407-4F1D-8617-6093DE0A40DA}" dt="2026-08-27T14:32:23.383" v="2280" actId="164"/>
          <ac:grpSpMkLst>
            <pc:docMk/>
            <pc:sldMk cId="3514214206" sldId="269"/>
            <ac:grpSpMk id="12" creationId="{AFC599F8-05CE-B89B-5A9C-94EF6AAC09C4}"/>
          </ac:grpSpMkLst>
        </pc:grpChg>
        <pc:grpChg chg="add del mod">
          <ac:chgData name="Abdul Kamal Nadaf" userId="b2393fd9-b3a9-4805-95f0-0090139a0c14" providerId="ADAL" clId="{5582AB44-D407-4F1D-8617-6093DE0A40DA}" dt="2026-08-27T14:32:39.168" v="2294" actId="478"/>
          <ac:grpSpMkLst>
            <pc:docMk/>
            <pc:sldMk cId="3514214206" sldId="269"/>
            <ac:grpSpMk id="16" creationId="{E47CE785-B4ED-B19C-A80F-3C20368F73DE}"/>
          </ac:grpSpMkLst>
        </pc:grpChg>
        <pc:grpChg chg="add del mod">
          <ac:chgData name="Abdul Kamal Nadaf" userId="b2393fd9-b3a9-4805-95f0-0090139a0c14" providerId="ADAL" clId="{5582AB44-D407-4F1D-8617-6093DE0A40DA}" dt="2026-08-27T14:32:39.794" v="2295" actId="478"/>
          <ac:grpSpMkLst>
            <pc:docMk/>
            <pc:sldMk cId="3514214206" sldId="269"/>
            <ac:grpSpMk id="17" creationId="{96E108C4-609E-2DEA-3720-616DE23E8234}"/>
          </ac:grpSpMkLst>
        </pc:grpChg>
        <pc:grpChg chg="mod">
          <ac:chgData name="Abdul Kamal Nadaf" userId="b2393fd9-b3a9-4805-95f0-0090139a0c14" providerId="ADAL" clId="{5582AB44-D407-4F1D-8617-6093DE0A40DA}" dt="2026-08-27T14:32:26.573" v="2282"/>
          <ac:grpSpMkLst>
            <pc:docMk/>
            <pc:sldMk cId="3514214206" sldId="269"/>
            <ac:grpSpMk id="18" creationId="{CA9C52CF-389E-2E0C-29AA-3CC3ECB2B365}"/>
          </ac:grpSpMkLst>
        </pc:grpChg>
        <pc:grpChg chg="add del mod">
          <ac:chgData name="Abdul Kamal Nadaf" userId="b2393fd9-b3a9-4805-95f0-0090139a0c14" providerId="ADAL" clId="{5582AB44-D407-4F1D-8617-6093DE0A40DA}" dt="2026-08-27T14:32:40.634" v="2296" actId="478"/>
          <ac:grpSpMkLst>
            <pc:docMk/>
            <pc:sldMk cId="3514214206" sldId="269"/>
            <ac:grpSpMk id="25" creationId="{4169C0EF-BA02-01F1-5A23-E732CB0EA4A9}"/>
          </ac:grpSpMkLst>
        </pc:grpChg>
        <pc:grpChg chg="mod">
          <ac:chgData name="Abdul Kamal Nadaf" userId="b2393fd9-b3a9-4805-95f0-0090139a0c14" providerId="ADAL" clId="{5582AB44-D407-4F1D-8617-6093DE0A40DA}" dt="2026-08-27T14:32:28.318" v="2284"/>
          <ac:grpSpMkLst>
            <pc:docMk/>
            <pc:sldMk cId="3514214206" sldId="269"/>
            <ac:grpSpMk id="26" creationId="{77E395F3-3608-2F63-86DC-F950083770B4}"/>
          </ac:grpSpMkLst>
        </pc:grpChg>
        <pc:grpChg chg="add del mod">
          <ac:chgData name="Abdul Kamal Nadaf" userId="b2393fd9-b3a9-4805-95f0-0090139a0c14" providerId="ADAL" clId="{5582AB44-D407-4F1D-8617-6093DE0A40DA}" dt="2026-08-27T14:32:35.835" v="2293" actId="478"/>
          <ac:grpSpMkLst>
            <pc:docMk/>
            <pc:sldMk cId="3514214206" sldId="269"/>
            <ac:grpSpMk id="30" creationId="{573C3509-4E25-4197-026A-4F70C68C28AF}"/>
          </ac:grpSpMkLst>
        </pc:grpChg>
        <pc:grpChg chg="mod">
          <ac:chgData name="Abdul Kamal Nadaf" userId="b2393fd9-b3a9-4805-95f0-0090139a0c14" providerId="ADAL" clId="{5582AB44-D407-4F1D-8617-6093DE0A40DA}" dt="2026-08-27T14:32:29.850" v="2286"/>
          <ac:grpSpMkLst>
            <pc:docMk/>
            <pc:sldMk cId="3514214206" sldId="269"/>
            <ac:grpSpMk id="31" creationId="{4FA6636D-D784-4140-DCDD-90F23A10D2B2}"/>
          </ac:grpSpMkLst>
        </pc:grpChg>
        <pc:grpChg chg="add del mod">
          <ac:chgData name="Abdul Kamal Nadaf" userId="b2393fd9-b3a9-4805-95f0-0090139a0c14" providerId="ADAL" clId="{5582AB44-D407-4F1D-8617-6093DE0A40DA}" dt="2026-08-27T14:32:41.304" v="2297" actId="478"/>
          <ac:grpSpMkLst>
            <pc:docMk/>
            <pc:sldMk cId="3514214206" sldId="269"/>
            <ac:grpSpMk id="36" creationId="{8C396992-2532-5388-1B00-143B42B97029}"/>
          </ac:grpSpMkLst>
        </pc:grpChg>
        <pc:grpChg chg="mod">
          <ac:chgData name="Abdul Kamal Nadaf" userId="b2393fd9-b3a9-4805-95f0-0090139a0c14" providerId="ADAL" clId="{5582AB44-D407-4F1D-8617-6093DE0A40DA}" dt="2026-08-27T14:32:31.368" v="2288"/>
          <ac:grpSpMkLst>
            <pc:docMk/>
            <pc:sldMk cId="3514214206" sldId="269"/>
            <ac:grpSpMk id="37" creationId="{D74428D1-9577-3081-0729-8E3B23A84629}"/>
          </ac:grpSpMkLst>
        </pc:grpChg>
        <pc:grpChg chg="add mod">
          <ac:chgData name="Abdul Kamal Nadaf" userId="b2393fd9-b3a9-4805-95f0-0090139a0c14" providerId="ADAL" clId="{5582AB44-D407-4F1D-8617-6093DE0A40DA}" dt="2026-08-27T14:32:32.976" v="2290"/>
          <ac:grpSpMkLst>
            <pc:docMk/>
            <pc:sldMk cId="3514214206" sldId="269"/>
            <ac:grpSpMk id="41" creationId="{7CFDC1B8-872A-7DC8-7724-A39B91151B0D}"/>
          </ac:grpSpMkLst>
        </pc:grpChg>
        <pc:grpChg chg="mod">
          <ac:chgData name="Abdul Kamal Nadaf" userId="b2393fd9-b3a9-4805-95f0-0090139a0c14" providerId="ADAL" clId="{5582AB44-D407-4F1D-8617-6093DE0A40DA}" dt="2026-08-27T14:32:32.976" v="2290"/>
          <ac:grpSpMkLst>
            <pc:docMk/>
            <pc:sldMk cId="3514214206" sldId="269"/>
            <ac:grpSpMk id="42" creationId="{9A6D8DAE-40CC-10C5-DFA2-81FD516B1CCB}"/>
          </ac:grpSpMkLst>
        </pc:grpChg>
        <pc:grpChg chg="add mod ord">
          <ac:chgData name="Abdul Kamal Nadaf" userId="b2393fd9-b3a9-4805-95f0-0090139a0c14" providerId="ADAL" clId="{5582AB44-D407-4F1D-8617-6093DE0A40DA}" dt="2026-08-27T14:42:54.042" v="2516" actId="14100"/>
          <ac:grpSpMkLst>
            <pc:docMk/>
            <pc:sldMk cId="3514214206" sldId="269"/>
            <ac:grpSpMk id="78" creationId="{05866FB2-47C4-B2C2-1531-F7FCB91594E7}"/>
          </ac:grpSpMkLst>
        </pc:grpChg>
        <pc:grpChg chg="mod">
          <ac:chgData name="Abdul Kamal Nadaf" userId="b2393fd9-b3a9-4805-95f0-0090139a0c14" providerId="ADAL" clId="{5582AB44-D407-4F1D-8617-6093DE0A40DA}" dt="2026-08-27T14:43:29.966" v="2527" actId="1076"/>
          <ac:grpSpMkLst>
            <pc:docMk/>
            <pc:sldMk cId="3514214206" sldId="269"/>
            <ac:grpSpMk id="79" creationId="{C4BD6FF7-AAF0-ECCC-C4BA-819453EFB62B}"/>
          </ac:grpSpMkLst>
        </pc:grpChg>
        <pc:picChg chg="add del">
          <ac:chgData name="Abdul Kamal Nadaf" userId="b2393fd9-b3a9-4805-95f0-0090139a0c14" providerId="ADAL" clId="{5582AB44-D407-4F1D-8617-6093DE0A40DA}" dt="2026-08-27T14:31:41.170" v="2261" actId="22"/>
          <ac:picMkLst>
            <pc:docMk/>
            <pc:sldMk cId="3514214206" sldId="269"/>
            <ac:picMk id="8" creationId="{AEB99DBD-AC3F-F1E0-6989-3BD75A23126F}"/>
          </ac:picMkLst>
        </pc:picChg>
        <pc:picChg chg="mod topLvl">
          <ac:chgData name="Abdul Kamal Nadaf" userId="b2393fd9-b3a9-4805-95f0-0090139a0c14" providerId="ADAL" clId="{5582AB44-D407-4F1D-8617-6093DE0A40DA}" dt="2026-08-27T14:32:23.383" v="2280" actId="164"/>
          <ac:picMkLst>
            <pc:docMk/>
            <pc:sldMk cId="3514214206" sldId="269"/>
            <ac:picMk id="13" creationId="{4ADE65AC-C1E3-BCD9-309B-611637450BF8}"/>
          </ac:picMkLst>
        </pc:picChg>
        <pc:picChg chg="mod">
          <ac:chgData name="Abdul Kamal Nadaf" userId="b2393fd9-b3a9-4805-95f0-0090139a0c14" providerId="ADAL" clId="{5582AB44-D407-4F1D-8617-6093DE0A40DA}" dt="2026-08-27T14:32:26.573" v="2282"/>
          <ac:picMkLst>
            <pc:docMk/>
            <pc:sldMk cId="3514214206" sldId="269"/>
            <ac:picMk id="19" creationId="{31AE8D3A-2312-10CF-DCD5-A1D4EA7B46CB}"/>
          </ac:picMkLst>
        </pc:picChg>
        <pc:picChg chg="mod">
          <ac:chgData name="Abdul Kamal Nadaf" userId="b2393fd9-b3a9-4805-95f0-0090139a0c14" providerId="ADAL" clId="{5582AB44-D407-4F1D-8617-6093DE0A40DA}" dt="2026-08-27T14:32:28.318" v="2284"/>
          <ac:picMkLst>
            <pc:docMk/>
            <pc:sldMk cId="3514214206" sldId="269"/>
            <ac:picMk id="27" creationId="{56DEBF65-1079-27D0-43AE-1C2C414E542C}"/>
          </ac:picMkLst>
        </pc:picChg>
        <pc:picChg chg="mod">
          <ac:chgData name="Abdul Kamal Nadaf" userId="b2393fd9-b3a9-4805-95f0-0090139a0c14" providerId="ADAL" clId="{5582AB44-D407-4F1D-8617-6093DE0A40DA}" dt="2026-08-27T14:32:29.850" v="2286"/>
          <ac:picMkLst>
            <pc:docMk/>
            <pc:sldMk cId="3514214206" sldId="269"/>
            <ac:picMk id="33" creationId="{3C6253E5-C914-80E1-9A6F-26CE8FC8AB12}"/>
          </ac:picMkLst>
        </pc:picChg>
        <pc:picChg chg="mod">
          <ac:chgData name="Abdul Kamal Nadaf" userId="b2393fd9-b3a9-4805-95f0-0090139a0c14" providerId="ADAL" clId="{5582AB44-D407-4F1D-8617-6093DE0A40DA}" dt="2026-08-27T14:32:31.368" v="2288"/>
          <ac:picMkLst>
            <pc:docMk/>
            <pc:sldMk cId="3514214206" sldId="269"/>
            <ac:picMk id="38" creationId="{EF36065D-4FB1-1B6E-E0A4-DCD14854B39E}"/>
          </ac:picMkLst>
        </pc:picChg>
        <pc:picChg chg="mod">
          <ac:chgData name="Abdul Kamal Nadaf" userId="b2393fd9-b3a9-4805-95f0-0090139a0c14" providerId="ADAL" clId="{5582AB44-D407-4F1D-8617-6093DE0A40DA}" dt="2026-08-27T14:32:32.976" v="2290"/>
          <ac:picMkLst>
            <pc:docMk/>
            <pc:sldMk cId="3514214206" sldId="269"/>
            <ac:picMk id="43" creationId="{DC693C5C-6942-67C8-62C6-E42D76A8E7A6}"/>
          </ac:picMkLst>
        </pc:picChg>
        <pc:picChg chg="add mod">
          <ac:chgData name="Abdul Kamal Nadaf" userId="b2393fd9-b3a9-4805-95f0-0090139a0c14" providerId="ADAL" clId="{5582AB44-D407-4F1D-8617-6093DE0A40DA}" dt="2026-08-27T14:50:14.567" v="2630" actId="1076"/>
          <ac:picMkLst>
            <pc:docMk/>
            <pc:sldMk cId="3514214206" sldId="269"/>
            <ac:picMk id="47" creationId="{9B6FFC89-651C-F2A8-68C6-1749F9EE455A}"/>
          </ac:picMkLst>
        </pc:picChg>
        <pc:picChg chg="add mod">
          <ac:chgData name="Abdul Kamal Nadaf" userId="b2393fd9-b3a9-4805-95f0-0090139a0c14" providerId="ADAL" clId="{5582AB44-D407-4F1D-8617-6093DE0A40DA}" dt="2026-08-27T14:52:35.603" v="2639" actId="1076"/>
          <ac:picMkLst>
            <pc:docMk/>
            <pc:sldMk cId="3514214206" sldId="269"/>
            <ac:picMk id="49" creationId="{35C4D569-2A66-7CE7-1843-33B3B9F7DBD6}"/>
          </ac:picMkLst>
        </pc:picChg>
        <pc:picChg chg="add mod">
          <ac:chgData name="Abdul Kamal Nadaf" userId="b2393fd9-b3a9-4805-95f0-0090139a0c14" providerId="ADAL" clId="{5582AB44-D407-4F1D-8617-6093DE0A40DA}" dt="2026-08-27T14:52:40.571" v="2644" actId="1037"/>
          <ac:picMkLst>
            <pc:docMk/>
            <pc:sldMk cId="3514214206" sldId="269"/>
            <ac:picMk id="51" creationId="{A5BEEDCA-C5A7-A437-19ED-3940FE9C02D1}"/>
          </ac:picMkLst>
        </pc:picChg>
        <pc:picChg chg="add mod">
          <ac:chgData name="Abdul Kamal Nadaf" userId="b2393fd9-b3a9-4805-95f0-0090139a0c14" providerId="ADAL" clId="{5582AB44-D407-4F1D-8617-6093DE0A40DA}" dt="2026-08-27T14:52:55.052" v="2650" actId="1037"/>
          <ac:picMkLst>
            <pc:docMk/>
            <pc:sldMk cId="3514214206" sldId="269"/>
            <ac:picMk id="53" creationId="{17546EE3-D250-465A-DF68-9E13EAC7AFE4}"/>
          </ac:picMkLst>
        </pc:picChg>
        <pc:picChg chg="add mod">
          <ac:chgData name="Abdul Kamal Nadaf" userId="b2393fd9-b3a9-4805-95f0-0090139a0c14" providerId="ADAL" clId="{5582AB44-D407-4F1D-8617-6093DE0A40DA}" dt="2026-08-27T14:50:14.567" v="2630" actId="1076"/>
          <ac:picMkLst>
            <pc:docMk/>
            <pc:sldMk cId="3514214206" sldId="269"/>
            <ac:picMk id="55" creationId="{6847ECAA-A622-9FFA-20F0-7542BA27FF23}"/>
          </ac:picMkLst>
        </pc:picChg>
        <pc:picChg chg="add mod">
          <ac:chgData name="Abdul Kamal Nadaf" userId="b2393fd9-b3a9-4805-95f0-0090139a0c14" providerId="ADAL" clId="{5582AB44-D407-4F1D-8617-6093DE0A40DA}" dt="2026-08-27T14:50:14.567" v="2630" actId="1076"/>
          <ac:picMkLst>
            <pc:docMk/>
            <pc:sldMk cId="3514214206" sldId="269"/>
            <ac:picMk id="58" creationId="{0E3661FE-6C64-E941-241E-D5D6367D3446}"/>
          </ac:picMkLst>
        </pc:picChg>
        <pc:cxnChg chg="add del mod">
          <ac:chgData name="Abdul Kamal Nadaf" userId="b2393fd9-b3a9-4805-95f0-0090139a0c14" providerId="ADAL" clId="{5582AB44-D407-4F1D-8617-6093DE0A40DA}" dt="2026-08-27T14:50:06.995" v="2629" actId="478"/>
          <ac:cxnSpMkLst>
            <pc:docMk/>
            <pc:sldMk cId="3514214206" sldId="269"/>
            <ac:cxnSpMk id="82" creationId="{D68D5FBB-A429-DCFE-BA8A-50AA8C19574F}"/>
          </ac:cxnSpMkLst>
        </pc:cxnChg>
        <pc:cxnChg chg="add del mod">
          <ac:chgData name="Abdul Kamal Nadaf" userId="b2393fd9-b3a9-4805-95f0-0090139a0c14" providerId="ADAL" clId="{5582AB44-D407-4F1D-8617-6093DE0A40DA}" dt="2026-08-27T15:03:39.877" v="2658" actId="478"/>
          <ac:cxnSpMkLst>
            <pc:docMk/>
            <pc:sldMk cId="3514214206" sldId="269"/>
            <ac:cxnSpMk id="85" creationId="{FAB2BF8B-B5E2-9CC4-0BD5-E72CF166A38F}"/>
          </ac:cxnSpMkLst>
        </pc:cxnChg>
        <pc:cxnChg chg="add del mod">
          <ac:chgData name="Abdul Kamal Nadaf" userId="b2393fd9-b3a9-4805-95f0-0090139a0c14" providerId="ADAL" clId="{5582AB44-D407-4F1D-8617-6093DE0A40DA}" dt="2026-08-27T15:03:38.940" v="2657" actId="478"/>
          <ac:cxnSpMkLst>
            <pc:docMk/>
            <pc:sldMk cId="3514214206" sldId="269"/>
            <ac:cxnSpMk id="86" creationId="{0778E0FD-8152-E17F-C67F-FE54620EAED3}"/>
          </ac:cxnSpMkLst>
        </pc:cxnChg>
      </pc:sldChg>
      <pc:sldChg chg="modSp mod">
        <pc:chgData name="Abdul Kamal Nadaf" userId="b2393fd9-b3a9-4805-95f0-0090139a0c14" providerId="ADAL" clId="{5582AB44-D407-4F1D-8617-6093DE0A40DA}" dt="2026-08-27T14:30:00.526" v="2228" actId="1076"/>
        <pc:sldMkLst>
          <pc:docMk/>
          <pc:sldMk cId="0" sldId="308"/>
        </pc:sldMkLst>
        <pc:spChg chg="mod">
          <ac:chgData name="Abdul Kamal Nadaf" userId="b2393fd9-b3a9-4805-95f0-0090139a0c14" providerId="ADAL" clId="{5582AB44-D407-4F1D-8617-6093DE0A40DA}" dt="2026-08-27T14:29:51.853" v="2224" actId="1076"/>
          <ac:spMkLst>
            <pc:docMk/>
            <pc:sldMk cId="0" sldId="308"/>
            <ac:spMk id="3" creationId="{DED9BDA3-907D-FBA2-C6D3-0B90E710181A}"/>
          </ac:spMkLst>
        </pc:spChg>
        <pc:spChg chg="mod">
          <ac:chgData name="Abdul Kamal Nadaf" userId="b2393fd9-b3a9-4805-95f0-0090139a0c14" providerId="ADAL" clId="{5582AB44-D407-4F1D-8617-6093DE0A40DA}" dt="2026-08-27T14:30:00.526" v="2228" actId="1076"/>
          <ac:spMkLst>
            <pc:docMk/>
            <pc:sldMk cId="0" sldId="308"/>
            <ac:spMk id="8" creationId="{134BAFF1-A3ED-520B-BBB6-A071C9BEB8EF}"/>
          </ac:spMkLst>
        </pc:spChg>
        <pc:spChg chg="mod">
          <ac:chgData name="Abdul Kamal Nadaf" userId="b2393fd9-b3a9-4805-95f0-0090139a0c14" providerId="ADAL" clId="{5582AB44-D407-4F1D-8617-6093DE0A40DA}" dt="2026-08-27T14:29:57.259" v="2227" actId="1076"/>
          <ac:spMkLst>
            <pc:docMk/>
            <pc:sldMk cId="0" sldId="308"/>
            <ac:spMk id="9" creationId="{CD9E1B00-60EA-6111-B3F6-7607B401F201}"/>
          </ac:spMkLst>
        </pc:spChg>
        <pc:picChg chg="mod">
          <ac:chgData name="Abdul Kamal Nadaf" userId="b2393fd9-b3a9-4805-95f0-0090139a0c14" providerId="ADAL" clId="{5582AB44-D407-4F1D-8617-6093DE0A40DA}" dt="2026-08-27T14:29:51.853" v="2224" actId="1076"/>
          <ac:picMkLst>
            <pc:docMk/>
            <pc:sldMk cId="0" sldId="308"/>
            <ac:picMk id="2" creationId="{873D5DBB-9319-5E09-B6F6-17EF0F015B0E}"/>
          </ac:picMkLst>
        </pc:picChg>
        <pc:picChg chg="mod">
          <ac:chgData name="Abdul Kamal Nadaf" userId="b2393fd9-b3a9-4805-95f0-0090139a0c14" providerId="ADAL" clId="{5582AB44-D407-4F1D-8617-6093DE0A40DA}" dt="2026-08-27T14:29:54.566" v="2225" actId="1076"/>
          <ac:picMkLst>
            <pc:docMk/>
            <pc:sldMk cId="0" sldId="308"/>
            <ac:picMk id="5" creationId="{A7CAC1C2-56E6-0685-B62E-1C65D0F8260D}"/>
          </ac:picMkLst>
        </pc:picChg>
        <pc:cxnChg chg="mod">
          <ac:chgData name="Abdul Kamal Nadaf" userId="b2393fd9-b3a9-4805-95f0-0090139a0c14" providerId="ADAL" clId="{5582AB44-D407-4F1D-8617-6093DE0A40DA}" dt="2026-08-27T14:29:51.853" v="2224" actId="1076"/>
          <ac:cxnSpMkLst>
            <pc:docMk/>
            <pc:sldMk cId="0" sldId="308"/>
            <ac:cxnSpMk id="4" creationId="{1E28D620-81B3-EFEB-83AF-22A0C81EF824}"/>
          </ac:cxnSpMkLst>
        </pc:cxnChg>
      </pc:sldChg>
      <pc:sldChg chg="addSp delSp modSp mod">
        <pc:chgData name="Abdul Kamal Nadaf" userId="b2393fd9-b3a9-4805-95f0-0090139a0c14" providerId="ADAL" clId="{5582AB44-D407-4F1D-8617-6093DE0A40DA}" dt="2026-08-27T16:04:26.263" v="3414" actId="12788"/>
        <pc:sldMkLst>
          <pc:docMk/>
          <pc:sldMk cId="378159588" sldId="330"/>
        </pc:sldMkLst>
        <pc:spChg chg="add mod">
          <ac:chgData name="Abdul Kamal Nadaf" userId="b2393fd9-b3a9-4805-95f0-0090139a0c14" providerId="ADAL" clId="{5582AB44-D407-4F1D-8617-6093DE0A40DA}" dt="2026-08-27T16:04:26.263" v="3414" actId="12788"/>
          <ac:spMkLst>
            <pc:docMk/>
            <pc:sldMk cId="378159588" sldId="330"/>
            <ac:spMk id="3" creationId="{A26FCA1A-1CD0-52A9-4D16-74424A7D2B0C}"/>
          </ac:spMkLst>
        </pc:spChg>
        <pc:spChg chg="del mod topLvl">
          <ac:chgData name="Abdul Kamal Nadaf" userId="b2393fd9-b3a9-4805-95f0-0090139a0c14" providerId="ADAL" clId="{5582AB44-D407-4F1D-8617-6093DE0A40DA}" dt="2026-08-27T16:04:11.459" v="3411" actId="478"/>
          <ac:spMkLst>
            <pc:docMk/>
            <pc:sldMk cId="378159588" sldId="330"/>
            <ac:spMk id="6" creationId="{3168FA2E-2E45-83B1-7762-5CC50CA7BD25}"/>
          </ac:spMkLst>
        </pc:spChg>
        <pc:spChg chg="del mod topLvl">
          <ac:chgData name="Abdul Kamal Nadaf" userId="b2393fd9-b3a9-4805-95f0-0090139a0c14" providerId="ADAL" clId="{5582AB44-D407-4F1D-8617-6093DE0A40DA}" dt="2026-08-27T15:41:36.736" v="2884" actId="478"/>
          <ac:spMkLst>
            <pc:docMk/>
            <pc:sldMk cId="378159588" sldId="330"/>
            <ac:spMk id="12" creationId="{552EA193-8078-FC4F-E112-998D68D48475}"/>
          </ac:spMkLst>
        </pc:spChg>
        <pc:spChg chg="del topLvl">
          <ac:chgData name="Abdul Kamal Nadaf" userId="b2393fd9-b3a9-4805-95f0-0090139a0c14" providerId="ADAL" clId="{5582AB44-D407-4F1D-8617-6093DE0A40DA}" dt="2026-08-27T16:04:14.643" v="3412" actId="478"/>
          <ac:spMkLst>
            <pc:docMk/>
            <pc:sldMk cId="378159588" sldId="330"/>
            <ac:spMk id="15" creationId="{72B67AA8-28B3-2002-192F-81D7F006FE9F}"/>
          </ac:spMkLst>
        </pc:spChg>
        <pc:spChg chg="mod">
          <ac:chgData name="Abdul Kamal Nadaf" userId="b2393fd9-b3a9-4805-95f0-0090139a0c14" providerId="ADAL" clId="{5582AB44-D407-4F1D-8617-6093DE0A40DA}" dt="2026-08-27T15:38:35.564" v="2835" actId="1076"/>
          <ac:spMkLst>
            <pc:docMk/>
            <pc:sldMk cId="378159588" sldId="330"/>
            <ac:spMk id="54" creationId="{42DB0C58-DD2B-5DC4-0185-9AC7BAC7A842}"/>
          </ac:spMkLst>
        </pc:spChg>
        <pc:spChg chg="mod topLvl">
          <ac:chgData name="Abdul Kamal Nadaf" userId="b2393fd9-b3a9-4805-95f0-0090139a0c14" providerId="ADAL" clId="{5582AB44-D407-4F1D-8617-6093DE0A40DA}" dt="2026-08-27T15:40:02.918" v="2860" actId="165"/>
          <ac:spMkLst>
            <pc:docMk/>
            <pc:sldMk cId="378159588" sldId="330"/>
            <ac:spMk id="108" creationId="{82186619-FCDC-84C1-E6BB-26771E741861}"/>
          </ac:spMkLst>
        </pc:spChg>
        <pc:spChg chg="mod">
          <ac:chgData name="Abdul Kamal Nadaf" userId="b2393fd9-b3a9-4805-95f0-0090139a0c14" providerId="ADAL" clId="{5582AB44-D407-4F1D-8617-6093DE0A40DA}" dt="2026-08-27T15:39:40.999" v="2856" actId="1076"/>
          <ac:spMkLst>
            <pc:docMk/>
            <pc:sldMk cId="378159588" sldId="330"/>
            <ac:spMk id="109" creationId="{1FD112AC-3B1D-6EB8-F303-234AEB3251A3}"/>
          </ac:spMkLst>
        </pc:spChg>
        <pc:spChg chg="mod topLvl">
          <ac:chgData name="Abdul Kamal Nadaf" userId="b2393fd9-b3a9-4805-95f0-0090139a0c14" providerId="ADAL" clId="{5582AB44-D407-4F1D-8617-6093DE0A40DA}" dt="2026-08-27T15:40:02.918" v="2860" actId="165"/>
          <ac:spMkLst>
            <pc:docMk/>
            <pc:sldMk cId="378159588" sldId="330"/>
            <ac:spMk id="114" creationId="{76AB3E54-8E02-9F07-F28D-7623CC3539AC}"/>
          </ac:spMkLst>
        </pc:spChg>
        <pc:spChg chg="mod topLvl">
          <ac:chgData name="Abdul Kamal Nadaf" userId="b2393fd9-b3a9-4805-95f0-0090139a0c14" providerId="ADAL" clId="{5582AB44-D407-4F1D-8617-6093DE0A40DA}" dt="2026-08-27T15:40:02.918" v="2860" actId="165"/>
          <ac:spMkLst>
            <pc:docMk/>
            <pc:sldMk cId="378159588" sldId="330"/>
            <ac:spMk id="115" creationId="{69E0803E-BA3F-DE19-A064-36F6D847EFC9}"/>
          </ac:spMkLst>
        </pc:spChg>
        <pc:spChg chg="mod">
          <ac:chgData name="Abdul Kamal Nadaf" userId="b2393fd9-b3a9-4805-95f0-0090139a0c14" providerId="ADAL" clId="{5582AB44-D407-4F1D-8617-6093DE0A40DA}" dt="2026-08-27T15:39:51.103" v="2858" actId="14100"/>
          <ac:spMkLst>
            <pc:docMk/>
            <pc:sldMk cId="378159588" sldId="330"/>
            <ac:spMk id="116" creationId="{B385396A-DA21-0B5A-BA70-C55411334605}"/>
          </ac:spMkLst>
        </pc:spChg>
        <pc:spChg chg="mod">
          <ac:chgData name="Abdul Kamal Nadaf" userId="b2393fd9-b3a9-4805-95f0-0090139a0c14" providerId="ADAL" clId="{5582AB44-D407-4F1D-8617-6093DE0A40DA}" dt="2026-08-27T15:39:47.503" v="2857" actId="14100"/>
          <ac:spMkLst>
            <pc:docMk/>
            <pc:sldMk cId="378159588" sldId="330"/>
            <ac:spMk id="117" creationId="{BB4C8B17-0653-7C04-B343-D2FBAE987B67}"/>
          </ac:spMkLst>
        </pc:spChg>
        <pc:spChg chg="mod topLvl">
          <ac:chgData name="Abdul Kamal Nadaf" userId="b2393fd9-b3a9-4805-95f0-0090139a0c14" providerId="ADAL" clId="{5582AB44-D407-4F1D-8617-6093DE0A40DA}" dt="2026-08-27T15:40:08.944" v="2862" actId="1076"/>
          <ac:spMkLst>
            <pc:docMk/>
            <pc:sldMk cId="378159588" sldId="330"/>
            <ac:spMk id="118" creationId="{286B33AD-0670-D540-4034-6150F938C633}"/>
          </ac:spMkLst>
        </pc:spChg>
        <pc:spChg chg="mod topLvl">
          <ac:chgData name="Abdul Kamal Nadaf" userId="b2393fd9-b3a9-4805-95f0-0090139a0c14" providerId="ADAL" clId="{5582AB44-D407-4F1D-8617-6093DE0A40DA}" dt="2026-08-27T15:40:08.944" v="2862" actId="1076"/>
          <ac:spMkLst>
            <pc:docMk/>
            <pc:sldMk cId="378159588" sldId="330"/>
            <ac:spMk id="119" creationId="{083755E2-362E-2693-2945-2BA6B3114D0C}"/>
          </ac:spMkLst>
        </pc:spChg>
        <pc:spChg chg="mod topLvl">
          <ac:chgData name="Abdul Kamal Nadaf" userId="b2393fd9-b3a9-4805-95f0-0090139a0c14" providerId="ADAL" clId="{5582AB44-D407-4F1D-8617-6093DE0A40DA}" dt="2026-08-27T15:40:08.944" v="2862" actId="1076"/>
          <ac:spMkLst>
            <pc:docMk/>
            <pc:sldMk cId="378159588" sldId="330"/>
            <ac:spMk id="120" creationId="{54AD5675-992A-2942-A76B-7A08712EBADE}"/>
          </ac:spMkLst>
        </pc:spChg>
        <pc:spChg chg="mod topLvl">
          <ac:chgData name="Abdul Kamal Nadaf" userId="b2393fd9-b3a9-4805-95f0-0090139a0c14" providerId="ADAL" clId="{5582AB44-D407-4F1D-8617-6093DE0A40DA}" dt="2026-08-27T15:40:08.944" v="2862" actId="1076"/>
          <ac:spMkLst>
            <pc:docMk/>
            <pc:sldMk cId="378159588" sldId="330"/>
            <ac:spMk id="121" creationId="{6C719BFA-0BA6-9081-48F0-EBF47CE8D3C6}"/>
          </ac:spMkLst>
        </pc:spChg>
        <pc:spChg chg="mod topLvl">
          <ac:chgData name="Abdul Kamal Nadaf" userId="b2393fd9-b3a9-4805-95f0-0090139a0c14" providerId="ADAL" clId="{5582AB44-D407-4F1D-8617-6093DE0A40DA}" dt="2026-08-27T15:40:08.944" v="2862" actId="1076"/>
          <ac:spMkLst>
            <pc:docMk/>
            <pc:sldMk cId="378159588" sldId="330"/>
            <ac:spMk id="122" creationId="{EC04ECC7-D566-2EFA-BF7B-E5DF0DD991F7}"/>
          </ac:spMkLst>
        </pc:spChg>
        <pc:spChg chg="mod">
          <ac:chgData name="Abdul Kamal Nadaf" userId="b2393fd9-b3a9-4805-95f0-0090139a0c14" providerId="ADAL" clId="{5582AB44-D407-4F1D-8617-6093DE0A40DA}" dt="2026-08-27T15:38:37.388" v="2836" actId="14100"/>
          <ac:spMkLst>
            <pc:docMk/>
            <pc:sldMk cId="378159588" sldId="330"/>
            <ac:spMk id="139" creationId="{3B6E2038-8BE5-1240-44EA-4BFDDE8333D0}"/>
          </ac:spMkLst>
        </pc:spChg>
        <pc:spChg chg="mod topLvl">
          <ac:chgData name="Abdul Kamal Nadaf" userId="b2393fd9-b3a9-4805-95f0-0090139a0c14" providerId="ADAL" clId="{5582AB44-D407-4F1D-8617-6093DE0A40DA}" dt="2026-08-27T15:42:16.675" v="2894" actId="12788"/>
          <ac:spMkLst>
            <pc:docMk/>
            <pc:sldMk cId="378159588" sldId="330"/>
            <ac:spMk id="143" creationId="{463500D8-6555-7E04-F0FE-B710A5E14548}"/>
          </ac:spMkLst>
        </pc:spChg>
        <pc:spChg chg="mod">
          <ac:chgData name="Abdul Kamal Nadaf" userId="b2393fd9-b3a9-4805-95f0-0090139a0c14" providerId="ADAL" clId="{5582AB44-D407-4F1D-8617-6093DE0A40DA}" dt="2026-08-27T15:38:53.708" v="2842" actId="14100"/>
          <ac:spMkLst>
            <pc:docMk/>
            <pc:sldMk cId="378159588" sldId="330"/>
            <ac:spMk id="145" creationId="{4105F26B-B2A0-0FB7-E38C-D63314AD76E4}"/>
          </ac:spMkLst>
        </pc:spChg>
        <pc:spChg chg="del mod">
          <ac:chgData name="Abdul Kamal Nadaf" userId="b2393fd9-b3a9-4805-95f0-0090139a0c14" providerId="ADAL" clId="{5582AB44-D407-4F1D-8617-6093DE0A40DA}" dt="2026-08-27T15:40:23.493" v="2865" actId="478"/>
          <ac:spMkLst>
            <pc:docMk/>
            <pc:sldMk cId="378159588" sldId="330"/>
            <ac:spMk id="146" creationId="{66CE8A27-582D-9D7A-1700-9F9D002EA73B}"/>
          </ac:spMkLst>
        </pc:spChg>
        <pc:spChg chg="mod">
          <ac:chgData name="Abdul Kamal Nadaf" userId="b2393fd9-b3a9-4805-95f0-0090139a0c14" providerId="ADAL" clId="{5582AB44-D407-4F1D-8617-6093DE0A40DA}" dt="2026-08-27T15:41:00.658" v="2875" actId="12788"/>
          <ac:spMkLst>
            <pc:docMk/>
            <pc:sldMk cId="378159588" sldId="330"/>
            <ac:spMk id="150" creationId="{34C8E56E-587B-78AC-37FD-13767680B5C4}"/>
          </ac:spMkLst>
        </pc:spChg>
        <pc:spChg chg="mod">
          <ac:chgData name="Abdul Kamal Nadaf" userId="b2393fd9-b3a9-4805-95f0-0090139a0c14" providerId="ADAL" clId="{5582AB44-D407-4F1D-8617-6093DE0A40DA}" dt="2026-08-27T15:38:59.722" v="2843" actId="408"/>
          <ac:spMkLst>
            <pc:docMk/>
            <pc:sldMk cId="378159588" sldId="330"/>
            <ac:spMk id="152" creationId="{C008524F-1BC7-2A20-E2B5-C88144D1CB5D}"/>
          </ac:spMkLst>
        </pc:spChg>
        <pc:spChg chg="mod">
          <ac:chgData name="Abdul Kamal Nadaf" userId="b2393fd9-b3a9-4805-95f0-0090139a0c14" providerId="ADAL" clId="{5582AB44-D407-4F1D-8617-6093DE0A40DA}" dt="2026-08-27T15:38:59.722" v="2843" actId="408"/>
          <ac:spMkLst>
            <pc:docMk/>
            <pc:sldMk cId="378159588" sldId="330"/>
            <ac:spMk id="153" creationId="{9945BC84-6CD0-4475-F098-944B897703AC}"/>
          </ac:spMkLst>
        </pc:spChg>
        <pc:spChg chg="mod">
          <ac:chgData name="Abdul Kamal Nadaf" userId="b2393fd9-b3a9-4805-95f0-0090139a0c14" providerId="ADAL" clId="{5582AB44-D407-4F1D-8617-6093DE0A40DA}" dt="2026-08-27T15:38:59.722" v="2843" actId="408"/>
          <ac:spMkLst>
            <pc:docMk/>
            <pc:sldMk cId="378159588" sldId="330"/>
            <ac:spMk id="154" creationId="{8DD7A26B-D3DC-27F4-9285-D4C758E0DEBF}"/>
          </ac:spMkLst>
        </pc:spChg>
        <pc:spChg chg="mod">
          <ac:chgData name="Abdul Kamal Nadaf" userId="b2393fd9-b3a9-4805-95f0-0090139a0c14" providerId="ADAL" clId="{5582AB44-D407-4F1D-8617-6093DE0A40DA}" dt="2026-08-27T15:38:59.722" v="2843" actId="408"/>
          <ac:spMkLst>
            <pc:docMk/>
            <pc:sldMk cId="378159588" sldId="330"/>
            <ac:spMk id="155" creationId="{F7986E84-FA5A-8FFB-C1C9-4CCF4ACB779D}"/>
          </ac:spMkLst>
        </pc:spChg>
        <pc:grpChg chg="del mod">
          <ac:chgData name="Abdul Kamal Nadaf" userId="b2393fd9-b3a9-4805-95f0-0090139a0c14" providerId="ADAL" clId="{5582AB44-D407-4F1D-8617-6093DE0A40DA}" dt="2026-08-27T16:04:11.459" v="3411" actId="478"/>
          <ac:grpSpMkLst>
            <pc:docMk/>
            <pc:sldMk cId="378159588" sldId="330"/>
            <ac:grpSpMk id="17" creationId="{ADB0CEF6-67E1-EC9A-16AA-0078D1B535CD}"/>
          </ac:grpSpMkLst>
        </pc:grpChg>
        <pc:grpChg chg="del mod">
          <ac:chgData name="Abdul Kamal Nadaf" userId="b2393fd9-b3a9-4805-95f0-0090139a0c14" providerId="ADAL" clId="{5582AB44-D407-4F1D-8617-6093DE0A40DA}" dt="2026-08-27T15:40:02.918" v="2860" actId="165"/>
          <ac:grpSpMkLst>
            <pc:docMk/>
            <pc:sldMk cId="378159588" sldId="330"/>
            <ac:grpSpMk id="130" creationId="{8CC672AD-D713-FFB9-E660-ADD0E0EFF600}"/>
          </ac:grpSpMkLst>
        </pc:grpChg>
        <pc:grpChg chg="mod">
          <ac:chgData name="Abdul Kamal Nadaf" userId="b2393fd9-b3a9-4805-95f0-0090139a0c14" providerId="ADAL" clId="{5582AB44-D407-4F1D-8617-6093DE0A40DA}" dt="2026-08-27T15:38:44.018" v="2837" actId="1076"/>
          <ac:grpSpMkLst>
            <pc:docMk/>
            <pc:sldMk cId="378159588" sldId="330"/>
            <ac:grpSpMk id="131" creationId="{059FDE54-B458-F9A7-E1FE-37DB79792A28}"/>
          </ac:grpSpMkLst>
        </pc:grpChg>
        <pc:grpChg chg="mod">
          <ac:chgData name="Abdul Kamal Nadaf" userId="b2393fd9-b3a9-4805-95f0-0090139a0c14" providerId="ADAL" clId="{5582AB44-D407-4F1D-8617-6093DE0A40DA}" dt="2026-08-27T15:38:35.564" v="2835" actId="1076"/>
          <ac:grpSpMkLst>
            <pc:docMk/>
            <pc:sldMk cId="378159588" sldId="330"/>
            <ac:grpSpMk id="140" creationId="{3E91C1FC-3B42-412A-AD2C-CB7BE149DE08}"/>
          </ac:grpSpMkLst>
        </pc:grpChg>
        <pc:grpChg chg="del mod">
          <ac:chgData name="Abdul Kamal Nadaf" userId="b2393fd9-b3a9-4805-95f0-0090139a0c14" providerId="ADAL" clId="{5582AB44-D407-4F1D-8617-6093DE0A40DA}" dt="2026-08-27T15:41:35.496" v="2883" actId="165"/>
          <ac:grpSpMkLst>
            <pc:docMk/>
            <pc:sldMk cId="378159588" sldId="330"/>
            <ac:grpSpMk id="148" creationId="{F598E703-75D3-72C0-B509-BDA64FB87196}"/>
          </ac:grpSpMkLst>
        </pc:grpChg>
        <pc:grpChg chg="del">
          <ac:chgData name="Abdul Kamal Nadaf" userId="b2393fd9-b3a9-4805-95f0-0090139a0c14" providerId="ADAL" clId="{5582AB44-D407-4F1D-8617-6093DE0A40DA}" dt="2026-08-27T15:40:23.493" v="2865" actId="478"/>
          <ac:grpSpMkLst>
            <pc:docMk/>
            <pc:sldMk cId="378159588" sldId="330"/>
            <ac:grpSpMk id="151" creationId="{AE9C44EF-B5E3-744D-5DB0-2F0CD7363C2A}"/>
          </ac:grpSpMkLst>
        </pc:grpChg>
        <pc:grpChg chg="mod">
          <ac:chgData name="Abdul Kamal Nadaf" userId="b2393fd9-b3a9-4805-95f0-0090139a0c14" providerId="ADAL" clId="{5582AB44-D407-4F1D-8617-6093DE0A40DA}" dt="2026-08-27T15:41:11.698" v="2879" actId="1076"/>
          <ac:grpSpMkLst>
            <pc:docMk/>
            <pc:sldMk cId="378159588" sldId="330"/>
            <ac:grpSpMk id="157" creationId="{0F90A2A0-599B-8727-89EF-544FCFE678B3}"/>
          </ac:grpSpMkLst>
        </pc:grpChg>
        <pc:cxnChg chg="mod">
          <ac:chgData name="Abdul Kamal Nadaf" userId="b2393fd9-b3a9-4805-95f0-0090139a0c14" providerId="ADAL" clId="{5582AB44-D407-4F1D-8617-6093DE0A40DA}" dt="2026-08-27T15:40:08.944" v="2862" actId="1076"/>
          <ac:cxnSpMkLst>
            <pc:docMk/>
            <pc:sldMk cId="378159588" sldId="330"/>
            <ac:cxnSpMk id="125" creationId="{BEB08F66-B565-838D-8553-745605274D49}"/>
          </ac:cxnSpMkLst>
        </pc:cxnChg>
        <pc:cxnChg chg="mod topLvl">
          <ac:chgData name="Abdul Kamal Nadaf" userId="b2393fd9-b3a9-4805-95f0-0090139a0c14" providerId="ADAL" clId="{5582AB44-D407-4F1D-8617-6093DE0A40DA}" dt="2026-08-27T15:40:08.944" v="2862" actId="1076"/>
          <ac:cxnSpMkLst>
            <pc:docMk/>
            <pc:sldMk cId="378159588" sldId="330"/>
            <ac:cxnSpMk id="126" creationId="{59F90AF0-7633-68B0-E088-DEA909F047A0}"/>
          </ac:cxnSpMkLst>
        </pc:cxnChg>
        <pc:cxnChg chg="mod">
          <ac:chgData name="Abdul Kamal Nadaf" userId="b2393fd9-b3a9-4805-95f0-0090139a0c14" providerId="ADAL" clId="{5582AB44-D407-4F1D-8617-6093DE0A40DA}" dt="2026-08-27T15:40:08.944" v="2862" actId="1076"/>
          <ac:cxnSpMkLst>
            <pc:docMk/>
            <pc:sldMk cId="378159588" sldId="330"/>
            <ac:cxnSpMk id="127" creationId="{A3735EEB-2860-8611-A96E-C2D6E6025767}"/>
          </ac:cxnSpMkLst>
        </pc:cxnChg>
        <pc:cxnChg chg="mod">
          <ac:chgData name="Abdul Kamal Nadaf" userId="b2393fd9-b3a9-4805-95f0-0090139a0c14" providerId="ADAL" clId="{5582AB44-D407-4F1D-8617-6093DE0A40DA}" dt="2026-08-27T15:40:08.944" v="2862" actId="1076"/>
          <ac:cxnSpMkLst>
            <pc:docMk/>
            <pc:sldMk cId="378159588" sldId="330"/>
            <ac:cxnSpMk id="128" creationId="{9BB4FAD5-3E36-9DA6-9041-BA5A0DC627E7}"/>
          </ac:cxnSpMkLst>
        </pc:cxnChg>
      </pc:sldChg>
      <pc:sldChg chg="addSp delSp modSp mod">
        <pc:chgData name="Abdul Kamal Nadaf" userId="b2393fd9-b3a9-4805-95f0-0090139a0c14" providerId="ADAL" clId="{5582AB44-D407-4F1D-8617-6093DE0A40DA}" dt="2026-08-27T16:04:54.333" v="3416" actId="2085"/>
        <pc:sldMkLst>
          <pc:docMk/>
          <pc:sldMk cId="2681872425" sldId="332"/>
        </pc:sldMkLst>
        <pc:spChg chg="del mod">
          <ac:chgData name="Abdul Kamal Nadaf" userId="b2393fd9-b3a9-4805-95f0-0090139a0c14" providerId="ADAL" clId="{5582AB44-D407-4F1D-8617-6093DE0A40DA}" dt="2026-08-27T14:01:47.782" v="1692" actId="478"/>
          <ac:spMkLst>
            <pc:docMk/>
            <pc:sldMk cId="2681872425" sldId="332"/>
            <ac:spMk id="3" creationId="{298D615C-7FDF-D637-66B2-0BD0C5F56538}"/>
          </ac:spMkLst>
        </pc:spChg>
        <pc:spChg chg="mod">
          <ac:chgData name="Abdul Kamal Nadaf" userId="b2393fd9-b3a9-4805-95f0-0090139a0c14" providerId="ADAL" clId="{5582AB44-D407-4F1D-8617-6093DE0A40DA}" dt="2026-08-27T15:38:13.332" v="2830" actId="1035"/>
          <ac:spMkLst>
            <pc:docMk/>
            <pc:sldMk cId="2681872425" sldId="332"/>
            <ac:spMk id="4" creationId="{6D6F91FE-CB0F-8A59-90C1-8C1ADC4F15C0}"/>
          </ac:spMkLst>
        </pc:spChg>
        <pc:spChg chg="mod topLvl">
          <ac:chgData name="Abdul Kamal Nadaf" userId="b2393fd9-b3a9-4805-95f0-0090139a0c14" providerId="ADAL" clId="{5582AB44-D407-4F1D-8617-6093DE0A40DA}" dt="2026-08-27T15:20:37.410" v="2784" actId="242"/>
          <ac:spMkLst>
            <pc:docMk/>
            <pc:sldMk cId="2681872425" sldId="332"/>
            <ac:spMk id="6" creationId="{8E52A532-2D3F-DCC1-11DF-9FFEE3FFBDB7}"/>
          </ac:spMkLst>
        </pc:spChg>
        <pc:spChg chg="add mod">
          <ac:chgData name="Abdul Kamal Nadaf" userId="b2393fd9-b3a9-4805-95f0-0090139a0c14" providerId="ADAL" clId="{5582AB44-D407-4F1D-8617-6093DE0A40DA}" dt="2026-08-27T15:20:03.168" v="2775" actId="1076"/>
          <ac:spMkLst>
            <pc:docMk/>
            <pc:sldMk cId="2681872425" sldId="332"/>
            <ac:spMk id="7" creationId="{F3CF81AF-EDBB-9E49-FA51-364EA87A4D27}"/>
          </ac:spMkLst>
        </pc:spChg>
        <pc:spChg chg="add mod">
          <ac:chgData name="Abdul Kamal Nadaf" userId="b2393fd9-b3a9-4805-95f0-0090139a0c14" providerId="ADAL" clId="{5582AB44-D407-4F1D-8617-6093DE0A40DA}" dt="2026-08-27T16:04:54.333" v="3416" actId="2085"/>
          <ac:spMkLst>
            <pc:docMk/>
            <pc:sldMk cId="2681872425" sldId="332"/>
            <ac:spMk id="10" creationId="{114CF619-6D25-5F21-E7C6-6A6C2CC94EFE}"/>
          </ac:spMkLst>
        </pc:spChg>
        <pc:spChg chg="mod topLvl">
          <ac:chgData name="Abdul Kamal Nadaf" userId="b2393fd9-b3a9-4805-95f0-0090139a0c14" providerId="ADAL" clId="{5582AB44-D407-4F1D-8617-6093DE0A40DA}" dt="2026-08-27T15:20:37.410" v="2784" actId="242"/>
          <ac:spMkLst>
            <pc:docMk/>
            <pc:sldMk cId="2681872425" sldId="332"/>
            <ac:spMk id="11" creationId="{CAD9C4AB-D789-FF7C-ADB0-7B3DAA9B2084}"/>
          </ac:spMkLst>
        </pc:spChg>
        <pc:spChg chg="mod topLvl">
          <ac:chgData name="Abdul Kamal Nadaf" userId="b2393fd9-b3a9-4805-95f0-0090139a0c14" providerId="ADAL" clId="{5582AB44-D407-4F1D-8617-6093DE0A40DA}" dt="2026-08-27T15:20:37.410" v="2784" actId="242"/>
          <ac:spMkLst>
            <pc:docMk/>
            <pc:sldMk cId="2681872425" sldId="332"/>
            <ac:spMk id="13" creationId="{E9268271-17D0-F3D1-4811-ED3673C61F47}"/>
          </ac:spMkLst>
        </pc:spChg>
        <pc:spChg chg="mod topLvl">
          <ac:chgData name="Abdul Kamal Nadaf" userId="b2393fd9-b3a9-4805-95f0-0090139a0c14" providerId="ADAL" clId="{5582AB44-D407-4F1D-8617-6093DE0A40DA}" dt="2026-08-27T15:20:37.410" v="2784" actId="242"/>
          <ac:spMkLst>
            <pc:docMk/>
            <pc:sldMk cId="2681872425" sldId="332"/>
            <ac:spMk id="15" creationId="{34357D96-4131-468C-7188-DF640CFA9CE5}"/>
          </ac:spMkLst>
        </pc:spChg>
        <pc:spChg chg="mod topLvl">
          <ac:chgData name="Abdul Kamal Nadaf" userId="b2393fd9-b3a9-4805-95f0-0090139a0c14" providerId="ADAL" clId="{5582AB44-D407-4F1D-8617-6093DE0A40DA}" dt="2026-08-27T15:20:37.410" v="2784" actId="242"/>
          <ac:spMkLst>
            <pc:docMk/>
            <pc:sldMk cId="2681872425" sldId="332"/>
            <ac:spMk id="17" creationId="{8D1CAC06-419D-4DAC-6C3C-F64AFFF35FF3}"/>
          </ac:spMkLst>
        </pc:spChg>
        <pc:spChg chg="mod">
          <ac:chgData name="Abdul Kamal Nadaf" userId="b2393fd9-b3a9-4805-95f0-0090139a0c14" providerId="ADAL" clId="{5582AB44-D407-4F1D-8617-6093DE0A40DA}" dt="2026-08-27T15:38:11.777" v="2828" actId="1035"/>
          <ac:spMkLst>
            <pc:docMk/>
            <pc:sldMk cId="2681872425" sldId="332"/>
            <ac:spMk id="20" creationId="{D2BB358C-A984-674B-D3BD-7798746CECAB}"/>
          </ac:spMkLst>
        </pc:spChg>
        <pc:spChg chg="del mod">
          <ac:chgData name="Abdul Kamal Nadaf" userId="b2393fd9-b3a9-4805-95f0-0090139a0c14" providerId="ADAL" clId="{5582AB44-D407-4F1D-8617-6093DE0A40DA}" dt="2026-08-27T15:18:53.730" v="2751" actId="478"/>
          <ac:spMkLst>
            <pc:docMk/>
            <pc:sldMk cId="2681872425" sldId="332"/>
            <ac:spMk id="21" creationId="{C8CC7434-5659-B97B-7D29-D31EB4A1B6DC}"/>
          </ac:spMkLst>
        </pc:spChg>
        <pc:spChg chg="mod">
          <ac:chgData name="Abdul Kamal Nadaf" userId="b2393fd9-b3a9-4805-95f0-0090139a0c14" providerId="ADAL" clId="{5582AB44-D407-4F1D-8617-6093DE0A40DA}" dt="2026-08-27T15:38:10.466" v="2826" actId="1035"/>
          <ac:spMkLst>
            <pc:docMk/>
            <pc:sldMk cId="2681872425" sldId="332"/>
            <ac:spMk id="30" creationId="{94821CD0-795F-9DCA-6140-D2EC90320342}"/>
          </ac:spMkLst>
        </pc:spChg>
        <pc:spChg chg="mod">
          <ac:chgData name="Abdul Kamal Nadaf" userId="b2393fd9-b3a9-4805-95f0-0090139a0c14" providerId="ADAL" clId="{5582AB44-D407-4F1D-8617-6093DE0A40DA}" dt="2026-08-27T15:38:23.007" v="2831" actId="1076"/>
          <ac:spMkLst>
            <pc:docMk/>
            <pc:sldMk cId="2681872425" sldId="332"/>
            <ac:spMk id="32" creationId="{BE3ECE65-F9F0-C391-484F-CF36D9299346}"/>
          </ac:spMkLst>
        </pc:spChg>
        <pc:spChg chg="mod">
          <ac:chgData name="Abdul Kamal Nadaf" userId="b2393fd9-b3a9-4805-95f0-0090139a0c14" providerId="ADAL" clId="{5582AB44-D407-4F1D-8617-6093DE0A40DA}" dt="2026-08-27T15:38:09.062" v="2824" actId="1035"/>
          <ac:spMkLst>
            <pc:docMk/>
            <pc:sldMk cId="2681872425" sldId="332"/>
            <ac:spMk id="42" creationId="{59C69692-7089-004D-877A-653AED4F4359}"/>
          </ac:spMkLst>
        </pc:spChg>
        <pc:spChg chg="mod ord topLvl">
          <ac:chgData name="Abdul Kamal Nadaf" userId="b2393fd9-b3a9-4805-95f0-0090139a0c14" providerId="ADAL" clId="{5582AB44-D407-4F1D-8617-6093DE0A40DA}" dt="2026-08-27T16:01:58.941" v="3383" actId="208"/>
          <ac:spMkLst>
            <pc:docMk/>
            <pc:sldMk cId="2681872425" sldId="332"/>
            <ac:spMk id="43" creationId="{B82016A6-1AED-2C2D-1503-69598112E77A}"/>
          </ac:spMkLst>
        </pc:spChg>
        <pc:spChg chg="mod">
          <ac:chgData name="Abdul Kamal Nadaf" userId="b2393fd9-b3a9-4805-95f0-0090139a0c14" providerId="ADAL" clId="{5582AB44-D407-4F1D-8617-6093DE0A40DA}" dt="2026-08-27T15:38:07.290" v="2822" actId="1035"/>
          <ac:spMkLst>
            <pc:docMk/>
            <pc:sldMk cId="2681872425" sldId="332"/>
            <ac:spMk id="48" creationId="{EFB2D3A1-29BD-2AA2-631C-C21359D8FB39}"/>
          </ac:spMkLst>
        </pc:spChg>
        <pc:spChg chg="mod">
          <ac:chgData name="Abdul Kamal Nadaf" userId="b2393fd9-b3a9-4805-95f0-0090139a0c14" providerId="ADAL" clId="{5582AB44-D407-4F1D-8617-6093DE0A40DA}" dt="2026-08-27T15:38:23.007" v="2831" actId="1076"/>
          <ac:spMkLst>
            <pc:docMk/>
            <pc:sldMk cId="2681872425" sldId="332"/>
            <ac:spMk id="56" creationId="{39C00BC4-4B29-2EB1-5E7D-7D33376B8872}"/>
          </ac:spMkLst>
        </pc:spChg>
        <pc:spChg chg="del mod topLvl">
          <ac:chgData name="Abdul Kamal Nadaf" userId="b2393fd9-b3a9-4805-95f0-0090139a0c14" providerId="ADAL" clId="{5582AB44-D407-4F1D-8617-6093DE0A40DA}" dt="2026-08-27T15:21:39.391" v="2797" actId="478"/>
          <ac:spMkLst>
            <pc:docMk/>
            <pc:sldMk cId="2681872425" sldId="332"/>
            <ac:spMk id="67" creationId="{92475DC6-D892-3D42-6927-16CD77330503}"/>
          </ac:spMkLst>
        </pc:spChg>
        <pc:grpChg chg="add del mod">
          <ac:chgData name="Abdul Kamal Nadaf" userId="b2393fd9-b3a9-4805-95f0-0090139a0c14" providerId="ADAL" clId="{5582AB44-D407-4F1D-8617-6093DE0A40DA}" dt="2026-08-27T15:19:58.383" v="2767" actId="165"/>
          <ac:grpSpMkLst>
            <pc:docMk/>
            <pc:sldMk cId="2681872425" sldId="332"/>
            <ac:grpSpMk id="2" creationId="{E0D08840-62D7-9B1C-790F-529E3C13DFB2}"/>
          </ac:grpSpMkLst>
        </pc:grpChg>
        <pc:grpChg chg="mod">
          <ac:chgData name="Abdul Kamal Nadaf" userId="b2393fd9-b3a9-4805-95f0-0090139a0c14" providerId="ADAL" clId="{5582AB44-D407-4F1D-8617-6093DE0A40DA}" dt="2026-08-27T15:38:23.007" v="2831" actId="1076"/>
          <ac:grpSpMkLst>
            <pc:docMk/>
            <pc:sldMk cId="2681872425" sldId="332"/>
            <ac:grpSpMk id="40" creationId="{44C6FC93-7222-7039-769B-13B057108DD7}"/>
          </ac:grpSpMkLst>
        </pc:grpChg>
        <pc:grpChg chg="del mod">
          <ac:chgData name="Abdul Kamal Nadaf" userId="b2393fd9-b3a9-4805-95f0-0090139a0c14" providerId="ADAL" clId="{5582AB44-D407-4F1D-8617-6093DE0A40DA}" dt="2026-08-27T15:21:34.265" v="2792" actId="165"/>
          <ac:grpSpMkLst>
            <pc:docMk/>
            <pc:sldMk cId="2681872425" sldId="332"/>
            <ac:grpSpMk id="47" creationId="{F1DFCCDA-9467-843E-959E-05805CB5D316}"/>
          </ac:grpSpMkLst>
        </pc:grpChg>
        <pc:picChg chg="mod">
          <ac:chgData name="Abdul Kamal Nadaf" userId="b2393fd9-b3a9-4805-95f0-0090139a0c14" providerId="ADAL" clId="{5582AB44-D407-4F1D-8617-6093DE0A40DA}" dt="2026-08-27T15:38:23.007" v="2831" actId="1076"/>
          <ac:picMkLst>
            <pc:docMk/>
            <pc:sldMk cId="2681872425" sldId="332"/>
            <ac:picMk id="54" creationId="{C24699EB-93C7-6783-05D3-441B588CDBC5}"/>
          </ac:picMkLst>
        </pc:picChg>
        <pc:picChg chg="mod">
          <ac:chgData name="Abdul Kamal Nadaf" userId="b2393fd9-b3a9-4805-95f0-0090139a0c14" providerId="ADAL" clId="{5582AB44-D407-4F1D-8617-6093DE0A40DA}" dt="2026-08-27T15:38:23.007" v="2831" actId="1076"/>
          <ac:picMkLst>
            <pc:docMk/>
            <pc:sldMk cId="2681872425" sldId="332"/>
            <ac:picMk id="58" creationId="{944DDC10-DD3B-E9AE-0CC5-3069BE7F9407}"/>
          </ac:picMkLst>
        </pc:picChg>
        <pc:picChg chg="mod">
          <ac:chgData name="Abdul Kamal Nadaf" userId="b2393fd9-b3a9-4805-95f0-0090139a0c14" providerId="ADAL" clId="{5582AB44-D407-4F1D-8617-6093DE0A40DA}" dt="2026-08-27T15:38:23.007" v="2831" actId="1076"/>
          <ac:picMkLst>
            <pc:docMk/>
            <pc:sldMk cId="2681872425" sldId="332"/>
            <ac:picMk id="60" creationId="{F2E67417-5633-FB8E-4C1E-4CC308E24081}"/>
          </ac:picMkLst>
        </pc:picChg>
        <pc:picChg chg="mod">
          <ac:chgData name="Abdul Kamal Nadaf" userId="b2393fd9-b3a9-4805-95f0-0090139a0c14" providerId="ADAL" clId="{5582AB44-D407-4F1D-8617-6093DE0A40DA}" dt="2026-08-27T15:38:23.007" v="2831" actId="1076"/>
          <ac:picMkLst>
            <pc:docMk/>
            <pc:sldMk cId="2681872425" sldId="332"/>
            <ac:picMk id="62" creationId="{124DC827-9175-4232-6019-B554467F21D8}"/>
          </ac:picMkLst>
        </pc:picChg>
        <pc:picChg chg="mod">
          <ac:chgData name="Abdul Kamal Nadaf" userId="b2393fd9-b3a9-4805-95f0-0090139a0c14" providerId="ADAL" clId="{5582AB44-D407-4F1D-8617-6093DE0A40DA}" dt="2026-08-27T15:38:23.007" v="2831" actId="1076"/>
          <ac:picMkLst>
            <pc:docMk/>
            <pc:sldMk cId="2681872425" sldId="332"/>
            <ac:picMk id="64" creationId="{8CF8CEC8-AF98-BC18-3C10-E3C9A789C8B6}"/>
          </ac:picMkLst>
        </pc:picChg>
        <pc:picChg chg="mod">
          <ac:chgData name="Abdul Kamal Nadaf" userId="b2393fd9-b3a9-4805-95f0-0090139a0c14" providerId="ADAL" clId="{5582AB44-D407-4F1D-8617-6093DE0A40DA}" dt="2026-08-27T15:38:23.007" v="2831" actId="1076"/>
          <ac:picMkLst>
            <pc:docMk/>
            <pc:sldMk cId="2681872425" sldId="332"/>
            <ac:picMk id="66" creationId="{67E4FF49-4C76-15D1-9EB5-9855F70B8AF2}"/>
          </ac:picMkLst>
        </pc:picChg>
      </pc:sldChg>
      <pc:sldChg chg="addSp delSp modSp add mod">
        <pc:chgData name="Abdul Kamal Nadaf" userId="b2393fd9-b3a9-4805-95f0-0090139a0c14" providerId="ADAL" clId="{5582AB44-D407-4F1D-8617-6093DE0A40DA}" dt="2026-08-27T16:08:33.140" v="3455" actId="207"/>
        <pc:sldMkLst>
          <pc:docMk/>
          <pc:sldMk cId="2599688549" sldId="333"/>
        </pc:sldMkLst>
        <pc:spChg chg="add mod">
          <ac:chgData name="Abdul Kamal Nadaf" userId="b2393fd9-b3a9-4805-95f0-0090139a0c14" providerId="ADAL" clId="{5582AB44-D407-4F1D-8617-6093DE0A40DA}" dt="2026-08-26T08:24:52.448" v="1677" actId="1076"/>
          <ac:spMkLst>
            <pc:docMk/>
            <pc:sldMk cId="2599688549" sldId="333"/>
            <ac:spMk id="3" creationId="{60CF24AB-A62A-8D4A-839D-6457E42558A5}"/>
          </ac:spMkLst>
        </pc:spChg>
        <pc:spChg chg="add del mod">
          <ac:chgData name="Abdul Kamal Nadaf" userId="b2393fd9-b3a9-4805-95f0-0090139a0c14" providerId="ADAL" clId="{5582AB44-D407-4F1D-8617-6093DE0A40DA}" dt="2026-08-27T14:02:58.808" v="1708" actId="478"/>
          <ac:spMkLst>
            <pc:docMk/>
            <pc:sldMk cId="2599688549" sldId="333"/>
            <ac:spMk id="5" creationId="{57D8688E-47A0-4ECE-4911-0FEC960B1342}"/>
          </ac:spMkLst>
        </pc:spChg>
        <pc:spChg chg="add mod">
          <ac:chgData name="Abdul Kamal Nadaf" userId="b2393fd9-b3a9-4805-95f0-0090139a0c14" providerId="ADAL" clId="{5582AB44-D407-4F1D-8617-6093DE0A40DA}" dt="2026-08-27T14:02:56.748" v="1707"/>
          <ac:spMkLst>
            <pc:docMk/>
            <pc:sldMk cId="2599688549" sldId="333"/>
            <ac:spMk id="6" creationId="{3D04E8DF-9379-8AC7-6AD2-C392EC80E95F}"/>
          </ac:spMkLst>
        </pc:spChg>
        <pc:spChg chg="add mod">
          <ac:chgData name="Abdul Kamal Nadaf" userId="b2393fd9-b3a9-4805-95f0-0090139a0c14" providerId="ADAL" clId="{5582AB44-D407-4F1D-8617-6093DE0A40DA}" dt="2026-08-27T16:03:20.453" v="3397" actId="12788"/>
          <ac:spMkLst>
            <pc:docMk/>
            <pc:sldMk cId="2599688549" sldId="333"/>
            <ac:spMk id="8" creationId="{7919D2EE-833F-F31B-A9B5-13F5210E3A45}"/>
          </ac:spMkLst>
        </pc:spChg>
        <pc:spChg chg="add mod topLvl">
          <ac:chgData name="Abdul Kamal Nadaf" userId="b2393fd9-b3a9-4805-95f0-0090139a0c14" providerId="ADAL" clId="{5582AB44-D407-4F1D-8617-6093DE0A40DA}" dt="2026-08-26T06:42:55.423" v="1363" actId="554"/>
          <ac:spMkLst>
            <pc:docMk/>
            <pc:sldMk cId="2599688549" sldId="333"/>
            <ac:spMk id="9" creationId="{53425FED-3316-808E-9CCA-0D7A53F4A2CC}"/>
          </ac:spMkLst>
        </pc:spChg>
        <pc:spChg chg="add mod topLvl">
          <ac:chgData name="Abdul Kamal Nadaf" userId="b2393fd9-b3a9-4805-95f0-0090139a0c14" providerId="ADAL" clId="{5582AB44-D407-4F1D-8617-6093DE0A40DA}" dt="2026-08-26T06:39:10.631" v="1321" actId="165"/>
          <ac:spMkLst>
            <pc:docMk/>
            <pc:sldMk cId="2599688549" sldId="333"/>
            <ac:spMk id="10" creationId="{89D94B97-051B-8937-63C9-5E4734022E10}"/>
          </ac:spMkLst>
        </pc:spChg>
        <pc:spChg chg="add mod topLvl">
          <ac:chgData name="Abdul Kamal Nadaf" userId="b2393fd9-b3a9-4805-95f0-0090139a0c14" providerId="ADAL" clId="{5582AB44-D407-4F1D-8617-6093DE0A40DA}" dt="2026-08-26T08:18:58.154" v="1639" actId="552"/>
          <ac:spMkLst>
            <pc:docMk/>
            <pc:sldMk cId="2599688549" sldId="333"/>
            <ac:spMk id="12" creationId="{582B6FA1-9F23-2116-5272-1AE5F98C482D}"/>
          </ac:spMkLst>
        </pc:spChg>
        <pc:spChg chg="add mod topLvl">
          <ac:chgData name="Abdul Kamal Nadaf" userId="b2393fd9-b3a9-4805-95f0-0090139a0c14" providerId="ADAL" clId="{5582AB44-D407-4F1D-8617-6093DE0A40DA}" dt="2026-08-26T08:14:45.033" v="1614" actId="1076"/>
          <ac:spMkLst>
            <pc:docMk/>
            <pc:sldMk cId="2599688549" sldId="333"/>
            <ac:spMk id="14" creationId="{4CF8A580-54BB-0FD2-A0D1-67AC261E267F}"/>
          </ac:spMkLst>
        </pc:spChg>
        <pc:spChg chg="add mod">
          <ac:chgData name="Abdul Kamal Nadaf" userId="b2393fd9-b3a9-4805-95f0-0090139a0c14" providerId="ADAL" clId="{5582AB44-D407-4F1D-8617-6093DE0A40DA}" dt="2026-08-26T08:24:52.448" v="1677" actId="1076"/>
          <ac:spMkLst>
            <pc:docMk/>
            <pc:sldMk cId="2599688549" sldId="333"/>
            <ac:spMk id="16" creationId="{7770B4D5-7558-68CB-26B3-6961A6C159BE}"/>
          </ac:spMkLst>
        </pc:spChg>
        <pc:spChg chg="add mod">
          <ac:chgData name="Abdul Kamal Nadaf" userId="b2393fd9-b3a9-4805-95f0-0090139a0c14" providerId="ADAL" clId="{5582AB44-D407-4F1D-8617-6093DE0A40DA}" dt="2026-08-26T08:24:52.448" v="1677" actId="1076"/>
          <ac:spMkLst>
            <pc:docMk/>
            <pc:sldMk cId="2599688549" sldId="333"/>
            <ac:spMk id="20" creationId="{D16F20B2-E852-2E5A-BFE9-B0DE0939BE2A}"/>
          </ac:spMkLst>
        </pc:spChg>
        <pc:spChg chg="add mod topLvl">
          <ac:chgData name="Abdul Kamal Nadaf" userId="b2393fd9-b3a9-4805-95f0-0090139a0c14" providerId="ADAL" clId="{5582AB44-D407-4F1D-8617-6093DE0A40DA}" dt="2026-08-26T08:24:00.160" v="1673" actId="1037"/>
          <ac:spMkLst>
            <pc:docMk/>
            <pc:sldMk cId="2599688549" sldId="333"/>
            <ac:spMk id="26" creationId="{1AC0F180-1195-7AEA-D252-EB0647208F2D}"/>
          </ac:spMkLst>
        </pc:spChg>
        <pc:spChg chg="add mod topLvl">
          <ac:chgData name="Abdul Kamal Nadaf" userId="b2393fd9-b3a9-4805-95f0-0090139a0c14" providerId="ADAL" clId="{5582AB44-D407-4F1D-8617-6093DE0A40DA}" dt="2026-08-26T08:22:20.285" v="1665" actId="255"/>
          <ac:spMkLst>
            <pc:docMk/>
            <pc:sldMk cId="2599688549" sldId="333"/>
            <ac:spMk id="28" creationId="{5D7BA22F-7816-2538-37EC-9AA61C8E9D63}"/>
          </ac:spMkLst>
        </pc:spChg>
        <pc:spChg chg="add mod topLvl">
          <ac:chgData name="Abdul Kamal Nadaf" userId="b2393fd9-b3a9-4805-95f0-0090139a0c14" providerId="ADAL" clId="{5582AB44-D407-4F1D-8617-6093DE0A40DA}" dt="2026-08-26T08:08:46.408" v="1576" actId="1582"/>
          <ac:spMkLst>
            <pc:docMk/>
            <pc:sldMk cId="2599688549" sldId="333"/>
            <ac:spMk id="30" creationId="{75ACEE78-79A4-60CD-6424-3EEF3A84B60E}"/>
          </ac:spMkLst>
        </pc:spChg>
        <pc:spChg chg="add mod topLvl">
          <ac:chgData name="Abdul Kamal Nadaf" userId="b2393fd9-b3a9-4805-95f0-0090139a0c14" providerId="ADAL" clId="{5582AB44-D407-4F1D-8617-6093DE0A40DA}" dt="2026-08-26T08:08:46.408" v="1576" actId="1582"/>
          <ac:spMkLst>
            <pc:docMk/>
            <pc:sldMk cId="2599688549" sldId="333"/>
            <ac:spMk id="32" creationId="{B358E0BB-9578-A2FE-5DBE-FF174C13F417}"/>
          </ac:spMkLst>
        </pc:spChg>
        <pc:spChg chg="add mod topLvl">
          <ac:chgData name="Abdul Kamal Nadaf" userId="b2393fd9-b3a9-4805-95f0-0090139a0c14" providerId="ADAL" clId="{5582AB44-D407-4F1D-8617-6093DE0A40DA}" dt="2026-08-26T08:08:46.408" v="1576" actId="1582"/>
          <ac:spMkLst>
            <pc:docMk/>
            <pc:sldMk cId="2599688549" sldId="333"/>
            <ac:spMk id="34" creationId="{EACC8A81-417C-D0D8-49A6-747C1C64403A}"/>
          </ac:spMkLst>
        </pc:spChg>
        <pc:spChg chg="add mod topLvl">
          <ac:chgData name="Abdul Kamal Nadaf" userId="b2393fd9-b3a9-4805-95f0-0090139a0c14" providerId="ADAL" clId="{5582AB44-D407-4F1D-8617-6093DE0A40DA}" dt="2026-08-26T08:08:46.408" v="1576" actId="1582"/>
          <ac:spMkLst>
            <pc:docMk/>
            <pc:sldMk cId="2599688549" sldId="333"/>
            <ac:spMk id="36" creationId="{455D476C-84BB-1CC2-E21A-D8964C9BE6C5}"/>
          </ac:spMkLst>
        </pc:spChg>
        <pc:spChg chg="add mod topLvl">
          <ac:chgData name="Abdul Kamal Nadaf" userId="b2393fd9-b3a9-4805-95f0-0090139a0c14" providerId="ADAL" clId="{5582AB44-D407-4F1D-8617-6093DE0A40DA}" dt="2026-08-26T06:39:22.792" v="1322" actId="208"/>
          <ac:spMkLst>
            <pc:docMk/>
            <pc:sldMk cId="2599688549" sldId="333"/>
            <ac:spMk id="43" creationId="{DB05F99F-3C93-7F35-AD31-0A80FBFDCB55}"/>
          </ac:spMkLst>
        </pc:spChg>
        <pc:spChg chg="add mod topLvl">
          <ac:chgData name="Abdul Kamal Nadaf" userId="b2393fd9-b3a9-4805-95f0-0090139a0c14" providerId="ADAL" clId="{5582AB44-D407-4F1D-8617-6093DE0A40DA}" dt="2026-08-26T06:39:22.792" v="1322" actId="208"/>
          <ac:spMkLst>
            <pc:docMk/>
            <pc:sldMk cId="2599688549" sldId="333"/>
            <ac:spMk id="47" creationId="{4A1A1DB3-3AEB-4EED-1A14-73A60AD16297}"/>
          </ac:spMkLst>
        </pc:spChg>
        <pc:spChg chg="add mod topLvl">
          <ac:chgData name="Abdul Kamal Nadaf" userId="b2393fd9-b3a9-4805-95f0-0090139a0c14" providerId="ADAL" clId="{5582AB44-D407-4F1D-8617-6093DE0A40DA}" dt="2026-08-26T06:39:22.792" v="1322" actId="208"/>
          <ac:spMkLst>
            <pc:docMk/>
            <pc:sldMk cId="2599688549" sldId="333"/>
            <ac:spMk id="49" creationId="{412318BE-8EF2-BAD0-8FE7-F8C274C0CBCA}"/>
          </ac:spMkLst>
        </pc:spChg>
        <pc:spChg chg="add mod topLvl">
          <ac:chgData name="Abdul Kamal Nadaf" userId="b2393fd9-b3a9-4805-95f0-0090139a0c14" providerId="ADAL" clId="{5582AB44-D407-4F1D-8617-6093DE0A40DA}" dt="2026-08-26T06:39:22.792" v="1322" actId="208"/>
          <ac:spMkLst>
            <pc:docMk/>
            <pc:sldMk cId="2599688549" sldId="333"/>
            <ac:spMk id="52" creationId="{55D61E21-2D27-761F-FB0C-E62C659A0043}"/>
          </ac:spMkLst>
        </pc:spChg>
        <pc:spChg chg="add mod topLvl">
          <ac:chgData name="Abdul Kamal Nadaf" userId="b2393fd9-b3a9-4805-95f0-0090139a0c14" providerId="ADAL" clId="{5582AB44-D407-4F1D-8617-6093DE0A40DA}" dt="2026-08-26T06:39:22.792" v="1322" actId="208"/>
          <ac:spMkLst>
            <pc:docMk/>
            <pc:sldMk cId="2599688549" sldId="333"/>
            <ac:spMk id="54" creationId="{573BEF15-5C86-02E9-E38C-C988EA7024FC}"/>
          </ac:spMkLst>
        </pc:spChg>
        <pc:spChg chg="add mod topLvl">
          <ac:chgData name="Abdul Kamal Nadaf" userId="b2393fd9-b3a9-4805-95f0-0090139a0c14" providerId="ADAL" clId="{5582AB44-D407-4F1D-8617-6093DE0A40DA}" dt="2026-08-26T06:39:22.792" v="1322" actId="208"/>
          <ac:spMkLst>
            <pc:docMk/>
            <pc:sldMk cId="2599688549" sldId="333"/>
            <ac:spMk id="56" creationId="{4ED57D37-B3F3-8653-213A-273007741C33}"/>
          </ac:spMkLst>
        </pc:spChg>
        <pc:spChg chg="add mod topLvl">
          <ac:chgData name="Abdul Kamal Nadaf" userId="b2393fd9-b3a9-4805-95f0-0090139a0c14" providerId="ADAL" clId="{5582AB44-D407-4F1D-8617-6093DE0A40DA}" dt="2026-08-26T06:39:22.792" v="1322" actId="208"/>
          <ac:spMkLst>
            <pc:docMk/>
            <pc:sldMk cId="2599688549" sldId="333"/>
            <ac:spMk id="58" creationId="{D0422C07-4984-5FB0-DE48-BCEDB33A1F24}"/>
          </ac:spMkLst>
        </pc:spChg>
        <pc:spChg chg="add mod topLvl">
          <ac:chgData name="Abdul Kamal Nadaf" userId="b2393fd9-b3a9-4805-95f0-0090139a0c14" providerId="ADAL" clId="{5582AB44-D407-4F1D-8617-6093DE0A40DA}" dt="2026-08-26T06:39:22.792" v="1322" actId="208"/>
          <ac:spMkLst>
            <pc:docMk/>
            <pc:sldMk cId="2599688549" sldId="333"/>
            <ac:spMk id="60" creationId="{4F1BF24D-96B6-7FD4-777B-2809EB1BB565}"/>
          </ac:spMkLst>
        </pc:spChg>
        <pc:spChg chg="add mod">
          <ac:chgData name="Abdul Kamal Nadaf" userId="b2393fd9-b3a9-4805-95f0-0090139a0c14" providerId="ADAL" clId="{5582AB44-D407-4F1D-8617-6093DE0A40DA}" dt="2026-08-26T06:39:22.792" v="1322" actId="208"/>
          <ac:spMkLst>
            <pc:docMk/>
            <pc:sldMk cId="2599688549" sldId="333"/>
            <ac:spMk id="62" creationId="{24D01385-A378-ABFA-C502-D2DE11338416}"/>
          </ac:spMkLst>
        </pc:spChg>
        <pc:spChg chg="add mod">
          <ac:chgData name="Abdul Kamal Nadaf" userId="b2393fd9-b3a9-4805-95f0-0090139a0c14" providerId="ADAL" clId="{5582AB44-D407-4F1D-8617-6093DE0A40DA}" dt="2026-08-27T16:07:21.728" v="3430" actId="207"/>
          <ac:spMkLst>
            <pc:docMk/>
            <pc:sldMk cId="2599688549" sldId="333"/>
            <ac:spMk id="70" creationId="{7C41A589-BB7E-58D9-4F08-BB232C3D82F3}"/>
          </ac:spMkLst>
        </pc:spChg>
        <pc:spChg chg="add mod ord topLvl">
          <ac:chgData name="Abdul Kamal Nadaf" userId="b2393fd9-b3a9-4805-95f0-0090139a0c14" providerId="ADAL" clId="{5582AB44-D407-4F1D-8617-6093DE0A40DA}" dt="2026-08-27T16:07:43.735" v="3441" actId="207"/>
          <ac:spMkLst>
            <pc:docMk/>
            <pc:sldMk cId="2599688549" sldId="333"/>
            <ac:spMk id="72" creationId="{4D53A549-A363-6C95-B9E5-1B5B2C7C85FF}"/>
          </ac:spMkLst>
        </pc:spChg>
        <pc:spChg chg="add mod ord topLvl">
          <ac:chgData name="Abdul Kamal Nadaf" userId="b2393fd9-b3a9-4805-95f0-0090139a0c14" providerId="ADAL" clId="{5582AB44-D407-4F1D-8617-6093DE0A40DA}" dt="2026-08-27T16:07:43.735" v="3441" actId="207"/>
          <ac:spMkLst>
            <pc:docMk/>
            <pc:sldMk cId="2599688549" sldId="333"/>
            <ac:spMk id="74" creationId="{5C505380-9F2B-D22A-4379-EE15296B48C8}"/>
          </ac:spMkLst>
        </pc:spChg>
        <pc:spChg chg="add mod ord topLvl">
          <ac:chgData name="Abdul Kamal Nadaf" userId="b2393fd9-b3a9-4805-95f0-0090139a0c14" providerId="ADAL" clId="{5582AB44-D407-4F1D-8617-6093DE0A40DA}" dt="2026-08-27T16:07:43.735" v="3441" actId="207"/>
          <ac:spMkLst>
            <pc:docMk/>
            <pc:sldMk cId="2599688549" sldId="333"/>
            <ac:spMk id="76" creationId="{0418C024-459D-9DFA-A620-B27A6D23D9CE}"/>
          </ac:spMkLst>
        </pc:spChg>
        <pc:spChg chg="add mod ord topLvl">
          <ac:chgData name="Abdul Kamal Nadaf" userId="b2393fd9-b3a9-4805-95f0-0090139a0c14" providerId="ADAL" clId="{5582AB44-D407-4F1D-8617-6093DE0A40DA}" dt="2026-08-27T16:07:43.735" v="3441" actId="207"/>
          <ac:spMkLst>
            <pc:docMk/>
            <pc:sldMk cId="2599688549" sldId="333"/>
            <ac:spMk id="78" creationId="{7604D783-363A-8042-5E9D-788B896B70B2}"/>
          </ac:spMkLst>
        </pc:spChg>
        <pc:spChg chg="add mod ord topLvl">
          <ac:chgData name="Abdul Kamal Nadaf" userId="b2393fd9-b3a9-4805-95f0-0090139a0c14" providerId="ADAL" clId="{5582AB44-D407-4F1D-8617-6093DE0A40DA}" dt="2026-08-27T16:07:43.735" v="3441" actId="207"/>
          <ac:spMkLst>
            <pc:docMk/>
            <pc:sldMk cId="2599688549" sldId="333"/>
            <ac:spMk id="80" creationId="{0C785D26-82D8-9095-237D-21CF1F54B9F1}"/>
          </ac:spMkLst>
        </pc:spChg>
        <pc:spChg chg="add mod ord topLvl">
          <ac:chgData name="Abdul Kamal Nadaf" userId="b2393fd9-b3a9-4805-95f0-0090139a0c14" providerId="ADAL" clId="{5582AB44-D407-4F1D-8617-6093DE0A40DA}" dt="2026-08-27T16:07:43.735" v="3441" actId="207"/>
          <ac:spMkLst>
            <pc:docMk/>
            <pc:sldMk cId="2599688549" sldId="333"/>
            <ac:spMk id="82" creationId="{18436FB9-0207-4C9B-E9AF-2ACC61643267}"/>
          </ac:spMkLst>
        </pc:spChg>
        <pc:spChg chg="add mod ord topLvl">
          <ac:chgData name="Abdul Kamal Nadaf" userId="b2393fd9-b3a9-4805-95f0-0090139a0c14" providerId="ADAL" clId="{5582AB44-D407-4F1D-8617-6093DE0A40DA}" dt="2026-08-27T16:07:43.735" v="3441" actId="207"/>
          <ac:spMkLst>
            <pc:docMk/>
            <pc:sldMk cId="2599688549" sldId="333"/>
            <ac:spMk id="84" creationId="{77B1FC62-33BE-9079-6C06-B96947ACAD22}"/>
          </ac:spMkLst>
        </pc:spChg>
        <pc:spChg chg="add mod">
          <ac:chgData name="Abdul Kamal Nadaf" userId="b2393fd9-b3a9-4805-95f0-0090139a0c14" providerId="ADAL" clId="{5582AB44-D407-4F1D-8617-6093DE0A40DA}" dt="2026-08-26T08:19:10" v="1641" actId="1076"/>
          <ac:spMkLst>
            <pc:docMk/>
            <pc:sldMk cId="2599688549" sldId="333"/>
            <ac:spMk id="86" creationId="{0B1BDA40-F348-BD34-DF56-9843C4FD7D09}"/>
          </ac:spMkLst>
        </pc:spChg>
        <pc:spChg chg="add mod">
          <ac:chgData name="Abdul Kamal Nadaf" userId="b2393fd9-b3a9-4805-95f0-0090139a0c14" providerId="ADAL" clId="{5582AB44-D407-4F1D-8617-6093DE0A40DA}" dt="2026-08-27T16:08:13.646" v="3451" actId="2085"/>
          <ac:spMkLst>
            <pc:docMk/>
            <pc:sldMk cId="2599688549" sldId="333"/>
            <ac:spMk id="89" creationId="{451AC2F0-14D9-6945-97D9-73406D7FC322}"/>
          </ac:spMkLst>
        </pc:spChg>
        <pc:spChg chg="add mod">
          <ac:chgData name="Abdul Kamal Nadaf" userId="b2393fd9-b3a9-4805-95f0-0090139a0c14" providerId="ADAL" clId="{5582AB44-D407-4F1D-8617-6093DE0A40DA}" dt="2026-08-27T16:08:22.778" v="3453" actId="207"/>
          <ac:spMkLst>
            <pc:docMk/>
            <pc:sldMk cId="2599688549" sldId="333"/>
            <ac:spMk id="91" creationId="{6542EAF3-02F4-EFA7-2AB6-A876FFE9EEB0}"/>
          </ac:spMkLst>
        </pc:spChg>
        <pc:spChg chg="add mod">
          <ac:chgData name="Abdul Kamal Nadaf" userId="b2393fd9-b3a9-4805-95f0-0090139a0c14" providerId="ADAL" clId="{5582AB44-D407-4F1D-8617-6093DE0A40DA}" dt="2026-08-27T16:08:22.778" v="3453" actId="207"/>
          <ac:spMkLst>
            <pc:docMk/>
            <pc:sldMk cId="2599688549" sldId="333"/>
            <ac:spMk id="93" creationId="{8A76D603-1CF3-B58D-5BCF-2E8E381132E7}"/>
          </ac:spMkLst>
        </pc:spChg>
        <pc:spChg chg="add mod">
          <ac:chgData name="Abdul Kamal Nadaf" userId="b2393fd9-b3a9-4805-95f0-0090139a0c14" providerId="ADAL" clId="{5582AB44-D407-4F1D-8617-6093DE0A40DA}" dt="2026-08-27T16:08:22.778" v="3453" actId="207"/>
          <ac:spMkLst>
            <pc:docMk/>
            <pc:sldMk cId="2599688549" sldId="333"/>
            <ac:spMk id="95" creationId="{39C90E67-5A1E-AD52-D44F-E6DE56A2423F}"/>
          </ac:spMkLst>
        </pc:spChg>
        <pc:spChg chg="add mod">
          <ac:chgData name="Abdul Kamal Nadaf" userId="b2393fd9-b3a9-4805-95f0-0090139a0c14" providerId="ADAL" clId="{5582AB44-D407-4F1D-8617-6093DE0A40DA}" dt="2026-08-27T16:08:22.778" v="3453" actId="207"/>
          <ac:spMkLst>
            <pc:docMk/>
            <pc:sldMk cId="2599688549" sldId="333"/>
            <ac:spMk id="97" creationId="{A9E8030F-4430-DC5F-DD90-60F3E013476B}"/>
          </ac:spMkLst>
        </pc:spChg>
        <pc:spChg chg="add mod">
          <ac:chgData name="Abdul Kamal Nadaf" userId="b2393fd9-b3a9-4805-95f0-0090139a0c14" providerId="ADAL" clId="{5582AB44-D407-4F1D-8617-6093DE0A40DA}" dt="2026-08-27T16:08:22.778" v="3453" actId="207"/>
          <ac:spMkLst>
            <pc:docMk/>
            <pc:sldMk cId="2599688549" sldId="333"/>
            <ac:spMk id="99" creationId="{10AD55F3-DF95-4870-1587-AA29A323FA56}"/>
          </ac:spMkLst>
        </pc:spChg>
        <pc:spChg chg="add mod">
          <ac:chgData name="Abdul Kamal Nadaf" userId="b2393fd9-b3a9-4805-95f0-0090139a0c14" providerId="ADAL" clId="{5582AB44-D407-4F1D-8617-6093DE0A40DA}" dt="2026-08-27T16:08:22.778" v="3453" actId="207"/>
          <ac:spMkLst>
            <pc:docMk/>
            <pc:sldMk cId="2599688549" sldId="333"/>
            <ac:spMk id="101" creationId="{B57EF7A9-4E20-595E-1CC4-B6E413B3F46F}"/>
          </ac:spMkLst>
        </pc:spChg>
        <pc:spChg chg="add mod">
          <ac:chgData name="Abdul Kamal Nadaf" userId="b2393fd9-b3a9-4805-95f0-0090139a0c14" providerId="ADAL" clId="{5582AB44-D407-4F1D-8617-6093DE0A40DA}" dt="2026-08-27T16:08:22.778" v="3453" actId="207"/>
          <ac:spMkLst>
            <pc:docMk/>
            <pc:sldMk cId="2599688549" sldId="333"/>
            <ac:spMk id="103" creationId="{2559AB39-FDC7-2BC5-285C-3A39FE845CD2}"/>
          </ac:spMkLst>
        </pc:spChg>
        <pc:spChg chg="add mod">
          <ac:chgData name="Abdul Kamal Nadaf" userId="b2393fd9-b3a9-4805-95f0-0090139a0c14" providerId="ADAL" clId="{5582AB44-D407-4F1D-8617-6093DE0A40DA}" dt="2026-08-26T08:19:10" v="1641" actId="1076"/>
          <ac:spMkLst>
            <pc:docMk/>
            <pc:sldMk cId="2599688549" sldId="333"/>
            <ac:spMk id="105" creationId="{348148BF-9F56-CDDC-299F-5C2D2DF4C24F}"/>
          </ac:spMkLst>
        </pc:spChg>
        <pc:spChg chg="add mod">
          <ac:chgData name="Abdul Kamal Nadaf" userId="b2393fd9-b3a9-4805-95f0-0090139a0c14" providerId="ADAL" clId="{5582AB44-D407-4F1D-8617-6093DE0A40DA}" dt="2026-08-27T16:08:29.025" v="3454" actId="207"/>
          <ac:spMkLst>
            <pc:docMk/>
            <pc:sldMk cId="2599688549" sldId="333"/>
            <ac:spMk id="107" creationId="{FFFC8CEE-DC13-2817-E948-2A2C587F93A0}"/>
          </ac:spMkLst>
        </pc:spChg>
        <pc:spChg chg="add mod topLvl">
          <ac:chgData name="Abdul Kamal Nadaf" userId="b2393fd9-b3a9-4805-95f0-0090139a0c14" providerId="ADAL" clId="{5582AB44-D407-4F1D-8617-6093DE0A40DA}" dt="2026-08-27T16:08:33.140" v="3455" actId="207"/>
          <ac:spMkLst>
            <pc:docMk/>
            <pc:sldMk cId="2599688549" sldId="333"/>
            <ac:spMk id="109" creationId="{F581E1F0-D464-AF3B-868C-00F85DD1F475}"/>
          </ac:spMkLst>
        </pc:spChg>
        <pc:spChg chg="add mod topLvl">
          <ac:chgData name="Abdul Kamal Nadaf" userId="b2393fd9-b3a9-4805-95f0-0090139a0c14" providerId="ADAL" clId="{5582AB44-D407-4F1D-8617-6093DE0A40DA}" dt="2026-08-27T16:08:33.140" v="3455" actId="207"/>
          <ac:spMkLst>
            <pc:docMk/>
            <pc:sldMk cId="2599688549" sldId="333"/>
            <ac:spMk id="111" creationId="{A34C45A4-83BA-507A-83A7-0928845D76B7}"/>
          </ac:spMkLst>
        </pc:spChg>
        <pc:spChg chg="add mod topLvl">
          <ac:chgData name="Abdul Kamal Nadaf" userId="b2393fd9-b3a9-4805-95f0-0090139a0c14" providerId="ADAL" clId="{5582AB44-D407-4F1D-8617-6093DE0A40DA}" dt="2026-08-27T16:08:33.140" v="3455" actId="207"/>
          <ac:spMkLst>
            <pc:docMk/>
            <pc:sldMk cId="2599688549" sldId="333"/>
            <ac:spMk id="113" creationId="{BDB3407D-C4DB-8CE5-6711-8D9821AC720E}"/>
          </ac:spMkLst>
        </pc:spChg>
        <pc:spChg chg="add mod topLvl">
          <ac:chgData name="Abdul Kamal Nadaf" userId="b2393fd9-b3a9-4805-95f0-0090139a0c14" providerId="ADAL" clId="{5582AB44-D407-4F1D-8617-6093DE0A40DA}" dt="2026-08-27T16:08:33.140" v="3455" actId="207"/>
          <ac:spMkLst>
            <pc:docMk/>
            <pc:sldMk cId="2599688549" sldId="333"/>
            <ac:spMk id="115" creationId="{317C618F-A130-01DB-CD19-4A30646B3563}"/>
          </ac:spMkLst>
        </pc:spChg>
        <pc:spChg chg="add mod topLvl">
          <ac:chgData name="Abdul Kamal Nadaf" userId="b2393fd9-b3a9-4805-95f0-0090139a0c14" providerId="ADAL" clId="{5582AB44-D407-4F1D-8617-6093DE0A40DA}" dt="2026-08-27T16:08:33.140" v="3455" actId="207"/>
          <ac:spMkLst>
            <pc:docMk/>
            <pc:sldMk cId="2599688549" sldId="333"/>
            <ac:spMk id="117" creationId="{2B1861FA-A6DA-79EE-5C93-F92A792D9647}"/>
          </ac:spMkLst>
        </pc:spChg>
        <pc:spChg chg="add mod topLvl">
          <ac:chgData name="Abdul Kamal Nadaf" userId="b2393fd9-b3a9-4805-95f0-0090139a0c14" providerId="ADAL" clId="{5582AB44-D407-4F1D-8617-6093DE0A40DA}" dt="2026-08-27T16:08:33.140" v="3455" actId="207"/>
          <ac:spMkLst>
            <pc:docMk/>
            <pc:sldMk cId="2599688549" sldId="333"/>
            <ac:spMk id="119" creationId="{E0F09381-555E-7F27-8646-55C69F389F06}"/>
          </ac:spMkLst>
        </pc:spChg>
        <pc:spChg chg="add mod">
          <ac:chgData name="Abdul Kamal Nadaf" userId="b2393fd9-b3a9-4805-95f0-0090139a0c14" providerId="ADAL" clId="{5582AB44-D407-4F1D-8617-6093DE0A40DA}" dt="2026-08-26T08:03:49.547" v="1435" actId="207"/>
          <ac:spMkLst>
            <pc:docMk/>
            <pc:sldMk cId="2599688549" sldId="333"/>
            <ac:spMk id="123" creationId="{9AE6769E-F8A3-245B-D1E8-67410A655211}"/>
          </ac:spMkLst>
        </pc:spChg>
        <pc:cxnChg chg="add mod topLvl">
          <ac:chgData name="Abdul Kamal Nadaf" userId="b2393fd9-b3a9-4805-95f0-0090139a0c14" providerId="ADAL" clId="{5582AB44-D407-4F1D-8617-6093DE0A40DA}" dt="2026-08-26T06:41:05.509" v="1347" actId="465"/>
          <ac:cxnSpMkLst>
            <pc:docMk/>
            <pc:sldMk cId="2599688549" sldId="333"/>
            <ac:cxnSpMk id="38" creationId="{B54F795D-20BE-8025-39C9-9F04760E073A}"/>
          </ac:cxnSpMkLst>
        </pc:cxnChg>
        <pc:cxnChg chg="add mod topLvl">
          <ac:chgData name="Abdul Kamal Nadaf" userId="b2393fd9-b3a9-4805-95f0-0090139a0c14" providerId="ADAL" clId="{5582AB44-D407-4F1D-8617-6093DE0A40DA}" dt="2026-08-26T06:41:05.509" v="1347" actId="465"/>
          <ac:cxnSpMkLst>
            <pc:docMk/>
            <pc:sldMk cId="2599688549" sldId="333"/>
            <ac:cxnSpMk id="40" creationId="{818CD4A6-CD6B-9500-229A-8000178294F5}"/>
          </ac:cxnSpMkLst>
        </pc:cxnChg>
        <pc:cxnChg chg="add mod topLvl">
          <ac:chgData name="Abdul Kamal Nadaf" userId="b2393fd9-b3a9-4805-95f0-0090139a0c14" providerId="ADAL" clId="{5582AB44-D407-4F1D-8617-6093DE0A40DA}" dt="2026-08-26T06:41:05.509" v="1347" actId="465"/>
          <ac:cxnSpMkLst>
            <pc:docMk/>
            <pc:sldMk cId="2599688549" sldId="333"/>
            <ac:cxnSpMk id="41" creationId="{76FAFC3E-917E-1D09-BE5E-FA1D10029E5C}"/>
          </ac:cxnSpMkLst>
        </pc:cxnChg>
        <pc:cxnChg chg="add mod topLvl">
          <ac:chgData name="Abdul Kamal Nadaf" userId="b2393fd9-b3a9-4805-95f0-0090139a0c14" providerId="ADAL" clId="{5582AB44-D407-4F1D-8617-6093DE0A40DA}" dt="2026-08-26T06:39:10.631" v="1321" actId="165"/>
          <ac:cxnSpMkLst>
            <pc:docMk/>
            <pc:sldMk cId="2599688549" sldId="333"/>
            <ac:cxnSpMk id="127" creationId="{8CE62C6B-E654-2342-9556-7ED60907761E}"/>
          </ac:cxnSpMkLst>
        </pc:cxnChg>
        <pc:cxnChg chg="add mod topLvl">
          <ac:chgData name="Abdul Kamal Nadaf" userId="b2393fd9-b3a9-4805-95f0-0090139a0c14" providerId="ADAL" clId="{5582AB44-D407-4F1D-8617-6093DE0A40DA}" dt="2026-08-26T06:39:10.631" v="1321" actId="165"/>
          <ac:cxnSpMkLst>
            <pc:docMk/>
            <pc:sldMk cId="2599688549" sldId="333"/>
            <ac:cxnSpMk id="128" creationId="{9B3B2390-E0D1-75D8-EFCE-ACAA3CE9D6C9}"/>
          </ac:cxnSpMkLst>
        </pc:cxnChg>
        <pc:cxnChg chg="add mod topLvl">
          <ac:chgData name="Abdul Kamal Nadaf" userId="b2393fd9-b3a9-4805-95f0-0090139a0c14" providerId="ADAL" clId="{5582AB44-D407-4F1D-8617-6093DE0A40DA}" dt="2026-08-26T06:39:10.631" v="1321" actId="165"/>
          <ac:cxnSpMkLst>
            <pc:docMk/>
            <pc:sldMk cId="2599688549" sldId="333"/>
            <ac:cxnSpMk id="129" creationId="{8B801865-7138-604A-2420-3546BB06904C}"/>
          </ac:cxnSpMkLst>
        </pc:cxnChg>
        <pc:cxnChg chg="add mod topLvl">
          <ac:chgData name="Abdul Kamal Nadaf" userId="b2393fd9-b3a9-4805-95f0-0090139a0c14" providerId="ADAL" clId="{5582AB44-D407-4F1D-8617-6093DE0A40DA}" dt="2026-08-26T06:39:10.631" v="1321" actId="165"/>
          <ac:cxnSpMkLst>
            <pc:docMk/>
            <pc:sldMk cId="2599688549" sldId="333"/>
            <ac:cxnSpMk id="130" creationId="{724DB958-69BF-7C7E-2486-F793964E9D16}"/>
          </ac:cxnSpMkLst>
        </pc:cxnChg>
        <pc:cxnChg chg="add mod topLvl">
          <ac:chgData name="Abdul Kamal Nadaf" userId="b2393fd9-b3a9-4805-95f0-0090139a0c14" providerId="ADAL" clId="{5582AB44-D407-4F1D-8617-6093DE0A40DA}" dt="2026-08-26T06:39:10.631" v="1321" actId="165"/>
          <ac:cxnSpMkLst>
            <pc:docMk/>
            <pc:sldMk cId="2599688549" sldId="333"/>
            <ac:cxnSpMk id="131" creationId="{763B27AC-C69C-C494-179B-DFBD4F1C46A8}"/>
          </ac:cxnSpMkLst>
        </pc:cxnChg>
        <pc:cxnChg chg="add mod topLvl">
          <ac:chgData name="Abdul Kamal Nadaf" userId="b2393fd9-b3a9-4805-95f0-0090139a0c14" providerId="ADAL" clId="{5582AB44-D407-4F1D-8617-6093DE0A40DA}" dt="2026-08-26T06:39:10.631" v="1321" actId="165"/>
          <ac:cxnSpMkLst>
            <pc:docMk/>
            <pc:sldMk cId="2599688549" sldId="333"/>
            <ac:cxnSpMk id="132" creationId="{D3F3785C-68BF-AFA6-8907-55B06CDF1C41}"/>
          </ac:cxnSpMkLst>
        </pc:cxnChg>
        <pc:cxnChg chg="add mod">
          <ac:chgData name="Abdul Kamal Nadaf" userId="b2393fd9-b3a9-4805-95f0-0090139a0c14" providerId="ADAL" clId="{5582AB44-D407-4F1D-8617-6093DE0A40DA}" dt="2026-08-26T06:42:40.106" v="1360" actId="554"/>
          <ac:cxnSpMkLst>
            <pc:docMk/>
            <pc:sldMk cId="2599688549" sldId="333"/>
            <ac:cxnSpMk id="140" creationId="{A7193A00-4605-068E-A0A8-660E5085937B}"/>
          </ac:cxnSpMkLst>
        </pc:cxnChg>
        <pc:cxnChg chg="add mod">
          <ac:chgData name="Abdul Kamal Nadaf" userId="b2393fd9-b3a9-4805-95f0-0090139a0c14" providerId="ADAL" clId="{5582AB44-D407-4F1D-8617-6093DE0A40DA}" dt="2026-08-26T06:42:44.313" v="1361" actId="1076"/>
          <ac:cxnSpMkLst>
            <pc:docMk/>
            <pc:sldMk cId="2599688549" sldId="333"/>
            <ac:cxnSpMk id="143" creationId="{AFD28685-4AD2-9885-AF57-C9F6CBD9FE1B}"/>
          </ac:cxnSpMkLst>
        </pc:cxnChg>
        <pc:cxnChg chg="add mod">
          <ac:chgData name="Abdul Kamal Nadaf" userId="b2393fd9-b3a9-4805-95f0-0090139a0c14" providerId="ADAL" clId="{5582AB44-D407-4F1D-8617-6093DE0A40DA}" dt="2026-08-26T08:24:52.448" v="1677" actId="1076"/>
          <ac:cxnSpMkLst>
            <pc:docMk/>
            <pc:sldMk cId="2599688549" sldId="333"/>
            <ac:cxnSpMk id="147" creationId="{5E770562-9BC2-9729-417C-E45E25F1B300}"/>
          </ac:cxnSpMkLst>
        </pc:cxnChg>
        <pc:cxnChg chg="add mod">
          <ac:chgData name="Abdul Kamal Nadaf" userId="b2393fd9-b3a9-4805-95f0-0090139a0c14" providerId="ADAL" clId="{5582AB44-D407-4F1D-8617-6093DE0A40DA}" dt="2026-08-26T08:24:52.448" v="1677" actId="1076"/>
          <ac:cxnSpMkLst>
            <pc:docMk/>
            <pc:sldMk cId="2599688549" sldId="333"/>
            <ac:cxnSpMk id="148" creationId="{3C1B3642-823B-B2A0-99F5-22F9D15E17B2}"/>
          </ac:cxnSpMkLst>
        </pc:cxnChg>
        <pc:cxnChg chg="add mod">
          <ac:chgData name="Abdul Kamal Nadaf" userId="b2393fd9-b3a9-4805-95f0-0090139a0c14" providerId="ADAL" clId="{5582AB44-D407-4F1D-8617-6093DE0A40DA}" dt="2026-08-26T08:24:52.448" v="1677" actId="1076"/>
          <ac:cxnSpMkLst>
            <pc:docMk/>
            <pc:sldMk cId="2599688549" sldId="333"/>
            <ac:cxnSpMk id="149" creationId="{818D55CD-D548-071B-C850-107B42C3DF10}"/>
          </ac:cxnSpMkLst>
        </pc:cxnChg>
        <pc:cxnChg chg="add mod">
          <ac:chgData name="Abdul Kamal Nadaf" userId="b2393fd9-b3a9-4805-95f0-0090139a0c14" providerId="ADAL" clId="{5582AB44-D407-4F1D-8617-6093DE0A40DA}" dt="2026-08-26T08:24:52.448" v="1677" actId="1076"/>
          <ac:cxnSpMkLst>
            <pc:docMk/>
            <pc:sldMk cId="2599688549" sldId="333"/>
            <ac:cxnSpMk id="151" creationId="{885FA0A4-5EF8-492B-BF02-EA60DA1A9B1D}"/>
          </ac:cxnSpMkLst>
        </pc:cxnChg>
      </pc:sldChg>
      <pc:sldChg chg="addSp delSp modSp mod">
        <pc:chgData name="Abdul Kamal Nadaf" userId="b2393fd9-b3a9-4805-95f0-0090139a0c14" providerId="ADAL" clId="{5582AB44-D407-4F1D-8617-6093DE0A40DA}" dt="2026-08-27T16:56:28.560" v="3862" actId="478"/>
        <pc:sldMkLst>
          <pc:docMk/>
          <pc:sldMk cId="4266840583" sldId="335"/>
        </pc:sldMkLst>
        <pc:spChg chg="del mod">
          <ac:chgData name="Abdul Kamal Nadaf" userId="b2393fd9-b3a9-4805-95f0-0090139a0c14" providerId="ADAL" clId="{5582AB44-D407-4F1D-8617-6093DE0A40DA}" dt="2026-08-27T16:31:39.658" v="3803" actId="478"/>
          <ac:spMkLst>
            <pc:docMk/>
            <pc:sldMk cId="4266840583" sldId="335"/>
            <ac:spMk id="2" creationId="{4361A552-3EC0-B759-064A-B926F5045946}"/>
          </ac:spMkLst>
        </pc:spChg>
        <pc:spChg chg="del">
          <ac:chgData name="Abdul Kamal Nadaf" userId="b2393fd9-b3a9-4805-95f0-0090139a0c14" providerId="ADAL" clId="{5582AB44-D407-4F1D-8617-6093DE0A40DA}" dt="2026-08-27T16:31:36.763" v="3801" actId="478"/>
          <ac:spMkLst>
            <pc:docMk/>
            <pc:sldMk cId="4266840583" sldId="335"/>
            <ac:spMk id="3" creationId="{D6AC2C45-4B58-9F41-D5D8-7DF753021FBD}"/>
          </ac:spMkLst>
        </pc:spChg>
        <pc:spChg chg="del mod">
          <ac:chgData name="Abdul Kamal Nadaf" userId="b2393fd9-b3a9-4805-95f0-0090139a0c14" providerId="ADAL" clId="{5582AB44-D407-4F1D-8617-6093DE0A40DA}" dt="2026-08-27T16:09:01.791" v="3456" actId="478"/>
          <ac:spMkLst>
            <pc:docMk/>
            <pc:sldMk cId="4266840583" sldId="335"/>
            <ac:spMk id="4" creationId="{D5099782-FB06-EADC-40EA-235FFFF899D6}"/>
          </ac:spMkLst>
        </pc:spChg>
        <pc:spChg chg="add mod">
          <ac:chgData name="Abdul Kamal Nadaf" userId="b2393fd9-b3a9-4805-95f0-0090139a0c14" providerId="ADAL" clId="{5582AB44-D407-4F1D-8617-6093DE0A40DA}" dt="2026-08-27T14:03:11.713" v="1712"/>
          <ac:spMkLst>
            <pc:docMk/>
            <pc:sldMk cId="4266840583" sldId="335"/>
            <ac:spMk id="9" creationId="{AA2ACF56-4DEE-E6BE-4F56-7907D42EA063}"/>
          </ac:spMkLst>
        </pc:spChg>
        <pc:spChg chg="add del mod">
          <ac:chgData name="Abdul Kamal Nadaf" userId="b2393fd9-b3a9-4805-95f0-0090139a0c14" providerId="ADAL" clId="{5582AB44-D407-4F1D-8617-6093DE0A40DA}" dt="2026-08-27T14:03:17.330" v="1715"/>
          <ac:spMkLst>
            <pc:docMk/>
            <pc:sldMk cId="4266840583" sldId="335"/>
            <ac:spMk id="10" creationId="{7A615A7C-E508-2009-4568-EF9300F37916}"/>
          </ac:spMkLst>
        </pc:spChg>
        <pc:spChg chg="del">
          <ac:chgData name="Abdul Kamal Nadaf" userId="b2393fd9-b3a9-4805-95f0-0090139a0c14" providerId="ADAL" clId="{5582AB44-D407-4F1D-8617-6093DE0A40DA}" dt="2026-08-27T16:09:53.810" v="3465" actId="478"/>
          <ac:spMkLst>
            <pc:docMk/>
            <pc:sldMk cId="4266840583" sldId="335"/>
            <ac:spMk id="11" creationId="{1DF6FAF2-215B-66F4-33AD-4919814CE149}"/>
          </ac:spMkLst>
        </pc:spChg>
        <pc:spChg chg="mod topLvl">
          <ac:chgData name="Abdul Kamal Nadaf" userId="b2393fd9-b3a9-4805-95f0-0090139a0c14" providerId="ADAL" clId="{5582AB44-D407-4F1D-8617-6093DE0A40DA}" dt="2026-08-27T16:32:28.687" v="3812" actId="14100"/>
          <ac:spMkLst>
            <pc:docMk/>
            <pc:sldMk cId="4266840583" sldId="335"/>
            <ac:spMk id="13" creationId="{F91E044E-4517-6417-7637-EA5C8350D83D}"/>
          </ac:spMkLst>
        </pc:spChg>
        <pc:spChg chg="mod topLvl">
          <ac:chgData name="Abdul Kamal Nadaf" userId="b2393fd9-b3a9-4805-95f0-0090139a0c14" providerId="ADAL" clId="{5582AB44-D407-4F1D-8617-6093DE0A40DA}" dt="2026-08-27T16:20:11.993" v="3508" actId="165"/>
          <ac:spMkLst>
            <pc:docMk/>
            <pc:sldMk cId="4266840583" sldId="335"/>
            <ac:spMk id="16" creationId="{474D81CE-0FD0-5FA3-62C0-279EC6228464}"/>
          </ac:spMkLst>
        </pc:spChg>
        <pc:spChg chg="mod topLvl">
          <ac:chgData name="Abdul Kamal Nadaf" userId="b2393fd9-b3a9-4805-95f0-0090139a0c14" providerId="ADAL" clId="{5582AB44-D407-4F1D-8617-6093DE0A40DA}" dt="2026-08-27T16:20:11.993" v="3508" actId="165"/>
          <ac:spMkLst>
            <pc:docMk/>
            <pc:sldMk cId="4266840583" sldId="335"/>
            <ac:spMk id="17" creationId="{916752B7-208C-029C-2E2D-0FAE1670624A}"/>
          </ac:spMkLst>
        </pc:spChg>
        <pc:spChg chg="mod">
          <ac:chgData name="Abdul Kamal Nadaf" userId="b2393fd9-b3a9-4805-95f0-0090139a0c14" providerId="ADAL" clId="{5582AB44-D407-4F1D-8617-6093DE0A40DA}" dt="2026-08-27T16:12:34.330" v="3493" actId="1035"/>
          <ac:spMkLst>
            <pc:docMk/>
            <pc:sldMk cId="4266840583" sldId="335"/>
            <ac:spMk id="18" creationId="{F73BE6C0-2548-E2C1-C364-20A8FB6EFA28}"/>
          </ac:spMkLst>
        </pc:spChg>
        <pc:spChg chg="mod topLvl">
          <ac:chgData name="Abdul Kamal Nadaf" userId="b2393fd9-b3a9-4805-95f0-0090139a0c14" providerId="ADAL" clId="{5582AB44-D407-4F1D-8617-6093DE0A40DA}" dt="2026-08-27T16:20:11.993" v="3508" actId="165"/>
          <ac:spMkLst>
            <pc:docMk/>
            <pc:sldMk cId="4266840583" sldId="335"/>
            <ac:spMk id="19" creationId="{604CFDB6-3EA2-90F5-177F-97A0A19CA4F8}"/>
          </ac:spMkLst>
        </pc:spChg>
        <pc:spChg chg="mod">
          <ac:chgData name="Abdul Kamal Nadaf" userId="b2393fd9-b3a9-4805-95f0-0090139a0c14" providerId="ADAL" clId="{5582AB44-D407-4F1D-8617-6093DE0A40DA}" dt="2026-08-27T16:12:34.330" v="3493" actId="1035"/>
          <ac:spMkLst>
            <pc:docMk/>
            <pc:sldMk cId="4266840583" sldId="335"/>
            <ac:spMk id="20" creationId="{6309CAB1-8FBD-55A2-7AC5-F6C6EAE1A6F6}"/>
          </ac:spMkLst>
        </pc:spChg>
        <pc:spChg chg="mod">
          <ac:chgData name="Abdul Kamal Nadaf" userId="b2393fd9-b3a9-4805-95f0-0090139a0c14" providerId="ADAL" clId="{5582AB44-D407-4F1D-8617-6093DE0A40DA}" dt="2026-08-27T16:12:44.959" v="3494" actId="554"/>
          <ac:spMkLst>
            <pc:docMk/>
            <pc:sldMk cId="4266840583" sldId="335"/>
            <ac:spMk id="21" creationId="{EF747A1B-2E50-D573-DE86-0B227FA8C4D0}"/>
          </ac:spMkLst>
        </pc:spChg>
        <pc:spChg chg="mod">
          <ac:chgData name="Abdul Kamal Nadaf" userId="b2393fd9-b3a9-4805-95f0-0090139a0c14" providerId="ADAL" clId="{5582AB44-D407-4F1D-8617-6093DE0A40DA}" dt="2026-08-27T16:12:48.536" v="3495" actId="554"/>
          <ac:spMkLst>
            <pc:docMk/>
            <pc:sldMk cId="4266840583" sldId="335"/>
            <ac:spMk id="22" creationId="{0D0BCAFA-77E6-80DD-5125-052EF46A34D9}"/>
          </ac:spMkLst>
        </pc:spChg>
        <pc:spChg chg="mod">
          <ac:chgData name="Abdul Kamal Nadaf" userId="b2393fd9-b3a9-4805-95f0-0090139a0c14" providerId="ADAL" clId="{5582AB44-D407-4F1D-8617-6093DE0A40DA}" dt="2026-08-27T16:12:34.330" v="3493" actId="1035"/>
          <ac:spMkLst>
            <pc:docMk/>
            <pc:sldMk cId="4266840583" sldId="335"/>
            <ac:spMk id="23" creationId="{7E8CB322-2F66-4F3C-8E45-584154760282}"/>
          </ac:spMkLst>
        </pc:spChg>
        <pc:spChg chg="mod">
          <ac:chgData name="Abdul Kamal Nadaf" userId="b2393fd9-b3a9-4805-95f0-0090139a0c14" providerId="ADAL" clId="{5582AB44-D407-4F1D-8617-6093DE0A40DA}" dt="2026-08-27T16:11:55.274" v="3481"/>
          <ac:spMkLst>
            <pc:docMk/>
            <pc:sldMk cId="4266840583" sldId="335"/>
            <ac:spMk id="24" creationId="{48867E2A-B138-BC05-0018-485BE2F90283}"/>
          </ac:spMkLst>
        </pc:spChg>
        <pc:spChg chg="mod">
          <ac:chgData name="Abdul Kamal Nadaf" userId="b2393fd9-b3a9-4805-95f0-0090139a0c14" providerId="ADAL" clId="{5582AB44-D407-4F1D-8617-6093DE0A40DA}" dt="2026-08-27T16:11:08.657" v="3476" actId="27636"/>
          <ac:spMkLst>
            <pc:docMk/>
            <pc:sldMk cId="4266840583" sldId="335"/>
            <ac:spMk id="25" creationId="{1EDE6C55-6A2F-C565-1157-FD0C4B6FFEEA}"/>
          </ac:spMkLst>
        </pc:spChg>
        <pc:spChg chg="mod topLvl">
          <ac:chgData name="Abdul Kamal Nadaf" userId="b2393fd9-b3a9-4805-95f0-0090139a0c14" providerId="ADAL" clId="{5582AB44-D407-4F1D-8617-6093DE0A40DA}" dt="2026-08-27T16:20:11.993" v="3508" actId="165"/>
          <ac:spMkLst>
            <pc:docMk/>
            <pc:sldMk cId="4266840583" sldId="335"/>
            <ac:spMk id="26" creationId="{B66BA9B6-D013-BDD2-364F-560FE9C729E2}"/>
          </ac:spMkLst>
        </pc:spChg>
        <pc:spChg chg="mod topLvl">
          <ac:chgData name="Abdul Kamal Nadaf" userId="b2393fd9-b3a9-4805-95f0-0090139a0c14" providerId="ADAL" clId="{5582AB44-D407-4F1D-8617-6093DE0A40DA}" dt="2026-08-27T16:20:11.993" v="3508" actId="165"/>
          <ac:spMkLst>
            <pc:docMk/>
            <pc:sldMk cId="4266840583" sldId="335"/>
            <ac:spMk id="27" creationId="{A0424089-4114-4C5A-9AEA-158AAECFCE5E}"/>
          </ac:spMkLst>
        </pc:spChg>
        <pc:spChg chg="mod">
          <ac:chgData name="Abdul Kamal Nadaf" userId="b2393fd9-b3a9-4805-95f0-0090139a0c14" providerId="ADAL" clId="{5582AB44-D407-4F1D-8617-6093DE0A40DA}" dt="2026-08-27T16:12:13.645" v="3486" actId="27636"/>
          <ac:spMkLst>
            <pc:docMk/>
            <pc:sldMk cId="4266840583" sldId="335"/>
            <ac:spMk id="28" creationId="{6CDD79A3-389A-A67D-AFB3-4D7609A7FE40}"/>
          </ac:spMkLst>
        </pc:spChg>
        <pc:spChg chg="mod">
          <ac:chgData name="Abdul Kamal Nadaf" userId="b2393fd9-b3a9-4805-95f0-0090139a0c14" providerId="ADAL" clId="{5582AB44-D407-4F1D-8617-6093DE0A40DA}" dt="2026-08-27T16:12:44.959" v="3494" actId="554"/>
          <ac:spMkLst>
            <pc:docMk/>
            <pc:sldMk cId="4266840583" sldId="335"/>
            <ac:spMk id="36" creationId="{1E279C1D-0E70-3C59-3DB5-E8B9DAB3C8BA}"/>
          </ac:spMkLst>
        </pc:spChg>
        <pc:spChg chg="mod topLvl">
          <ac:chgData name="Abdul Kamal Nadaf" userId="b2393fd9-b3a9-4805-95f0-0090139a0c14" providerId="ADAL" clId="{5582AB44-D407-4F1D-8617-6093DE0A40DA}" dt="2026-08-27T16:20:11.993" v="3508" actId="165"/>
          <ac:spMkLst>
            <pc:docMk/>
            <pc:sldMk cId="4266840583" sldId="335"/>
            <ac:spMk id="38" creationId="{FBBBDF7C-85F5-7DAC-A059-3D3A3518E259}"/>
          </ac:spMkLst>
        </pc:spChg>
        <pc:spChg chg="mod">
          <ac:chgData name="Abdul Kamal Nadaf" userId="b2393fd9-b3a9-4805-95f0-0090139a0c14" providerId="ADAL" clId="{5582AB44-D407-4F1D-8617-6093DE0A40DA}" dt="2026-08-27T16:10:19.663" v="3469" actId="12788"/>
          <ac:spMkLst>
            <pc:docMk/>
            <pc:sldMk cId="4266840583" sldId="335"/>
            <ac:spMk id="41" creationId="{A6EFF5C5-1865-F7B0-174E-FE1D73881B9B}"/>
          </ac:spMkLst>
        </pc:spChg>
        <pc:spChg chg="mod topLvl">
          <ac:chgData name="Abdul Kamal Nadaf" userId="b2393fd9-b3a9-4805-95f0-0090139a0c14" providerId="ADAL" clId="{5582AB44-D407-4F1D-8617-6093DE0A40DA}" dt="2026-08-27T16:32:54.608" v="3816" actId="12788"/>
          <ac:spMkLst>
            <pc:docMk/>
            <pc:sldMk cId="4266840583" sldId="335"/>
            <ac:spMk id="45" creationId="{5E6E1F9A-DCB7-B26C-323B-80DA873EF5F8}"/>
          </ac:spMkLst>
        </pc:spChg>
        <pc:spChg chg="mod topLvl">
          <ac:chgData name="Abdul Kamal Nadaf" userId="b2393fd9-b3a9-4805-95f0-0090139a0c14" providerId="ADAL" clId="{5582AB44-D407-4F1D-8617-6093DE0A40DA}" dt="2026-08-27T16:32:57.807" v="3817" actId="12788"/>
          <ac:spMkLst>
            <pc:docMk/>
            <pc:sldMk cId="4266840583" sldId="335"/>
            <ac:spMk id="47" creationId="{D3F1D265-1F18-F87E-9DFA-1D686F0C5B8A}"/>
          </ac:spMkLst>
        </pc:spChg>
        <pc:spChg chg="mod topLvl">
          <ac:chgData name="Abdul Kamal Nadaf" userId="b2393fd9-b3a9-4805-95f0-0090139a0c14" providerId="ADAL" clId="{5582AB44-D407-4F1D-8617-6093DE0A40DA}" dt="2026-08-27T16:33:01.957" v="3818" actId="12788"/>
          <ac:spMkLst>
            <pc:docMk/>
            <pc:sldMk cId="4266840583" sldId="335"/>
            <ac:spMk id="48" creationId="{E2956727-B789-B1D7-6E21-BCBCDC5597E3}"/>
          </ac:spMkLst>
        </pc:spChg>
        <pc:spChg chg="mod topLvl">
          <ac:chgData name="Abdul Kamal Nadaf" userId="b2393fd9-b3a9-4805-95f0-0090139a0c14" providerId="ADAL" clId="{5582AB44-D407-4F1D-8617-6093DE0A40DA}" dt="2026-08-27T16:20:55.804" v="3521" actId="165"/>
          <ac:spMkLst>
            <pc:docMk/>
            <pc:sldMk cId="4266840583" sldId="335"/>
            <ac:spMk id="49" creationId="{03AB07D4-6516-874B-9266-972CBF71ED88}"/>
          </ac:spMkLst>
        </pc:spChg>
        <pc:spChg chg="mod topLvl">
          <ac:chgData name="Abdul Kamal Nadaf" userId="b2393fd9-b3a9-4805-95f0-0090139a0c14" providerId="ADAL" clId="{5582AB44-D407-4F1D-8617-6093DE0A40DA}" dt="2026-08-27T16:20:55.804" v="3521" actId="165"/>
          <ac:spMkLst>
            <pc:docMk/>
            <pc:sldMk cId="4266840583" sldId="335"/>
            <ac:spMk id="51" creationId="{07D013E8-8A01-4E15-3230-AA52BE404387}"/>
          </ac:spMkLst>
        </pc:spChg>
        <pc:spChg chg="mod topLvl">
          <ac:chgData name="Abdul Kamal Nadaf" userId="b2393fd9-b3a9-4805-95f0-0090139a0c14" providerId="ADAL" clId="{5582AB44-D407-4F1D-8617-6093DE0A40DA}" dt="2026-08-27T16:22:36.838" v="3558" actId="12788"/>
          <ac:spMkLst>
            <pc:docMk/>
            <pc:sldMk cId="4266840583" sldId="335"/>
            <ac:spMk id="52" creationId="{BB9490F0-30F8-EA8E-A896-8464B48E6606}"/>
          </ac:spMkLst>
        </pc:spChg>
        <pc:spChg chg="add del">
          <ac:chgData name="Abdul Kamal Nadaf" userId="b2393fd9-b3a9-4805-95f0-0090139a0c14" providerId="ADAL" clId="{5582AB44-D407-4F1D-8617-6093DE0A40DA}" dt="2026-08-27T16:13:06.475" v="3497" actId="478"/>
          <ac:spMkLst>
            <pc:docMk/>
            <pc:sldMk cId="4266840583" sldId="335"/>
            <ac:spMk id="55" creationId="{C0FFAAE9-7BD8-940F-E21D-5DDD7715CE37}"/>
          </ac:spMkLst>
        </pc:spChg>
        <pc:spChg chg="add del">
          <ac:chgData name="Abdul Kamal Nadaf" userId="b2393fd9-b3a9-4805-95f0-0090139a0c14" providerId="ADAL" clId="{5582AB44-D407-4F1D-8617-6093DE0A40DA}" dt="2026-08-27T16:19:17.311" v="3499" actId="22"/>
          <ac:spMkLst>
            <pc:docMk/>
            <pc:sldMk cId="4266840583" sldId="335"/>
            <ac:spMk id="57" creationId="{901EE35F-58A7-7564-61B4-662840815966}"/>
          </ac:spMkLst>
        </pc:spChg>
        <pc:spChg chg="add del mod">
          <ac:chgData name="Abdul Kamal Nadaf" userId="b2393fd9-b3a9-4805-95f0-0090139a0c14" providerId="ADAL" clId="{5582AB44-D407-4F1D-8617-6093DE0A40DA}" dt="2026-08-27T16:21:29.165" v="3533" actId="478"/>
          <ac:spMkLst>
            <pc:docMk/>
            <pc:sldMk cId="4266840583" sldId="335"/>
            <ac:spMk id="59" creationId="{374D0EE8-6073-3819-AE45-C03FEFC33CA2}"/>
          </ac:spMkLst>
        </pc:spChg>
        <pc:spChg chg="add del mod">
          <ac:chgData name="Abdul Kamal Nadaf" userId="b2393fd9-b3a9-4805-95f0-0090139a0c14" providerId="ADAL" clId="{5582AB44-D407-4F1D-8617-6093DE0A40DA}" dt="2026-08-27T16:21:27.822" v="3532" actId="22"/>
          <ac:spMkLst>
            <pc:docMk/>
            <pc:sldMk cId="4266840583" sldId="335"/>
            <ac:spMk id="61" creationId="{0D19DE5B-046A-5AC6-6478-977C5B5CC376}"/>
          </ac:spMkLst>
        </pc:spChg>
        <pc:spChg chg="add del">
          <ac:chgData name="Abdul Kamal Nadaf" userId="b2393fd9-b3a9-4805-95f0-0090139a0c14" providerId="ADAL" clId="{5582AB44-D407-4F1D-8617-6093DE0A40DA}" dt="2026-08-27T16:21:26.689" v="3530" actId="22"/>
          <ac:spMkLst>
            <pc:docMk/>
            <pc:sldMk cId="4266840583" sldId="335"/>
            <ac:spMk id="64" creationId="{A5A93E6E-CEF9-CC02-6380-3D95B0629381}"/>
          </ac:spMkLst>
        </pc:spChg>
        <pc:spChg chg="add mod">
          <ac:chgData name="Abdul Kamal Nadaf" userId="b2393fd9-b3a9-4805-95f0-0090139a0c14" providerId="ADAL" clId="{5582AB44-D407-4F1D-8617-6093DE0A40DA}" dt="2026-08-27T16:32:54.608" v="3816" actId="12788"/>
          <ac:spMkLst>
            <pc:docMk/>
            <pc:sldMk cId="4266840583" sldId="335"/>
            <ac:spMk id="65" creationId="{F5189D9D-6228-237D-6792-2EE6216E8089}"/>
          </ac:spMkLst>
        </pc:spChg>
        <pc:spChg chg="add del">
          <ac:chgData name="Abdul Kamal Nadaf" userId="b2393fd9-b3a9-4805-95f0-0090139a0c14" providerId="ADAL" clId="{5582AB44-D407-4F1D-8617-6093DE0A40DA}" dt="2026-08-27T16:21:51.670" v="3541" actId="22"/>
          <ac:spMkLst>
            <pc:docMk/>
            <pc:sldMk cId="4266840583" sldId="335"/>
            <ac:spMk id="67" creationId="{6FDE13B7-40E0-164C-5409-3CB4A4CD7AAA}"/>
          </ac:spMkLst>
        </pc:spChg>
        <pc:spChg chg="add mod">
          <ac:chgData name="Abdul Kamal Nadaf" userId="b2393fd9-b3a9-4805-95f0-0090139a0c14" providerId="ADAL" clId="{5582AB44-D407-4F1D-8617-6093DE0A40DA}" dt="2026-08-27T16:32:57.807" v="3817" actId="12788"/>
          <ac:spMkLst>
            <pc:docMk/>
            <pc:sldMk cId="4266840583" sldId="335"/>
            <ac:spMk id="75" creationId="{B790B25A-075F-B096-45F8-B4A4313E1117}"/>
          </ac:spMkLst>
        </pc:spChg>
        <pc:spChg chg="add mod">
          <ac:chgData name="Abdul Kamal Nadaf" userId="b2393fd9-b3a9-4805-95f0-0090139a0c14" providerId="ADAL" clId="{5582AB44-D407-4F1D-8617-6093DE0A40DA}" dt="2026-08-27T16:33:01.957" v="3818" actId="12788"/>
          <ac:spMkLst>
            <pc:docMk/>
            <pc:sldMk cId="4266840583" sldId="335"/>
            <ac:spMk id="81" creationId="{55BB5E6B-B36F-8C8F-1942-C7AA27B06AB5}"/>
          </ac:spMkLst>
        </pc:spChg>
        <pc:spChg chg="add mod">
          <ac:chgData name="Abdul Kamal Nadaf" userId="b2393fd9-b3a9-4805-95f0-0090139a0c14" providerId="ADAL" clId="{5582AB44-D407-4F1D-8617-6093DE0A40DA}" dt="2026-08-27T16:24:23.142" v="3587" actId="113"/>
          <ac:spMkLst>
            <pc:docMk/>
            <pc:sldMk cId="4266840583" sldId="335"/>
            <ac:spMk id="85" creationId="{B83E8C23-39C6-BA6B-8C4A-540E863FB734}"/>
          </ac:spMkLst>
        </pc:spChg>
        <pc:spChg chg="del mod">
          <ac:chgData name="Abdul Kamal Nadaf" userId="b2393fd9-b3a9-4805-95f0-0090139a0c14" providerId="ADAL" clId="{5582AB44-D407-4F1D-8617-6093DE0A40DA}" dt="2026-08-27T16:31:38.815" v="3802" actId="478"/>
          <ac:spMkLst>
            <pc:docMk/>
            <pc:sldMk cId="4266840583" sldId="335"/>
            <ac:spMk id="86" creationId="{8A77C6B6-B185-24D6-BD11-515A38B2CC1A}"/>
          </ac:spMkLst>
        </pc:spChg>
        <pc:spChg chg="del mod">
          <ac:chgData name="Abdul Kamal Nadaf" userId="b2393fd9-b3a9-4805-95f0-0090139a0c14" providerId="ADAL" clId="{5582AB44-D407-4F1D-8617-6093DE0A40DA}" dt="2026-08-27T16:31:38.815" v="3802" actId="478"/>
          <ac:spMkLst>
            <pc:docMk/>
            <pc:sldMk cId="4266840583" sldId="335"/>
            <ac:spMk id="88" creationId="{A4E8DA7A-BDB9-EF17-6D68-DD06DC6EFF29}"/>
          </ac:spMkLst>
        </pc:spChg>
        <pc:spChg chg="del mod">
          <ac:chgData name="Abdul Kamal Nadaf" userId="b2393fd9-b3a9-4805-95f0-0090139a0c14" providerId="ADAL" clId="{5582AB44-D407-4F1D-8617-6093DE0A40DA}" dt="2026-08-27T16:31:38.815" v="3802" actId="478"/>
          <ac:spMkLst>
            <pc:docMk/>
            <pc:sldMk cId="4266840583" sldId="335"/>
            <ac:spMk id="98" creationId="{A1E14D94-C3BE-F56B-4EAA-8E9EABCFC3F6}"/>
          </ac:spMkLst>
        </pc:spChg>
        <pc:spChg chg="del mod">
          <ac:chgData name="Abdul Kamal Nadaf" userId="b2393fd9-b3a9-4805-95f0-0090139a0c14" providerId="ADAL" clId="{5582AB44-D407-4F1D-8617-6093DE0A40DA}" dt="2026-08-27T16:31:38.815" v="3802" actId="478"/>
          <ac:spMkLst>
            <pc:docMk/>
            <pc:sldMk cId="4266840583" sldId="335"/>
            <ac:spMk id="102" creationId="{ACB2C862-B31A-3FBB-3935-73F5CB81195E}"/>
          </ac:spMkLst>
        </pc:spChg>
        <pc:spChg chg="del mod">
          <ac:chgData name="Abdul Kamal Nadaf" userId="b2393fd9-b3a9-4805-95f0-0090139a0c14" providerId="ADAL" clId="{5582AB44-D407-4F1D-8617-6093DE0A40DA}" dt="2026-08-27T16:31:38.815" v="3802" actId="478"/>
          <ac:spMkLst>
            <pc:docMk/>
            <pc:sldMk cId="4266840583" sldId="335"/>
            <ac:spMk id="109" creationId="{0D318A5B-F51F-5CEF-BE88-670D322233AF}"/>
          </ac:spMkLst>
        </pc:spChg>
        <pc:spChg chg="del">
          <ac:chgData name="Abdul Kamal Nadaf" userId="b2393fd9-b3a9-4805-95f0-0090139a0c14" providerId="ADAL" clId="{5582AB44-D407-4F1D-8617-6093DE0A40DA}" dt="2026-08-27T16:31:38.815" v="3802" actId="478"/>
          <ac:spMkLst>
            <pc:docMk/>
            <pc:sldMk cId="4266840583" sldId="335"/>
            <ac:spMk id="111" creationId="{5D0543BE-328D-2542-1B87-16F2437AA278}"/>
          </ac:spMkLst>
        </pc:spChg>
        <pc:spChg chg="del mod">
          <ac:chgData name="Abdul Kamal Nadaf" userId="b2393fd9-b3a9-4805-95f0-0090139a0c14" providerId="ADAL" clId="{5582AB44-D407-4F1D-8617-6093DE0A40DA}" dt="2026-08-27T16:31:38.815" v="3802" actId="478"/>
          <ac:spMkLst>
            <pc:docMk/>
            <pc:sldMk cId="4266840583" sldId="335"/>
            <ac:spMk id="114" creationId="{C9D0DE58-A1B8-1973-D2A4-AA8C719575C9}"/>
          </ac:spMkLst>
        </pc:spChg>
        <pc:spChg chg="del mod">
          <ac:chgData name="Abdul Kamal Nadaf" userId="b2393fd9-b3a9-4805-95f0-0090139a0c14" providerId="ADAL" clId="{5582AB44-D407-4F1D-8617-6093DE0A40DA}" dt="2026-08-27T16:31:38.815" v="3802" actId="478"/>
          <ac:spMkLst>
            <pc:docMk/>
            <pc:sldMk cId="4266840583" sldId="335"/>
            <ac:spMk id="119" creationId="{C1AA3518-E5DF-BA69-363A-8162F02F1880}"/>
          </ac:spMkLst>
        </pc:spChg>
        <pc:spChg chg="del mod">
          <ac:chgData name="Abdul Kamal Nadaf" userId="b2393fd9-b3a9-4805-95f0-0090139a0c14" providerId="ADAL" clId="{5582AB44-D407-4F1D-8617-6093DE0A40DA}" dt="2026-08-27T16:31:38.815" v="3802" actId="478"/>
          <ac:spMkLst>
            <pc:docMk/>
            <pc:sldMk cId="4266840583" sldId="335"/>
            <ac:spMk id="120" creationId="{D3C6DAF9-B391-0A81-B84D-B4BA9B9AA9E7}"/>
          </ac:spMkLst>
        </pc:spChg>
        <pc:spChg chg="del mod">
          <ac:chgData name="Abdul Kamal Nadaf" userId="b2393fd9-b3a9-4805-95f0-0090139a0c14" providerId="ADAL" clId="{5582AB44-D407-4F1D-8617-6093DE0A40DA}" dt="2026-08-27T16:31:38.815" v="3802" actId="478"/>
          <ac:spMkLst>
            <pc:docMk/>
            <pc:sldMk cId="4266840583" sldId="335"/>
            <ac:spMk id="121" creationId="{A517EED6-811C-8054-D741-6F8E485CB8A5}"/>
          </ac:spMkLst>
        </pc:spChg>
        <pc:spChg chg="add mod">
          <ac:chgData name="Abdul Kamal Nadaf" userId="b2393fd9-b3a9-4805-95f0-0090139a0c14" providerId="ADAL" clId="{5582AB44-D407-4F1D-8617-6093DE0A40DA}" dt="2026-08-27T16:25:32.024" v="3603" actId="3064"/>
          <ac:spMkLst>
            <pc:docMk/>
            <pc:sldMk cId="4266840583" sldId="335"/>
            <ac:spMk id="124" creationId="{23E60F3F-AE2B-A377-637B-443B5837AF3C}"/>
          </ac:spMkLst>
        </pc:spChg>
        <pc:spChg chg="add del mod ord">
          <ac:chgData name="Abdul Kamal Nadaf" userId="b2393fd9-b3a9-4805-95f0-0090139a0c14" providerId="ADAL" clId="{5582AB44-D407-4F1D-8617-6093DE0A40DA}" dt="2026-08-27T16:32:31.643" v="3813" actId="14100"/>
          <ac:spMkLst>
            <pc:docMk/>
            <pc:sldMk cId="4266840583" sldId="335"/>
            <ac:spMk id="125" creationId="{0EFB2F7B-2F37-2149-9075-B466544D067A}"/>
          </ac:spMkLst>
        </pc:spChg>
        <pc:spChg chg="mod">
          <ac:chgData name="Abdul Kamal Nadaf" userId="b2393fd9-b3a9-4805-95f0-0090139a0c14" providerId="ADAL" clId="{5582AB44-D407-4F1D-8617-6093DE0A40DA}" dt="2026-08-27T16:30:39.052" v="3791" actId="207"/>
          <ac:spMkLst>
            <pc:docMk/>
            <pc:sldMk cId="4266840583" sldId="335"/>
            <ac:spMk id="127" creationId="{131C29C8-3D62-AB89-5D89-519D24F00AAA}"/>
          </ac:spMkLst>
        </pc:spChg>
        <pc:spChg chg="del mod">
          <ac:chgData name="Abdul Kamal Nadaf" userId="b2393fd9-b3a9-4805-95f0-0090139a0c14" providerId="ADAL" clId="{5582AB44-D407-4F1D-8617-6093DE0A40DA}" dt="2026-08-27T16:26:58.789" v="3622" actId="478"/>
          <ac:spMkLst>
            <pc:docMk/>
            <pc:sldMk cId="4266840583" sldId="335"/>
            <ac:spMk id="128" creationId="{AA725B83-6FDE-5519-ECA8-C7C721D8965D}"/>
          </ac:spMkLst>
        </pc:spChg>
        <pc:spChg chg="mod">
          <ac:chgData name="Abdul Kamal Nadaf" userId="b2393fd9-b3a9-4805-95f0-0090139a0c14" providerId="ADAL" clId="{5582AB44-D407-4F1D-8617-6093DE0A40DA}" dt="2026-08-27T16:29:36.870" v="3765" actId="1076"/>
          <ac:spMkLst>
            <pc:docMk/>
            <pc:sldMk cId="4266840583" sldId="335"/>
            <ac:spMk id="129" creationId="{EDCC67AC-4E45-1BAC-58BE-3803AE245B3E}"/>
          </ac:spMkLst>
        </pc:spChg>
        <pc:spChg chg="mod">
          <ac:chgData name="Abdul Kamal Nadaf" userId="b2393fd9-b3a9-4805-95f0-0090139a0c14" providerId="ADAL" clId="{5582AB44-D407-4F1D-8617-6093DE0A40DA}" dt="2026-08-27T16:30:39.052" v="3791" actId="207"/>
          <ac:spMkLst>
            <pc:docMk/>
            <pc:sldMk cId="4266840583" sldId="335"/>
            <ac:spMk id="130" creationId="{2A083CF8-5844-B26C-9379-7020AE8C4302}"/>
          </ac:spMkLst>
        </pc:spChg>
        <pc:spChg chg="mod">
          <ac:chgData name="Abdul Kamal Nadaf" userId="b2393fd9-b3a9-4805-95f0-0090139a0c14" providerId="ADAL" clId="{5582AB44-D407-4F1D-8617-6093DE0A40DA}" dt="2026-08-27T16:27:03.243" v="3626" actId="21"/>
          <ac:spMkLst>
            <pc:docMk/>
            <pc:sldMk cId="4266840583" sldId="335"/>
            <ac:spMk id="131" creationId="{928D38A8-2C77-1955-EC7B-64328D6F6522}"/>
          </ac:spMkLst>
        </pc:spChg>
        <pc:spChg chg="mod">
          <ac:chgData name="Abdul Kamal Nadaf" userId="b2393fd9-b3a9-4805-95f0-0090139a0c14" providerId="ADAL" clId="{5582AB44-D407-4F1D-8617-6093DE0A40DA}" dt="2026-08-27T16:29:42.113" v="3767" actId="1076"/>
          <ac:spMkLst>
            <pc:docMk/>
            <pc:sldMk cId="4266840583" sldId="335"/>
            <ac:spMk id="132" creationId="{4F79D183-4402-537C-2A0A-FF8117B7F431}"/>
          </ac:spMkLst>
        </pc:spChg>
        <pc:spChg chg="mod">
          <ac:chgData name="Abdul Kamal Nadaf" userId="b2393fd9-b3a9-4805-95f0-0090139a0c14" providerId="ADAL" clId="{5582AB44-D407-4F1D-8617-6093DE0A40DA}" dt="2026-08-27T16:30:39.052" v="3791" actId="207"/>
          <ac:spMkLst>
            <pc:docMk/>
            <pc:sldMk cId="4266840583" sldId="335"/>
            <ac:spMk id="133" creationId="{C4991A38-E5C2-2E54-A0AB-6BA5817CE612}"/>
          </ac:spMkLst>
        </pc:spChg>
        <pc:spChg chg="del mod">
          <ac:chgData name="Abdul Kamal Nadaf" userId="b2393fd9-b3a9-4805-95f0-0090139a0c14" providerId="ADAL" clId="{5582AB44-D407-4F1D-8617-6093DE0A40DA}" dt="2026-08-27T16:27:11.429" v="3633" actId="478"/>
          <ac:spMkLst>
            <pc:docMk/>
            <pc:sldMk cId="4266840583" sldId="335"/>
            <ac:spMk id="134" creationId="{ADCFEB8A-0CB6-EED1-FA56-026E0E498425}"/>
          </ac:spMkLst>
        </pc:spChg>
        <pc:spChg chg="mod">
          <ac:chgData name="Abdul Kamal Nadaf" userId="b2393fd9-b3a9-4805-95f0-0090139a0c14" providerId="ADAL" clId="{5582AB44-D407-4F1D-8617-6093DE0A40DA}" dt="2026-08-27T16:30:00.949" v="3779" actId="1076"/>
          <ac:spMkLst>
            <pc:docMk/>
            <pc:sldMk cId="4266840583" sldId="335"/>
            <ac:spMk id="135" creationId="{70E76095-9874-757D-E19E-C2D91075AC88}"/>
          </ac:spMkLst>
        </pc:spChg>
        <pc:spChg chg="mod">
          <ac:chgData name="Abdul Kamal Nadaf" userId="b2393fd9-b3a9-4805-95f0-0090139a0c14" providerId="ADAL" clId="{5582AB44-D407-4F1D-8617-6093DE0A40DA}" dt="2026-08-27T16:30:39.052" v="3791" actId="207"/>
          <ac:spMkLst>
            <pc:docMk/>
            <pc:sldMk cId="4266840583" sldId="335"/>
            <ac:spMk id="136" creationId="{74A6A210-2AE5-E3F9-A334-C854CFDE7C29}"/>
          </ac:spMkLst>
        </pc:spChg>
        <pc:spChg chg="del mod">
          <ac:chgData name="Abdul Kamal Nadaf" userId="b2393fd9-b3a9-4805-95f0-0090139a0c14" providerId="ADAL" clId="{5582AB44-D407-4F1D-8617-6093DE0A40DA}" dt="2026-08-27T16:27:25.511" v="3639" actId="478"/>
          <ac:spMkLst>
            <pc:docMk/>
            <pc:sldMk cId="4266840583" sldId="335"/>
            <ac:spMk id="137" creationId="{509B592E-FCF0-C3A7-11DD-14A2763F865E}"/>
          </ac:spMkLst>
        </pc:spChg>
        <pc:spChg chg="mod">
          <ac:chgData name="Abdul Kamal Nadaf" userId="b2393fd9-b3a9-4805-95f0-0090139a0c14" providerId="ADAL" clId="{5582AB44-D407-4F1D-8617-6093DE0A40DA}" dt="2026-08-27T16:30:20.130" v="3785" actId="1076"/>
          <ac:spMkLst>
            <pc:docMk/>
            <pc:sldMk cId="4266840583" sldId="335"/>
            <ac:spMk id="138" creationId="{BFEB36EB-59AB-93E0-F2EF-868CBF51367E}"/>
          </ac:spMkLst>
        </pc:spChg>
        <pc:spChg chg="mod">
          <ac:chgData name="Abdul Kamal Nadaf" userId="b2393fd9-b3a9-4805-95f0-0090139a0c14" providerId="ADAL" clId="{5582AB44-D407-4F1D-8617-6093DE0A40DA}" dt="2026-08-27T16:30:39.052" v="3791" actId="207"/>
          <ac:spMkLst>
            <pc:docMk/>
            <pc:sldMk cId="4266840583" sldId="335"/>
            <ac:spMk id="139" creationId="{AD2D052C-6062-EACF-86D0-2A5BD2F7A27D}"/>
          </ac:spMkLst>
        </pc:spChg>
        <pc:spChg chg="del mod">
          <ac:chgData name="Abdul Kamal Nadaf" userId="b2393fd9-b3a9-4805-95f0-0090139a0c14" providerId="ADAL" clId="{5582AB44-D407-4F1D-8617-6093DE0A40DA}" dt="2026-08-27T16:27:31.465" v="3644" actId="478"/>
          <ac:spMkLst>
            <pc:docMk/>
            <pc:sldMk cId="4266840583" sldId="335"/>
            <ac:spMk id="140" creationId="{674BF5A8-0D1A-14E2-CBD3-9D933233C492}"/>
          </ac:spMkLst>
        </pc:spChg>
        <pc:spChg chg="mod">
          <ac:chgData name="Abdul Kamal Nadaf" userId="b2393fd9-b3a9-4805-95f0-0090139a0c14" providerId="ADAL" clId="{5582AB44-D407-4F1D-8617-6093DE0A40DA}" dt="2026-08-27T16:30:27.785" v="3788" actId="1076"/>
          <ac:spMkLst>
            <pc:docMk/>
            <pc:sldMk cId="4266840583" sldId="335"/>
            <ac:spMk id="141" creationId="{4ADC5502-9BC2-3E8B-C414-46ACD4422175}"/>
          </ac:spMkLst>
        </pc:spChg>
        <pc:spChg chg="mod">
          <ac:chgData name="Abdul Kamal Nadaf" userId="b2393fd9-b3a9-4805-95f0-0090139a0c14" providerId="ADAL" clId="{5582AB44-D407-4F1D-8617-6093DE0A40DA}" dt="2026-08-27T16:30:39.052" v="3791" actId="207"/>
          <ac:spMkLst>
            <pc:docMk/>
            <pc:sldMk cId="4266840583" sldId="335"/>
            <ac:spMk id="142" creationId="{2769A1F1-1CBA-399E-0395-84C08A4B0779}"/>
          </ac:spMkLst>
        </pc:spChg>
        <pc:spChg chg="del mod">
          <ac:chgData name="Abdul Kamal Nadaf" userId="b2393fd9-b3a9-4805-95f0-0090139a0c14" providerId="ADAL" clId="{5582AB44-D407-4F1D-8617-6093DE0A40DA}" dt="2026-08-27T16:27:41.205" v="3651" actId="478"/>
          <ac:spMkLst>
            <pc:docMk/>
            <pc:sldMk cId="4266840583" sldId="335"/>
            <ac:spMk id="143" creationId="{0229E4AF-5E07-AB0E-D41A-184DD90C004A}"/>
          </ac:spMkLst>
        </pc:spChg>
        <pc:spChg chg="del mod">
          <ac:chgData name="Abdul Kamal Nadaf" userId="b2393fd9-b3a9-4805-95f0-0090139a0c14" providerId="ADAL" clId="{5582AB44-D407-4F1D-8617-6093DE0A40DA}" dt="2026-08-27T16:31:22.153" v="3800" actId="478"/>
          <ac:spMkLst>
            <pc:docMk/>
            <pc:sldMk cId="4266840583" sldId="335"/>
            <ac:spMk id="144" creationId="{992C02F8-8370-53DE-B481-A85C5F7256F1}"/>
          </ac:spMkLst>
        </pc:spChg>
        <pc:spChg chg="del mod">
          <ac:chgData name="Abdul Kamal Nadaf" userId="b2393fd9-b3a9-4805-95f0-0090139a0c14" providerId="ADAL" clId="{5582AB44-D407-4F1D-8617-6093DE0A40DA}" dt="2026-08-27T16:31:22.153" v="3800" actId="478"/>
          <ac:spMkLst>
            <pc:docMk/>
            <pc:sldMk cId="4266840583" sldId="335"/>
            <ac:spMk id="145" creationId="{ADF0FFD5-85C0-2854-C611-287C591BC239}"/>
          </ac:spMkLst>
        </pc:spChg>
        <pc:spChg chg="add mod">
          <ac:chgData name="Abdul Kamal Nadaf" userId="b2393fd9-b3a9-4805-95f0-0090139a0c14" providerId="ADAL" clId="{5582AB44-D407-4F1D-8617-6093DE0A40DA}" dt="2026-08-27T16:25:05.058" v="3599" actId="255"/>
          <ac:spMkLst>
            <pc:docMk/>
            <pc:sldMk cId="4266840583" sldId="335"/>
            <ac:spMk id="146" creationId="{356D16DD-5587-5BE9-32AA-34BAB2622384}"/>
          </ac:spMkLst>
        </pc:spChg>
        <pc:spChg chg="add mod">
          <ac:chgData name="Abdul Kamal Nadaf" userId="b2393fd9-b3a9-4805-95f0-0090139a0c14" providerId="ADAL" clId="{5582AB44-D407-4F1D-8617-6093DE0A40DA}" dt="2026-08-27T16:31:19.870" v="3799" actId="207"/>
          <ac:spMkLst>
            <pc:docMk/>
            <pc:sldMk cId="4266840583" sldId="335"/>
            <ac:spMk id="148" creationId="{2648C015-1931-9F4C-1885-4FFA2EE154B6}"/>
          </ac:spMkLst>
        </pc:spChg>
        <pc:spChg chg="add del mod ord">
          <ac:chgData name="Abdul Kamal Nadaf" userId="b2393fd9-b3a9-4805-95f0-0090139a0c14" providerId="ADAL" clId="{5582AB44-D407-4F1D-8617-6093DE0A40DA}" dt="2026-08-27T16:30:30.482" v="3790" actId="478"/>
          <ac:spMkLst>
            <pc:docMk/>
            <pc:sldMk cId="4266840583" sldId="335"/>
            <ac:spMk id="149" creationId="{F1C5C926-7F69-0360-8F87-31358FF54725}"/>
          </ac:spMkLst>
        </pc:spChg>
        <pc:spChg chg="add del mod">
          <ac:chgData name="Abdul Kamal Nadaf" userId="b2393fd9-b3a9-4805-95f0-0090139a0c14" providerId="ADAL" clId="{5582AB44-D407-4F1D-8617-6093DE0A40DA}" dt="2026-08-27T16:29:54.696" v="3775" actId="478"/>
          <ac:spMkLst>
            <pc:docMk/>
            <pc:sldMk cId="4266840583" sldId="335"/>
            <ac:spMk id="150" creationId="{933E0EBA-A2D9-1DCF-8F9D-CB89BD97B1D2}"/>
          </ac:spMkLst>
        </pc:spChg>
        <pc:grpChg chg="del">
          <ac:chgData name="Abdul Kamal Nadaf" userId="b2393fd9-b3a9-4805-95f0-0090139a0c14" providerId="ADAL" clId="{5582AB44-D407-4F1D-8617-6093DE0A40DA}" dt="2026-08-27T16:09:15.522" v="3460" actId="478"/>
          <ac:grpSpMkLst>
            <pc:docMk/>
            <pc:sldMk cId="4266840583" sldId="335"/>
            <ac:grpSpMk id="6" creationId="{44BBB146-6A00-88D6-3A70-B9DEC93F5D9B}"/>
          </ac:grpSpMkLst>
        </pc:grpChg>
        <pc:grpChg chg="mod">
          <ac:chgData name="Abdul Kamal Nadaf" userId="b2393fd9-b3a9-4805-95f0-0090139a0c14" providerId="ADAL" clId="{5582AB44-D407-4F1D-8617-6093DE0A40DA}" dt="2026-08-27T16:09:56.411" v="3466" actId="1076"/>
          <ac:grpSpMkLst>
            <pc:docMk/>
            <pc:sldMk cId="4266840583" sldId="335"/>
            <ac:grpSpMk id="12" creationId="{0BBD4CBD-DA95-D947-E76A-59400B5C91E9}"/>
          </ac:grpSpMkLst>
        </pc:grpChg>
        <pc:grpChg chg="del mod">
          <ac:chgData name="Abdul Kamal Nadaf" userId="b2393fd9-b3a9-4805-95f0-0090139a0c14" providerId="ADAL" clId="{5582AB44-D407-4F1D-8617-6093DE0A40DA}" dt="2026-08-27T16:20:55.804" v="3521" actId="165"/>
          <ac:grpSpMkLst>
            <pc:docMk/>
            <pc:sldMk cId="4266840583" sldId="335"/>
            <ac:grpSpMk id="14" creationId="{A488EFDC-D956-8D21-371A-12FE19325EFE}"/>
          </ac:grpSpMkLst>
        </pc:grpChg>
        <pc:grpChg chg="del mod">
          <ac:chgData name="Abdul Kamal Nadaf" userId="b2393fd9-b3a9-4805-95f0-0090139a0c14" providerId="ADAL" clId="{5582AB44-D407-4F1D-8617-6093DE0A40DA}" dt="2026-08-27T16:09:23.177" v="3462" actId="478"/>
          <ac:grpSpMkLst>
            <pc:docMk/>
            <pc:sldMk cId="4266840583" sldId="335"/>
            <ac:grpSpMk id="87" creationId="{B482559B-27C7-A423-BBDD-C8C9A9103688}"/>
          </ac:grpSpMkLst>
        </pc:grpChg>
        <pc:picChg chg="mod">
          <ac:chgData name="Abdul Kamal Nadaf" userId="b2393fd9-b3a9-4805-95f0-0090139a0c14" providerId="ADAL" clId="{5582AB44-D407-4F1D-8617-6093DE0A40DA}" dt="2026-08-27T16:55:50.357" v="3846" actId="1037"/>
          <ac:picMkLst>
            <pc:docMk/>
            <pc:sldMk cId="4266840583" sldId="335"/>
            <ac:picMk id="29" creationId="{E8473FB1-C14E-A639-01C7-87DC734845FA}"/>
          </ac:picMkLst>
        </pc:picChg>
        <pc:picChg chg="mod">
          <ac:chgData name="Abdul Kamal Nadaf" userId="b2393fd9-b3a9-4805-95f0-0090139a0c14" providerId="ADAL" clId="{5582AB44-D407-4F1D-8617-6093DE0A40DA}" dt="2026-08-27T16:55:48.798" v="3844" actId="1037"/>
          <ac:picMkLst>
            <pc:docMk/>
            <pc:sldMk cId="4266840583" sldId="335"/>
            <ac:picMk id="30" creationId="{39F64EBB-1B53-2BE3-07E8-235E3B1F22ED}"/>
          </ac:picMkLst>
        </pc:picChg>
        <pc:picChg chg="mod">
          <ac:chgData name="Abdul Kamal Nadaf" userId="b2393fd9-b3a9-4805-95f0-0090139a0c14" providerId="ADAL" clId="{5582AB44-D407-4F1D-8617-6093DE0A40DA}" dt="2026-08-27T16:55:46.575" v="3842" actId="1037"/>
          <ac:picMkLst>
            <pc:docMk/>
            <pc:sldMk cId="4266840583" sldId="335"/>
            <ac:picMk id="32" creationId="{2C51E176-AD43-F168-00C0-B10E2DA1DB1B}"/>
          </ac:picMkLst>
        </pc:picChg>
        <pc:picChg chg="mod">
          <ac:chgData name="Abdul Kamal Nadaf" userId="b2393fd9-b3a9-4805-95f0-0090139a0c14" providerId="ADAL" clId="{5582AB44-D407-4F1D-8617-6093DE0A40DA}" dt="2026-08-27T16:55:56.683" v="3851" actId="1035"/>
          <ac:picMkLst>
            <pc:docMk/>
            <pc:sldMk cId="4266840583" sldId="335"/>
            <ac:picMk id="33" creationId="{EA185757-128B-5492-68ED-6BE0FCD8E92A}"/>
          </ac:picMkLst>
        </pc:picChg>
        <pc:picChg chg="mod">
          <ac:chgData name="Abdul Kamal Nadaf" userId="b2393fd9-b3a9-4805-95f0-0090139a0c14" providerId="ADAL" clId="{5582AB44-D407-4F1D-8617-6093DE0A40DA}" dt="2026-08-27T16:56:07.649" v="3857" actId="1037"/>
          <ac:picMkLst>
            <pc:docMk/>
            <pc:sldMk cId="4266840583" sldId="335"/>
            <ac:picMk id="34" creationId="{BE753437-D645-009C-6C94-70F1FEE615E3}"/>
          </ac:picMkLst>
        </pc:picChg>
        <pc:picChg chg="mod">
          <ac:chgData name="Abdul Kamal Nadaf" userId="b2393fd9-b3a9-4805-95f0-0090139a0c14" providerId="ADAL" clId="{5582AB44-D407-4F1D-8617-6093DE0A40DA}" dt="2026-08-27T16:56:08.918" v="3859" actId="1037"/>
          <ac:picMkLst>
            <pc:docMk/>
            <pc:sldMk cId="4266840583" sldId="335"/>
            <ac:picMk id="35" creationId="{869ABB75-4DFB-4054-24A7-B55C4F00D19C}"/>
          </ac:picMkLst>
        </pc:picChg>
        <pc:cxnChg chg="del">
          <ac:chgData name="Abdul Kamal Nadaf" userId="b2393fd9-b3a9-4805-95f0-0090139a0c14" providerId="ADAL" clId="{5582AB44-D407-4F1D-8617-6093DE0A40DA}" dt="2026-08-27T16:09:10.301" v="3457" actId="478"/>
          <ac:cxnSpMkLst>
            <pc:docMk/>
            <pc:sldMk cId="4266840583" sldId="335"/>
            <ac:cxnSpMk id="69" creationId="{36FAB374-DD64-E49A-D5A0-721938FA03B2}"/>
          </ac:cxnSpMkLst>
        </pc:cxnChg>
        <pc:cxnChg chg="del">
          <ac:chgData name="Abdul Kamal Nadaf" userId="b2393fd9-b3a9-4805-95f0-0090139a0c14" providerId="ADAL" clId="{5582AB44-D407-4F1D-8617-6093DE0A40DA}" dt="2026-08-27T16:09:12.422" v="3458" actId="478"/>
          <ac:cxnSpMkLst>
            <pc:docMk/>
            <pc:sldMk cId="4266840583" sldId="335"/>
            <ac:cxnSpMk id="70" creationId="{E44EEECF-80C2-CC87-94EB-39DDD90C13A3}"/>
          </ac:cxnSpMkLst>
        </pc:cxnChg>
        <pc:cxnChg chg="del">
          <ac:chgData name="Abdul Kamal Nadaf" userId="b2393fd9-b3a9-4805-95f0-0090139a0c14" providerId="ADAL" clId="{5582AB44-D407-4F1D-8617-6093DE0A40DA}" dt="2026-08-27T16:09:14.130" v="3459" actId="478"/>
          <ac:cxnSpMkLst>
            <pc:docMk/>
            <pc:sldMk cId="4266840583" sldId="335"/>
            <ac:cxnSpMk id="72" creationId="{0493A95F-3EB5-9180-7E30-69B5509B4181}"/>
          </ac:cxnSpMkLst>
        </pc:cxnChg>
        <pc:cxnChg chg="del">
          <ac:chgData name="Abdul Kamal Nadaf" userId="b2393fd9-b3a9-4805-95f0-0090139a0c14" providerId="ADAL" clId="{5582AB44-D407-4F1D-8617-6093DE0A40DA}" dt="2026-08-27T16:09:15.522" v="3460" actId="478"/>
          <ac:cxnSpMkLst>
            <pc:docMk/>
            <pc:sldMk cId="4266840583" sldId="335"/>
            <ac:cxnSpMk id="77" creationId="{D9273166-C8E8-9B5D-79EE-C0C29E525B30}"/>
          </ac:cxnSpMkLst>
        </pc:cxnChg>
        <pc:cxnChg chg="add del">
          <ac:chgData name="Abdul Kamal Nadaf" userId="b2393fd9-b3a9-4805-95f0-0090139a0c14" providerId="ADAL" clId="{5582AB44-D407-4F1D-8617-6093DE0A40DA}" dt="2026-08-27T16:32:40.964" v="3815" actId="478"/>
          <ac:cxnSpMkLst>
            <pc:docMk/>
            <pc:sldMk cId="4266840583" sldId="335"/>
            <ac:cxnSpMk id="152" creationId="{E14DEF0D-259C-FCF4-DE9A-E2D98821BCC1}"/>
          </ac:cxnSpMkLst>
        </pc:cxnChg>
        <pc:cxnChg chg="add del mod">
          <ac:chgData name="Abdul Kamal Nadaf" userId="b2393fd9-b3a9-4805-95f0-0090139a0c14" providerId="ADAL" clId="{5582AB44-D407-4F1D-8617-6093DE0A40DA}" dt="2026-08-27T16:55:42.642" v="3836" actId="478"/>
          <ac:cxnSpMkLst>
            <pc:docMk/>
            <pc:sldMk cId="4266840583" sldId="335"/>
            <ac:cxnSpMk id="154" creationId="{C6C01410-0E11-6561-F4CA-B006B0B74E75}"/>
          </ac:cxnSpMkLst>
        </pc:cxnChg>
        <pc:cxnChg chg="add del mod">
          <ac:chgData name="Abdul Kamal Nadaf" userId="b2393fd9-b3a9-4805-95f0-0090139a0c14" providerId="ADAL" clId="{5582AB44-D407-4F1D-8617-6093DE0A40DA}" dt="2026-08-27T16:55:41.962" v="3835" actId="478"/>
          <ac:cxnSpMkLst>
            <pc:docMk/>
            <pc:sldMk cId="4266840583" sldId="335"/>
            <ac:cxnSpMk id="155" creationId="{7E117E37-EF49-7C3F-418F-15CDE1BC0F97}"/>
          </ac:cxnSpMkLst>
        </pc:cxnChg>
        <pc:cxnChg chg="add del mod">
          <ac:chgData name="Abdul Kamal Nadaf" userId="b2393fd9-b3a9-4805-95f0-0090139a0c14" providerId="ADAL" clId="{5582AB44-D407-4F1D-8617-6093DE0A40DA}" dt="2026-08-27T16:56:28.560" v="3862" actId="478"/>
          <ac:cxnSpMkLst>
            <pc:docMk/>
            <pc:sldMk cId="4266840583" sldId="335"/>
            <ac:cxnSpMk id="157" creationId="{CABF2C99-DA11-57E8-0BB5-D53D0747C959}"/>
          </ac:cxnSpMkLst>
        </pc:cxnChg>
      </pc:sldChg>
      <pc:sldChg chg="addSp delSp modSp mod">
        <pc:chgData name="Abdul Kamal Nadaf" userId="b2393fd9-b3a9-4805-95f0-0090139a0c14" providerId="ADAL" clId="{5582AB44-D407-4F1D-8617-6093DE0A40DA}" dt="2026-08-27T15:17:35.440" v="2734" actId="478"/>
        <pc:sldMkLst>
          <pc:docMk/>
          <pc:sldMk cId="1886353312" sldId="2146848419"/>
        </pc:sldMkLst>
        <pc:spChg chg="add del mod">
          <ac:chgData name="Abdul Kamal Nadaf" userId="b2393fd9-b3a9-4805-95f0-0090139a0c14" providerId="ADAL" clId="{5582AB44-D407-4F1D-8617-6093DE0A40DA}" dt="2026-08-27T14:07:28.438" v="1828" actId="22"/>
          <ac:spMkLst>
            <pc:docMk/>
            <pc:sldMk cId="1886353312" sldId="2146848419"/>
            <ac:spMk id="4" creationId="{DA858647-573E-3535-9F52-3923C6C62A84}"/>
          </ac:spMkLst>
        </pc:spChg>
        <pc:spChg chg="del mod">
          <ac:chgData name="Abdul Kamal Nadaf" userId="b2393fd9-b3a9-4805-95f0-0090139a0c14" providerId="ADAL" clId="{5582AB44-D407-4F1D-8617-6093DE0A40DA}" dt="2026-08-27T14:16:31.791" v="1989" actId="478"/>
          <ac:spMkLst>
            <pc:docMk/>
            <pc:sldMk cId="1886353312" sldId="2146848419"/>
            <ac:spMk id="5" creationId="{18939159-D3C2-8274-4A96-EE879FBCA199}"/>
          </ac:spMkLst>
        </pc:spChg>
        <pc:spChg chg="add del mod">
          <ac:chgData name="Abdul Kamal Nadaf" userId="b2393fd9-b3a9-4805-95f0-0090139a0c14" providerId="ADAL" clId="{5582AB44-D407-4F1D-8617-6093DE0A40DA}" dt="2026-08-27T14:03:44.546" v="1727" actId="478"/>
          <ac:spMkLst>
            <pc:docMk/>
            <pc:sldMk cId="1886353312" sldId="2146848419"/>
            <ac:spMk id="7" creationId="{3B4218BD-D16A-A25C-7BB5-A789C705B85C}"/>
          </ac:spMkLst>
        </pc:spChg>
        <pc:spChg chg="add mod ord">
          <ac:chgData name="Abdul Kamal Nadaf" userId="b2393fd9-b3a9-4805-95f0-0090139a0c14" providerId="ADAL" clId="{5582AB44-D407-4F1D-8617-6093DE0A40DA}" dt="2026-08-27T14:27:11.618" v="2191" actId="14861"/>
          <ac:spMkLst>
            <pc:docMk/>
            <pc:sldMk cId="1886353312" sldId="2146848419"/>
            <ac:spMk id="8" creationId="{BE883A6A-FCF2-7999-6BC8-CE0DF1605DC7}"/>
          </ac:spMkLst>
        </pc:spChg>
        <pc:spChg chg="add mod topLvl">
          <ac:chgData name="Abdul Kamal Nadaf" userId="b2393fd9-b3a9-4805-95f0-0090139a0c14" providerId="ADAL" clId="{5582AB44-D407-4F1D-8617-6093DE0A40DA}" dt="2026-08-27T14:15:51.904" v="1973" actId="165"/>
          <ac:spMkLst>
            <pc:docMk/>
            <pc:sldMk cId="1886353312" sldId="2146848419"/>
            <ac:spMk id="13" creationId="{B7BF9FAB-DAA6-7007-8A4E-A05528408767}"/>
          </ac:spMkLst>
        </pc:spChg>
        <pc:spChg chg="add del">
          <ac:chgData name="Abdul Kamal Nadaf" userId="b2393fd9-b3a9-4805-95f0-0090139a0c14" providerId="ADAL" clId="{5582AB44-D407-4F1D-8617-6093DE0A40DA}" dt="2026-08-27T14:12:40.058" v="1890" actId="22"/>
          <ac:spMkLst>
            <pc:docMk/>
            <pc:sldMk cId="1886353312" sldId="2146848419"/>
            <ac:spMk id="15" creationId="{5875B1F8-DBCA-0DFB-D3D8-33D51C7162D6}"/>
          </ac:spMkLst>
        </pc:spChg>
        <pc:spChg chg="add mod topLvl">
          <ac:chgData name="Abdul Kamal Nadaf" userId="b2393fd9-b3a9-4805-95f0-0090139a0c14" providerId="ADAL" clId="{5582AB44-D407-4F1D-8617-6093DE0A40DA}" dt="2026-08-27T14:15:51.904" v="1973" actId="165"/>
          <ac:spMkLst>
            <pc:docMk/>
            <pc:sldMk cId="1886353312" sldId="2146848419"/>
            <ac:spMk id="17" creationId="{4F6EE915-7834-4B38-CD97-7CDC58E20083}"/>
          </ac:spMkLst>
        </pc:spChg>
        <pc:spChg chg="add mod ord topLvl">
          <ac:chgData name="Abdul Kamal Nadaf" userId="b2393fd9-b3a9-4805-95f0-0090139a0c14" providerId="ADAL" clId="{5582AB44-D407-4F1D-8617-6093DE0A40DA}" dt="2026-08-27T14:15:51.904" v="1973" actId="165"/>
          <ac:spMkLst>
            <pc:docMk/>
            <pc:sldMk cId="1886353312" sldId="2146848419"/>
            <ac:spMk id="20" creationId="{3ED0072F-082F-5A28-72E7-DC031A118520}"/>
          </ac:spMkLst>
        </pc:spChg>
        <pc:spChg chg="add del mod topLvl">
          <ac:chgData name="Abdul Kamal Nadaf" userId="b2393fd9-b3a9-4805-95f0-0090139a0c14" providerId="ADAL" clId="{5582AB44-D407-4F1D-8617-6093DE0A40DA}" dt="2026-08-27T14:46:04.084" v="2580" actId="208"/>
          <ac:spMkLst>
            <pc:docMk/>
            <pc:sldMk cId="1886353312" sldId="2146848419"/>
            <ac:spMk id="21" creationId="{32CA0622-6B50-2F25-560E-1287CED515CF}"/>
          </ac:spMkLst>
        </pc:spChg>
        <pc:spChg chg="add del mod topLvl">
          <ac:chgData name="Abdul Kamal Nadaf" userId="b2393fd9-b3a9-4805-95f0-0090139a0c14" providerId="ADAL" clId="{5582AB44-D407-4F1D-8617-6093DE0A40DA}" dt="2026-08-27T14:44:12.401" v="2551" actId="478"/>
          <ac:spMkLst>
            <pc:docMk/>
            <pc:sldMk cId="1886353312" sldId="2146848419"/>
            <ac:spMk id="23" creationId="{506185DE-AF2B-762D-8E99-E2B5E25BD7AE}"/>
          </ac:spMkLst>
        </pc:spChg>
        <pc:spChg chg="add del mod">
          <ac:chgData name="Abdul Kamal Nadaf" userId="b2393fd9-b3a9-4805-95f0-0090139a0c14" providerId="ADAL" clId="{5582AB44-D407-4F1D-8617-6093DE0A40DA}" dt="2026-08-27T14:15:05.427" v="1945" actId="22"/>
          <ac:spMkLst>
            <pc:docMk/>
            <pc:sldMk cId="1886353312" sldId="2146848419"/>
            <ac:spMk id="24" creationId="{9834C92B-8FC6-AE47-A043-AA7CF7CAD988}"/>
          </ac:spMkLst>
        </pc:spChg>
        <pc:spChg chg="add del mod">
          <ac:chgData name="Abdul Kamal Nadaf" userId="b2393fd9-b3a9-4805-95f0-0090139a0c14" providerId="ADAL" clId="{5582AB44-D407-4F1D-8617-6093DE0A40DA}" dt="2026-08-27T14:15:05.427" v="1945" actId="22"/>
          <ac:spMkLst>
            <pc:docMk/>
            <pc:sldMk cId="1886353312" sldId="2146848419"/>
            <ac:spMk id="26" creationId="{BAEDDD83-85E0-3123-5960-92D75A47CD6A}"/>
          </ac:spMkLst>
        </pc:spChg>
        <pc:spChg chg="del mod">
          <ac:chgData name="Abdul Kamal Nadaf" userId="b2393fd9-b3a9-4805-95f0-0090139a0c14" providerId="ADAL" clId="{5582AB44-D407-4F1D-8617-6093DE0A40DA}" dt="2026-08-27T14:07:38.043" v="1833" actId="478"/>
          <ac:spMkLst>
            <pc:docMk/>
            <pc:sldMk cId="1886353312" sldId="2146848419"/>
            <ac:spMk id="29" creationId="{ECB85C4E-E4DC-6386-2053-71D6B50E6F6C}"/>
          </ac:spMkLst>
        </pc:spChg>
        <pc:spChg chg="del mod">
          <ac:chgData name="Abdul Kamal Nadaf" userId="b2393fd9-b3a9-4805-95f0-0090139a0c14" providerId="ADAL" clId="{5582AB44-D407-4F1D-8617-6093DE0A40DA}" dt="2026-08-27T14:05:36.679" v="1768" actId="478"/>
          <ac:spMkLst>
            <pc:docMk/>
            <pc:sldMk cId="1886353312" sldId="2146848419"/>
            <ac:spMk id="31" creationId="{AAFAA49C-DE79-C251-258B-9541BCE8D989}"/>
          </ac:spMkLst>
        </pc:spChg>
        <pc:spChg chg="del mod">
          <ac:chgData name="Abdul Kamal Nadaf" userId="b2393fd9-b3a9-4805-95f0-0090139a0c14" providerId="ADAL" clId="{5582AB44-D407-4F1D-8617-6093DE0A40DA}" dt="2026-08-27T14:05:32.692" v="1767" actId="478"/>
          <ac:spMkLst>
            <pc:docMk/>
            <pc:sldMk cId="1886353312" sldId="2146848419"/>
            <ac:spMk id="33" creationId="{FC990158-33B0-1314-8BB5-332C7A0DDF11}"/>
          </ac:spMkLst>
        </pc:spChg>
        <pc:spChg chg="mod">
          <ac:chgData name="Abdul Kamal Nadaf" userId="b2393fd9-b3a9-4805-95f0-0090139a0c14" providerId="ADAL" clId="{5582AB44-D407-4F1D-8617-6093DE0A40DA}" dt="2026-08-27T14:15:08.485" v="1947"/>
          <ac:spMkLst>
            <pc:docMk/>
            <pc:sldMk cId="1886353312" sldId="2146848419"/>
            <ac:spMk id="34" creationId="{80A31543-9DDB-FC8E-A628-763B3C023BCB}"/>
          </ac:spMkLst>
        </pc:spChg>
        <pc:spChg chg="mod topLvl">
          <ac:chgData name="Abdul Kamal Nadaf" userId="b2393fd9-b3a9-4805-95f0-0090139a0c14" providerId="ADAL" clId="{5582AB44-D407-4F1D-8617-6093DE0A40DA}" dt="2026-08-27T14:15:51.904" v="1973" actId="165"/>
          <ac:spMkLst>
            <pc:docMk/>
            <pc:sldMk cId="1886353312" sldId="2146848419"/>
            <ac:spMk id="35" creationId="{A7EA56BF-8F08-18AF-5163-128B04B04A99}"/>
          </ac:spMkLst>
        </pc:spChg>
        <pc:spChg chg="mod">
          <ac:chgData name="Abdul Kamal Nadaf" userId="b2393fd9-b3a9-4805-95f0-0090139a0c14" providerId="ADAL" clId="{5582AB44-D407-4F1D-8617-6093DE0A40DA}" dt="2026-08-27T14:15:08.485" v="1947"/>
          <ac:spMkLst>
            <pc:docMk/>
            <pc:sldMk cId="1886353312" sldId="2146848419"/>
            <ac:spMk id="36" creationId="{EA4ECBC9-1A46-5994-A874-FB47E50DC3C8}"/>
          </ac:spMkLst>
        </pc:spChg>
        <pc:spChg chg="del mod">
          <ac:chgData name="Abdul Kamal Nadaf" userId="b2393fd9-b3a9-4805-95f0-0090139a0c14" providerId="ADAL" clId="{5582AB44-D407-4F1D-8617-6093DE0A40DA}" dt="2026-08-27T14:07:55.337" v="1837" actId="478"/>
          <ac:spMkLst>
            <pc:docMk/>
            <pc:sldMk cId="1886353312" sldId="2146848419"/>
            <ac:spMk id="37" creationId="{BFA3B5E7-DC31-EB0C-4426-429F91A3DFF5}"/>
          </ac:spMkLst>
        </pc:spChg>
        <pc:spChg chg="mod">
          <ac:chgData name="Abdul Kamal Nadaf" userId="b2393fd9-b3a9-4805-95f0-0090139a0c14" providerId="ADAL" clId="{5582AB44-D407-4F1D-8617-6093DE0A40DA}" dt="2026-08-27T14:27:53.530" v="2202" actId="1035"/>
          <ac:spMkLst>
            <pc:docMk/>
            <pc:sldMk cId="1886353312" sldId="2146848419"/>
            <ac:spMk id="39" creationId="{C3FDD509-7F60-DAEB-ED76-9932F27EF545}"/>
          </ac:spMkLst>
        </pc:spChg>
        <pc:spChg chg="mod">
          <ac:chgData name="Abdul Kamal Nadaf" userId="b2393fd9-b3a9-4805-95f0-0090139a0c14" providerId="ADAL" clId="{5582AB44-D407-4F1D-8617-6093DE0A40DA}" dt="2026-08-27T14:14:37.783" v="1935" actId="1076"/>
          <ac:spMkLst>
            <pc:docMk/>
            <pc:sldMk cId="1886353312" sldId="2146848419"/>
            <ac:spMk id="41" creationId="{7F986048-9524-4636-82E6-674E1A426B3F}"/>
          </ac:spMkLst>
        </pc:spChg>
        <pc:spChg chg="mod">
          <ac:chgData name="Abdul Kamal Nadaf" userId="b2393fd9-b3a9-4805-95f0-0090139a0c14" providerId="ADAL" clId="{5582AB44-D407-4F1D-8617-6093DE0A40DA}" dt="2026-08-27T14:15:08.485" v="1947"/>
          <ac:spMkLst>
            <pc:docMk/>
            <pc:sldMk cId="1886353312" sldId="2146848419"/>
            <ac:spMk id="42" creationId="{A792BAC4-4C4B-0111-C1C5-8C0871DBC5C9}"/>
          </ac:spMkLst>
        </pc:spChg>
        <pc:spChg chg="del mod">
          <ac:chgData name="Abdul Kamal Nadaf" userId="b2393fd9-b3a9-4805-95f0-0090139a0c14" providerId="ADAL" clId="{5582AB44-D407-4F1D-8617-6093DE0A40DA}" dt="2026-08-27T14:05:10.010" v="1757" actId="478"/>
          <ac:spMkLst>
            <pc:docMk/>
            <pc:sldMk cId="1886353312" sldId="2146848419"/>
            <ac:spMk id="43" creationId="{C15E1565-47C8-79BE-C3F7-E8B62C09B098}"/>
          </ac:spMkLst>
        </pc:spChg>
        <pc:spChg chg="mod">
          <ac:chgData name="Abdul Kamal Nadaf" userId="b2393fd9-b3a9-4805-95f0-0090139a0c14" providerId="ADAL" clId="{5582AB44-D407-4F1D-8617-6093DE0A40DA}" dt="2026-08-27T14:15:08.485" v="1947"/>
          <ac:spMkLst>
            <pc:docMk/>
            <pc:sldMk cId="1886353312" sldId="2146848419"/>
            <ac:spMk id="44" creationId="{BA7E7E80-0C0C-F2BA-21EF-E6034123F9A0}"/>
          </ac:spMkLst>
        </pc:spChg>
        <pc:spChg chg="mod ord">
          <ac:chgData name="Abdul Kamal Nadaf" userId="b2393fd9-b3a9-4805-95f0-0090139a0c14" providerId="ADAL" clId="{5582AB44-D407-4F1D-8617-6093DE0A40DA}" dt="2026-08-27T14:28:29.501" v="2210" actId="12788"/>
          <ac:spMkLst>
            <pc:docMk/>
            <pc:sldMk cId="1886353312" sldId="2146848419"/>
            <ac:spMk id="45" creationId="{701441EB-F026-20C7-50C0-1FDD0E6A6D28}"/>
          </ac:spMkLst>
        </pc:spChg>
        <pc:spChg chg="del">
          <ac:chgData name="Abdul Kamal Nadaf" userId="b2393fd9-b3a9-4805-95f0-0090139a0c14" providerId="ADAL" clId="{5582AB44-D407-4F1D-8617-6093DE0A40DA}" dt="2026-08-27T14:05:37.676" v="1769" actId="478"/>
          <ac:spMkLst>
            <pc:docMk/>
            <pc:sldMk cId="1886353312" sldId="2146848419"/>
            <ac:spMk id="47" creationId="{75124DBD-60B9-C970-5E8F-CFFA0CBA0331}"/>
          </ac:spMkLst>
        </pc:spChg>
        <pc:spChg chg="add mod">
          <ac:chgData name="Abdul Kamal Nadaf" userId="b2393fd9-b3a9-4805-95f0-0090139a0c14" providerId="ADAL" clId="{5582AB44-D407-4F1D-8617-6093DE0A40DA}" dt="2026-08-27T14:16:48.018" v="1997" actId="12788"/>
          <ac:spMkLst>
            <pc:docMk/>
            <pc:sldMk cId="1886353312" sldId="2146848419"/>
            <ac:spMk id="48" creationId="{DF9374F6-8593-19F0-39F7-877F70A518C9}"/>
          </ac:spMkLst>
        </pc:spChg>
        <pc:spChg chg="del mod">
          <ac:chgData name="Abdul Kamal Nadaf" userId="b2393fd9-b3a9-4805-95f0-0090139a0c14" providerId="ADAL" clId="{5582AB44-D407-4F1D-8617-6093DE0A40DA}" dt="2026-08-27T14:05:39.572" v="1771" actId="478"/>
          <ac:spMkLst>
            <pc:docMk/>
            <pc:sldMk cId="1886353312" sldId="2146848419"/>
            <ac:spMk id="49" creationId="{EDE21C8E-4331-00A5-ACF6-66088D8C3CC6}"/>
          </ac:spMkLst>
        </pc:spChg>
        <pc:spChg chg="del mod">
          <ac:chgData name="Abdul Kamal Nadaf" userId="b2393fd9-b3a9-4805-95f0-0090139a0c14" providerId="ADAL" clId="{5582AB44-D407-4F1D-8617-6093DE0A40DA}" dt="2026-08-27T14:15:46.015" v="1970" actId="478"/>
          <ac:spMkLst>
            <pc:docMk/>
            <pc:sldMk cId="1886353312" sldId="2146848419"/>
            <ac:spMk id="51" creationId="{A891B243-6903-62D1-BD35-1C4790BEEFD5}"/>
          </ac:spMkLst>
        </pc:spChg>
        <pc:spChg chg="add mod">
          <ac:chgData name="Abdul Kamal Nadaf" userId="b2393fd9-b3a9-4805-95f0-0090139a0c14" providerId="ADAL" clId="{5582AB44-D407-4F1D-8617-6093DE0A40DA}" dt="2026-08-27T14:24:54.683" v="2156"/>
          <ac:spMkLst>
            <pc:docMk/>
            <pc:sldMk cId="1886353312" sldId="2146848419"/>
            <ac:spMk id="52" creationId="{03C3BF13-8843-1ACE-EE56-AD33D92D2284}"/>
          </ac:spMkLst>
        </pc:spChg>
        <pc:spChg chg="del mod">
          <ac:chgData name="Abdul Kamal Nadaf" userId="b2393fd9-b3a9-4805-95f0-0090139a0c14" providerId="ADAL" clId="{5582AB44-D407-4F1D-8617-6093DE0A40DA}" dt="2026-08-27T14:07:56.328" v="1838" actId="478"/>
          <ac:spMkLst>
            <pc:docMk/>
            <pc:sldMk cId="1886353312" sldId="2146848419"/>
            <ac:spMk id="53" creationId="{A3914D50-C43D-8A02-17DB-C5AD0ED6605E}"/>
          </ac:spMkLst>
        </pc:spChg>
        <pc:spChg chg="mod">
          <ac:chgData name="Abdul Kamal Nadaf" userId="b2393fd9-b3a9-4805-95f0-0090139a0c14" providerId="ADAL" clId="{5582AB44-D407-4F1D-8617-6093DE0A40DA}" dt="2026-08-27T14:27:53.530" v="2202" actId="1035"/>
          <ac:spMkLst>
            <pc:docMk/>
            <pc:sldMk cId="1886353312" sldId="2146848419"/>
            <ac:spMk id="55" creationId="{E9DED130-67A5-693E-67B6-B966FEBD7AF5}"/>
          </ac:spMkLst>
        </pc:spChg>
        <pc:spChg chg="add mod">
          <ac:chgData name="Abdul Kamal Nadaf" userId="b2393fd9-b3a9-4805-95f0-0090139a0c14" providerId="ADAL" clId="{5582AB44-D407-4F1D-8617-6093DE0A40DA}" dt="2026-08-27T14:23:41.087" v="2143" actId="20577"/>
          <ac:spMkLst>
            <pc:docMk/>
            <pc:sldMk cId="1886353312" sldId="2146848419"/>
            <ac:spMk id="56" creationId="{E1269AA2-F529-F1F9-2F08-1A7B92752335}"/>
          </ac:spMkLst>
        </pc:spChg>
        <pc:spChg chg="mod">
          <ac:chgData name="Abdul Kamal Nadaf" userId="b2393fd9-b3a9-4805-95f0-0090139a0c14" providerId="ADAL" clId="{5582AB44-D407-4F1D-8617-6093DE0A40DA}" dt="2026-08-27T14:28:13.508" v="2207" actId="164"/>
          <ac:spMkLst>
            <pc:docMk/>
            <pc:sldMk cId="1886353312" sldId="2146848419"/>
            <ac:spMk id="57" creationId="{D9523E3E-5444-C050-0A15-B45B490231FA}"/>
          </ac:spMkLst>
        </pc:spChg>
        <pc:spChg chg="del">
          <ac:chgData name="Abdul Kamal Nadaf" userId="b2393fd9-b3a9-4805-95f0-0090139a0c14" providerId="ADAL" clId="{5582AB44-D407-4F1D-8617-6093DE0A40DA}" dt="2026-08-27T14:06:27.904" v="1783" actId="478"/>
          <ac:spMkLst>
            <pc:docMk/>
            <pc:sldMk cId="1886353312" sldId="2146848419"/>
            <ac:spMk id="59" creationId="{A12A393C-666F-EE40-FBF4-D68221A5EEAC}"/>
          </ac:spMkLst>
        </pc:spChg>
        <pc:spChg chg="del mod">
          <ac:chgData name="Abdul Kamal Nadaf" userId="b2393fd9-b3a9-4805-95f0-0090139a0c14" providerId="ADAL" clId="{5582AB44-D407-4F1D-8617-6093DE0A40DA}" dt="2026-08-27T14:08:09.937" v="1841" actId="478"/>
          <ac:spMkLst>
            <pc:docMk/>
            <pc:sldMk cId="1886353312" sldId="2146848419"/>
            <ac:spMk id="61" creationId="{BE4E8B7A-5FD6-71E8-1AEF-487D8A748991}"/>
          </ac:spMkLst>
        </pc:spChg>
        <pc:spChg chg="del mod">
          <ac:chgData name="Abdul Kamal Nadaf" userId="b2393fd9-b3a9-4805-95f0-0090139a0c14" providerId="ADAL" clId="{5582AB44-D407-4F1D-8617-6093DE0A40DA}" dt="2026-08-27T14:06:37.164" v="1791" actId="478"/>
          <ac:spMkLst>
            <pc:docMk/>
            <pc:sldMk cId="1886353312" sldId="2146848419"/>
            <ac:spMk id="63" creationId="{64470DE5-7837-691D-AC3F-0FC1E4243726}"/>
          </ac:spMkLst>
        </pc:spChg>
        <pc:spChg chg="mod">
          <ac:chgData name="Abdul Kamal Nadaf" userId="b2393fd9-b3a9-4805-95f0-0090139a0c14" providerId="ADAL" clId="{5582AB44-D407-4F1D-8617-6093DE0A40DA}" dt="2026-08-27T14:24:11.159" v="2153" actId="242"/>
          <ac:spMkLst>
            <pc:docMk/>
            <pc:sldMk cId="1886353312" sldId="2146848419"/>
            <ac:spMk id="64" creationId="{27627914-A4C8-3778-920F-AABA2A388C0E}"/>
          </ac:spMkLst>
        </pc:spChg>
        <pc:spChg chg="mod">
          <ac:chgData name="Abdul Kamal Nadaf" userId="b2393fd9-b3a9-4805-95f0-0090139a0c14" providerId="ADAL" clId="{5582AB44-D407-4F1D-8617-6093DE0A40DA}" dt="2026-08-27T14:28:13.508" v="2207" actId="164"/>
          <ac:spMkLst>
            <pc:docMk/>
            <pc:sldMk cId="1886353312" sldId="2146848419"/>
            <ac:spMk id="65" creationId="{2AF2BA6B-A4BA-DD12-1214-FC74430FABB6}"/>
          </ac:spMkLst>
        </pc:spChg>
        <pc:spChg chg="mod">
          <ac:chgData name="Abdul Kamal Nadaf" userId="b2393fd9-b3a9-4805-95f0-0090139a0c14" providerId="ADAL" clId="{5582AB44-D407-4F1D-8617-6093DE0A40DA}" dt="2026-08-27T14:23:39.449" v="2142" actId="20577"/>
          <ac:spMkLst>
            <pc:docMk/>
            <pc:sldMk cId="1886353312" sldId="2146848419"/>
            <ac:spMk id="66" creationId="{CF171F0D-2AC8-BA32-A81C-2BD8D97A5E2A}"/>
          </ac:spMkLst>
        </pc:spChg>
        <pc:spChg chg="del">
          <ac:chgData name="Abdul Kamal Nadaf" userId="b2393fd9-b3a9-4805-95f0-0090139a0c14" providerId="ADAL" clId="{5582AB44-D407-4F1D-8617-6093DE0A40DA}" dt="2026-08-27T14:06:29.358" v="1785" actId="478"/>
          <ac:spMkLst>
            <pc:docMk/>
            <pc:sldMk cId="1886353312" sldId="2146848419"/>
            <ac:spMk id="67" creationId="{A9292729-C8B3-075C-64B0-6EB7BF79A722}"/>
          </ac:spMkLst>
        </pc:spChg>
        <pc:spChg chg="del mod">
          <ac:chgData name="Abdul Kamal Nadaf" userId="b2393fd9-b3a9-4805-95f0-0090139a0c14" providerId="ADAL" clId="{5582AB44-D407-4F1D-8617-6093DE0A40DA}" dt="2026-08-27T14:07:00.246" v="1813" actId="478"/>
          <ac:spMkLst>
            <pc:docMk/>
            <pc:sldMk cId="1886353312" sldId="2146848419"/>
            <ac:spMk id="69" creationId="{3075DCCE-7FEA-AF5C-3BC0-1679E05D4E24}"/>
          </ac:spMkLst>
        </pc:spChg>
        <pc:spChg chg="del mod">
          <ac:chgData name="Abdul Kamal Nadaf" userId="b2393fd9-b3a9-4805-95f0-0090139a0c14" providerId="ADAL" clId="{5582AB44-D407-4F1D-8617-6093DE0A40DA}" dt="2026-08-27T14:06:47.770" v="1803" actId="478"/>
          <ac:spMkLst>
            <pc:docMk/>
            <pc:sldMk cId="1886353312" sldId="2146848419"/>
            <ac:spMk id="71" creationId="{18BD81CE-FE25-9F63-11AB-E1441CEDE3AB}"/>
          </ac:spMkLst>
        </pc:spChg>
        <pc:spChg chg="mod">
          <ac:chgData name="Abdul Kamal Nadaf" userId="b2393fd9-b3a9-4805-95f0-0090139a0c14" providerId="ADAL" clId="{5582AB44-D407-4F1D-8617-6093DE0A40DA}" dt="2026-08-27T14:23:13.899" v="2141"/>
          <ac:spMkLst>
            <pc:docMk/>
            <pc:sldMk cId="1886353312" sldId="2146848419"/>
            <ac:spMk id="72" creationId="{CE80BDD4-F106-344C-C4C4-9E5245C3B788}"/>
          </ac:spMkLst>
        </pc:spChg>
        <pc:spChg chg="mod">
          <ac:chgData name="Abdul Kamal Nadaf" userId="b2393fd9-b3a9-4805-95f0-0090139a0c14" providerId="ADAL" clId="{5582AB44-D407-4F1D-8617-6093DE0A40DA}" dt="2026-08-27T14:28:13.508" v="2207" actId="164"/>
          <ac:spMkLst>
            <pc:docMk/>
            <pc:sldMk cId="1886353312" sldId="2146848419"/>
            <ac:spMk id="73" creationId="{7BA7F616-D963-877B-7A98-910B507316B7}"/>
          </ac:spMkLst>
        </pc:spChg>
        <pc:spChg chg="mod">
          <ac:chgData name="Abdul Kamal Nadaf" userId="b2393fd9-b3a9-4805-95f0-0090139a0c14" providerId="ADAL" clId="{5582AB44-D407-4F1D-8617-6093DE0A40DA}" dt="2026-08-27T14:23:44.252" v="2144" actId="20577"/>
          <ac:spMkLst>
            <pc:docMk/>
            <pc:sldMk cId="1886353312" sldId="2146848419"/>
            <ac:spMk id="74" creationId="{B8033504-1E71-9005-A858-07C75D0AF48F}"/>
          </ac:spMkLst>
        </pc:spChg>
        <pc:spChg chg="del">
          <ac:chgData name="Abdul Kamal Nadaf" userId="b2393fd9-b3a9-4805-95f0-0090139a0c14" providerId="ADAL" clId="{5582AB44-D407-4F1D-8617-6093DE0A40DA}" dt="2026-08-27T14:06:28.711" v="1784" actId="478"/>
          <ac:spMkLst>
            <pc:docMk/>
            <pc:sldMk cId="1886353312" sldId="2146848419"/>
            <ac:spMk id="75" creationId="{6B4810A0-DF0A-A7C2-1F62-68E80B843DE3}"/>
          </ac:spMkLst>
        </pc:spChg>
        <pc:spChg chg="del">
          <ac:chgData name="Abdul Kamal Nadaf" userId="b2393fd9-b3a9-4805-95f0-0090139a0c14" providerId="ADAL" clId="{5582AB44-D407-4F1D-8617-6093DE0A40DA}" dt="2026-08-27T14:08:34.011" v="1849" actId="478"/>
          <ac:spMkLst>
            <pc:docMk/>
            <pc:sldMk cId="1886353312" sldId="2146848419"/>
            <ac:spMk id="77" creationId="{A98BF5EC-2BFA-CB7B-5728-5EFAC2A35C55}"/>
          </ac:spMkLst>
        </pc:spChg>
        <pc:spChg chg="mod">
          <ac:chgData name="Abdul Kamal Nadaf" userId="b2393fd9-b3a9-4805-95f0-0090139a0c14" providerId="ADAL" clId="{5582AB44-D407-4F1D-8617-6093DE0A40DA}" dt="2026-08-27T14:25:50.578" v="2170" actId="3064"/>
          <ac:spMkLst>
            <pc:docMk/>
            <pc:sldMk cId="1886353312" sldId="2146848419"/>
            <ac:spMk id="78" creationId="{A7C9D8FF-877D-71F5-004C-B732C81BA6BE}"/>
          </ac:spMkLst>
        </pc:spChg>
        <pc:spChg chg="del mod">
          <ac:chgData name="Abdul Kamal Nadaf" userId="b2393fd9-b3a9-4805-95f0-0090139a0c14" providerId="ADAL" clId="{5582AB44-D407-4F1D-8617-6093DE0A40DA}" dt="2026-08-27T14:06:42.705" v="1798" actId="478"/>
          <ac:spMkLst>
            <pc:docMk/>
            <pc:sldMk cId="1886353312" sldId="2146848419"/>
            <ac:spMk id="79" creationId="{2F1012D7-1B8E-1F08-6D6F-D05A9AAA31A7}"/>
          </ac:spMkLst>
        </pc:spChg>
        <pc:spChg chg="mod">
          <ac:chgData name="Abdul Kamal Nadaf" userId="b2393fd9-b3a9-4805-95f0-0090139a0c14" providerId="ADAL" clId="{5582AB44-D407-4F1D-8617-6093DE0A40DA}" dt="2026-08-27T14:23:48.347" v="2146" actId="20577"/>
          <ac:spMkLst>
            <pc:docMk/>
            <pc:sldMk cId="1886353312" sldId="2146848419"/>
            <ac:spMk id="80" creationId="{19BE5F5D-41F5-B0E0-4742-9FF79F88F435}"/>
          </ac:spMkLst>
        </pc:spChg>
        <pc:spChg chg="mod">
          <ac:chgData name="Abdul Kamal Nadaf" userId="b2393fd9-b3a9-4805-95f0-0090139a0c14" providerId="ADAL" clId="{5582AB44-D407-4F1D-8617-6093DE0A40DA}" dt="2026-08-27T14:28:13.508" v="2207" actId="164"/>
          <ac:spMkLst>
            <pc:docMk/>
            <pc:sldMk cId="1886353312" sldId="2146848419"/>
            <ac:spMk id="81" creationId="{0BD05874-D8FA-6097-584A-ED5EF07F4CBB}"/>
          </ac:spMkLst>
        </pc:spChg>
        <pc:spChg chg="del">
          <ac:chgData name="Abdul Kamal Nadaf" userId="b2393fd9-b3a9-4805-95f0-0090139a0c14" providerId="ADAL" clId="{5582AB44-D407-4F1D-8617-6093DE0A40DA}" dt="2026-08-27T14:06:32.033" v="1787" actId="478"/>
          <ac:spMkLst>
            <pc:docMk/>
            <pc:sldMk cId="1886353312" sldId="2146848419"/>
            <ac:spMk id="83" creationId="{45000446-6343-CD16-FAE4-FD9E030A3AEE}"/>
          </ac:spMkLst>
        </pc:spChg>
        <pc:spChg chg="mod">
          <ac:chgData name="Abdul Kamal Nadaf" userId="b2393fd9-b3a9-4805-95f0-0090139a0c14" providerId="ADAL" clId="{5582AB44-D407-4F1D-8617-6093DE0A40DA}" dt="2026-08-27T14:25:21.405" v="2159"/>
          <ac:spMkLst>
            <pc:docMk/>
            <pc:sldMk cId="1886353312" sldId="2146848419"/>
            <ac:spMk id="84" creationId="{93082267-DE93-76B7-10F7-6F76D2A29B1B}"/>
          </ac:spMkLst>
        </pc:spChg>
        <pc:spChg chg="del">
          <ac:chgData name="Abdul Kamal Nadaf" userId="b2393fd9-b3a9-4805-95f0-0090139a0c14" providerId="ADAL" clId="{5582AB44-D407-4F1D-8617-6093DE0A40DA}" dt="2026-08-27T14:06:30.712" v="1786" actId="478"/>
          <ac:spMkLst>
            <pc:docMk/>
            <pc:sldMk cId="1886353312" sldId="2146848419"/>
            <ac:spMk id="85" creationId="{9009AA34-2A3F-6D48-446C-855D1EFAC574}"/>
          </ac:spMkLst>
        </pc:spChg>
        <pc:spChg chg="mod">
          <ac:chgData name="Abdul Kamal Nadaf" userId="b2393fd9-b3a9-4805-95f0-0090139a0c14" providerId="ADAL" clId="{5582AB44-D407-4F1D-8617-6093DE0A40DA}" dt="2026-08-27T14:23:46.023" v="2145" actId="20577"/>
          <ac:spMkLst>
            <pc:docMk/>
            <pc:sldMk cId="1886353312" sldId="2146848419"/>
            <ac:spMk id="86" creationId="{6D2674BC-1F6D-71D1-4BD7-40BD586969FF}"/>
          </ac:spMkLst>
        </pc:spChg>
        <pc:spChg chg="del mod">
          <ac:chgData name="Abdul Kamal Nadaf" userId="b2393fd9-b3a9-4805-95f0-0090139a0c14" providerId="ADAL" clId="{5582AB44-D407-4F1D-8617-6093DE0A40DA}" dt="2026-08-27T14:06:52.310" v="1809" actId="478"/>
          <ac:spMkLst>
            <pc:docMk/>
            <pc:sldMk cId="1886353312" sldId="2146848419"/>
            <ac:spMk id="87" creationId="{BA48ED06-C820-72F6-9BD1-39026ADEFCE5}"/>
          </ac:spMkLst>
        </pc:spChg>
        <pc:spChg chg="add del mod">
          <ac:chgData name="Abdul Kamal Nadaf" userId="b2393fd9-b3a9-4805-95f0-0090139a0c14" providerId="ADAL" clId="{5582AB44-D407-4F1D-8617-6093DE0A40DA}" dt="2026-08-27T15:17:35.440" v="2734" actId="478"/>
          <ac:spMkLst>
            <pc:docMk/>
            <pc:sldMk cId="1886353312" sldId="2146848419"/>
            <ac:spMk id="92" creationId="{476C8E29-F1BB-38AB-0C45-111921310E68}"/>
          </ac:spMkLst>
        </pc:spChg>
        <pc:spChg chg="mod">
          <ac:chgData name="Abdul Kamal Nadaf" userId="b2393fd9-b3a9-4805-95f0-0090139a0c14" providerId="ADAL" clId="{5582AB44-D407-4F1D-8617-6093DE0A40DA}" dt="2026-08-27T14:27:34.518" v="2197" actId="14100"/>
          <ac:spMkLst>
            <pc:docMk/>
            <pc:sldMk cId="1886353312" sldId="2146848419"/>
            <ac:spMk id="156" creationId="{B10709A7-2B53-6125-0F84-87C3E363D7BD}"/>
          </ac:spMkLst>
        </pc:spChg>
        <pc:spChg chg="mod">
          <ac:chgData name="Abdul Kamal Nadaf" userId="b2393fd9-b3a9-4805-95f0-0090139a0c14" providerId="ADAL" clId="{5582AB44-D407-4F1D-8617-6093DE0A40DA}" dt="2026-08-27T14:27:19.138" v="2193" actId="1076"/>
          <ac:spMkLst>
            <pc:docMk/>
            <pc:sldMk cId="1886353312" sldId="2146848419"/>
            <ac:spMk id="157" creationId="{2271947E-299E-72C2-8EF5-8355977A2FC2}"/>
          </ac:spMkLst>
        </pc:spChg>
        <pc:spChg chg="del mod">
          <ac:chgData name="Abdul Kamal Nadaf" userId="b2393fd9-b3a9-4805-95f0-0090139a0c14" providerId="ADAL" clId="{5582AB44-D407-4F1D-8617-6093DE0A40DA}" dt="2026-08-27T14:17:12.538" v="2003" actId="478"/>
          <ac:spMkLst>
            <pc:docMk/>
            <pc:sldMk cId="1886353312" sldId="2146848419"/>
            <ac:spMk id="158" creationId="{6C6DF320-207C-ADA5-405D-752B9D00A427}"/>
          </ac:spMkLst>
        </pc:spChg>
        <pc:spChg chg="mod">
          <ac:chgData name="Abdul Kamal Nadaf" userId="b2393fd9-b3a9-4805-95f0-0090139a0c14" providerId="ADAL" clId="{5582AB44-D407-4F1D-8617-6093DE0A40DA}" dt="2026-08-27T14:26:51.885" v="2185" actId="14100"/>
          <ac:spMkLst>
            <pc:docMk/>
            <pc:sldMk cId="1886353312" sldId="2146848419"/>
            <ac:spMk id="159" creationId="{8BF6A901-AD83-17AE-F557-907D1E9D9723}"/>
          </ac:spMkLst>
        </pc:spChg>
        <pc:spChg chg="mod">
          <ac:chgData name="Abdul Kamal Nadaf" userId="b2393fd9-b3a9-4805-95f0-0090139a0c14" providerId="ADAL" clId="{5582AB44-D407-4F1D-8617-6093DE0A40DA}" dt="2026-08-27T14:22:25.779" v="2125" actId="165"/>
          <ac:spMkLst>
            <pc:docMk/>
            <pc:sldMk cId="1886353312" sldId="2146848419"/>
            <ac:spMk id="160" creationId="{75899896-E1CE-8840-CBBA-DF89B5385A81}"/>
          </ac:spMkLst>
        </pc:spChg>
        <pc:spChg chg="mod">
          <ac:chgData name="Abdul Kamal Nadaf" userId="b2393fd9-b3a9-4805-95f0-0090139a0c14" providerId="ADAL" clId="{5582AB44-D407-4F1D-8617-6093DE0A40DA}" dt="2026-08-27T14:22:25.779" v="2125" actId="165"/>
          <ac:spMkLst>
            <pc:docMk/>
            <pc:sldMk cId="1886353312" sldId="2146848419"/>
            <ac:spMk id="161" creationId="{188573D6-1CBF-A233-C8B8-B1C7C2EBDF12}"/>
          </ac:spMkLst>
        </pc:spChg>
        <pc:spChg chg="del mod">
          <ac:chgData name="Abdul Kamal Nadaf" userId="b2393fd9-b3a9-4805-95f0-0090139a0c14" providerId="ADAL" clId="{5582AB44-D407-4F1D-8617-6093DE0A40DA}" dt="2026-08-27T14:19:26.554" v="2052" actId="478"/>
          <ac:spMkLst>
            <pc:docMk/>
            <pc:sldMk cId="1886353312" sldId="2146848419"/>
            <ac:spMk id="162" creationId="{F05362AF-12EF-2974-D954-20F190A769A5}"/>
          </ac:spMkLst>
        </pc:spChg>
        <pc:spChg chg="del mod">
          <ac:chgData name="Abdul Kamal Nadaf" userId="b2393fd9-b3a9-4805-95f0-0090139a0c14" providerId="ADAL" clId="{5582AB44-D407-4F1D-8617-6093DE0A40DA}" dt="2026-08-27T14:21:02.999" v="2080" actId="478"/>
          <ac:spMkLst>
            <pc:docMk/>
            <pc:sldMk cId="1886353312" sldId="2146848419"/>
            <ac:spMk id="163" creationId="{0352F25B-40BA-5DDF-66D8-154716A077EF}"/>
          </ac:spMkLst>
        </pc:spChg>
        <pc:spChg chg="del mod">
          <ac:chgData name="Abdul Kamal Nadaf" userId="b2393fd9-b3a9-4805-95f0-0090139a0c14" providerId="ADAL" clId="{5582AB44-D407-4F1D-8617-6093DE0A40DA}" dt="2026-08-27T14:18:13.714" v="2021" actId="478"/>
          <ac:spMkLst>
            <pc:docMk/>
            <pc:sldMk cId="1886353312" sldId="2146848419"/>
            <ac:spMk id="164" creationId="{7BDEAEE3-2F48-DBFD-B370-084CCF4A172F}"/>
          </ac:spMkLst>
        </pc:spChg>
        <pc:spChg chg="del mod">
          <ac:chgData name="Abdul Kamal Nadaf" userId="b2393fd9-b3a9-4805-95f0-0090139a0c14" providerId="ADAL" clId="{5582AB44-D407-4F1D-8617-6093DE0A40DA}" dt="2026-08-27T14:26:04.242" v="2171" actId="478"/>
          <ac:spMkLst>
            <pc:docMk/>
            <pc:sldMk cId="1886353312" sldId="2146848419"/>
            <ac:spMk id="168" creationId="{3B81DF58-D250-538E-037E-D5EA9F794AA8}"/>
          </ac:spMkLst>
        </pc:spChg>
        <pc:spChg chg="del mod">
          <ac:chgData name="Abdul Kamal Nadaf" userId="b2393fd9-b3a9-4805-95f0-0090139a0c14" providerId="ADAL" clId="{5582AB44-D407-4F1D-8617-6093DE0A40DA}" dt="2026-08-27T14:26:04.242" v="2171" actId="478"/>
          <ac:spMkLst>
            <pc:docMk/>
            <pc:sldMk cId="1886353312" sldId="2146848419"/>
            <ac:spMk id="169" creationId="{510E5A8F-3331-D52A-A19D-DB5C2043BD6D}"/>
          </ac:spMkLst>
        </pc:spChg>
        <pc:spChg chg="del mod">
          <ac:chgData name="Abdul Kamal Nadaf" userId="b2393fd9-b3a9-4805-95f0-0090139a0c14" providerId="ADAL" clId="{5582AB44-D407-4F1D-8617-6093DE0A40DA}" dt="2026-08-27T14:26:04.242" v="2171" actId="478"/>
          <ac:spMkLst>
            <pc:docMk/>
            <pc:sldMk cId="1886353312" sldId="2146848419"/>
            <ac:spMk id="171" creationId="{3623BDF5-F408-6085-C5A3-D78245E3B38D}"/>
          </ac:spMkLst>
        </pc:spChg>
        <pc:spChg chg="del mod">
          <ac:chgData name="Abdul Kamal Nadaf" userId="b2393fd9-b3a9-4805-95f0-0090139a0c14" providerId="ADAL" clId="{5582AB44-D407-4F1D-8617-6093DE0A40DA}" dt="2026-08-27T14:26:04.242" v="2171" actId="478"/>
          <ac:spMkLst>
            <pc:docMk/>
            <pc:sldMk cId="1886353312" sldId="2146848419"/>
            <ac:spMk id="172" creationId="{7EF9AC3F-0966-FBDC-7191-17FEC8CB072A}"/>
          </ac:spMkLst>
        </pc:spChg>
        <pc:spChg chg="del mod">
          <ac:chgData name="Abdul Kamal Nadaf" userId="b2393fd9-b3a9-4805-95f0-0090139a0c14" providerId="ADAL" clId="{5582AB44-D407-4F1D-8617-6093DE0A40DA}" dt="2026-08-27T14:26:04.242" v="2171" actId="478"/>
          <ac:spMkLst>
            <pc:docMk/>
            <pc:sldMk cId="1886353312" sldId="2146848419"/>
            <ac:spMk id="173" creationId="{F6B2BF1B-0413-9EB8-529C-42BE240B271D}"/>
          </ac:spMkLst>
        </pc:spChg>
        <pc:spChg chg="del mod">
          <ac:chgData name="Abdul Kamal Nadaf" userId="b2393fd9-b3a9-4805-95f0-0090139a0c14" providerId="ADAL" clId="{5582AB44-D407-4F1D-8617-6093DE0A40DA}" dt="2026-08-27T14:26:04.242" v="2171" actId="478"/>
          <ac:spMkLst>
            <pc:docMk/>
            <pc:sldMk cId="1886353312" sldId="2146848419"/>
            <ac:spMk id="174" creationId="{5B9B67F2-8B83-CE61-771E-94236A38535D}"/>
          </ac:spMkLst>
        </pc:spChg>
        <pc:spChg chg="mod">
          <ac:chgData name="Abdul Kamal Nadaf" userId="b2393fd9-b3a9-4805-95f0-0090139a0c14" providerId="ADAL" clId="{5582AB44-D407-4F1D-8617-6093DE0A40DA}" dt="2026-08-27T14:21:55.769" v="2103" actId="1076"/>
          <ac:spMkLst>
            <pc:docMk/>
            <pc:sldMk cId="1886353312" sldId="2146848419"/>
            <ac:spMk id="175" creationId="{6B69CDC6-28EC-8692-4271-FBF106BCFFDB}"/>
          </ac:spMkLst>
        </pc:spChg>
        <pc:spChg chg="del mod">
          <ac:chgData name="Abdul Kamal Nadaf" userId="b2393fd9-b3a9-4805-95f0-0090139a0c14" providerId="ADAL" clId="{5582AB44-D407-4F1D-8617-6093DE0A40DA}" dt="2026-08-27T14:19:23.020" v="2049" actId="478"/>
          <ac:spMkLst>
            <pc:docMk/>
            <pc:sldMk cId="1886353312" sldId="2146848419"/>
            <ac:spMk id="176" creationId="{BAB0DA9A-2D88-B9D2-4A78-FF3C91A9AC0A}"/>
          </ac:spMkLst>
        </pc:spChg>
        <pc:spChg chg="del">
          <ac:chgData name="Abdul Kamal Nadaf" userId="b2393fd9-b3a9-4805-95f0-0090139a0c14" providerId="ADAL" clId="{5582AB44-D407-4F1D-8617-6093DE0A40DA}" dt="2026-08-27T14:19:22.262" v="2048" actId="478"/>
          <ac:spMkLst>
            <pc:docMk/>
            <pc:sldMk cId="1886353312" sldId="2146848419"/>
            <ac:spMk id="177" creationId="{B0BA6DBA-9A18-8D43-90D0-C3897EDFCD34}"/>
          </ac:spMkLst>
        </pc:spChg>
        <pc:spChg chg="mod">
          <ac:chgData name="Abdul Kamal Nadaf" userId="b2393fd9-b3a9-4805-95f0-0090139a0c14" providerId="ADAL" clId="{5582AB44-D407-4F1D-8617-6093DE0A40DA}" dt="2026-08-27T14:21:55.769" v="2103" actId="1076"/>
          <ac:spMkLst>
            <pc:docMk/>
            <pc:sldMk cId="1886353312" sldId="2146848419"/>
            <ac:spMk id="178" creationId="{71FC21C0-FF37-3EA9-F7CE-FDEF89A7485A}"/>
          </ac:spMkLst>
        </pc:spChg>
        <pc:spChg chg="del mod">
          <ac:chgData name="Abdul Kamal Nadaf" userId="b2393fd9-b3a9-4805-95f0-0090139a0c14" providerId="ADAL" clId="{5582AB44-D407-4F1D-8617-6093DE0A40DA}" dt="2026-08-27T14:18:52.817" v="2036" actId="478"/>
          <ac:spMkLst>
            <pc:docMk/>
            <pc:sldMk cId="1886353312" sldId="2146848419"/>
            <ac:spMk id="179" creationId="{71FA2805-3F5E-050A-0A5E-19FF705AFCB1}"/>
          </ac:spMkLst>
        </pc:spChg>
        <pc:spChg chg="del mod">
          <ac:chgData name="Abdul Kamal Nadaf" userId="b2393fd9-b3a9-4805-95f0-0090139a0c14" providerId="ADAL" clId="{5582AB44-D407-4F1D-8617-6093DE0A40DA}" dt="2026-08-27T14:26:04.242" v="2171" actId="478"/>
          <ac:spMkLst>
            <pc:docMk/>
            <pc:sldMk cId="1886353312" sldId="2146848419"/>
            <ac:spMk id="181" creationId="{EF201813-18E8-67AB-93B7-E2CD2DF2E4EE}"/>
          </ac:spMkLst>
        </pc:spChg>
        <pc:spChg chg="del mod">
          <ac:chgData name="Abdul Kamal Nadaf" userId="b2393fd9-b3a9-4805-95f0-0090139a0c14" providerId="ADAL" clId="{5582AB44-D407-4F1D-8617-6093DE0A40DA}" dt="2026-08-27T14:26:04.242" v="2171" actId="478"/>
          <ac:spMkLst>
            <pc:docMk/>
            <pc:sldMk cId="1886353312" sldId="2146848419"/>
            <ac:spMk id="182" creationId="{7AFEBA4A-55BE-29CF-3E22-D0B83555616E}"/>
          </ac:spMkLst>
        </pc:spChg>
        <pc:spChg chg="del mod">
          <ac:chgData name="Abdul Kamal Nadaf" userId="b2393fd9-b3a9-4805-95f0-0090139a0c14" providerId="ADAL" clId="{5582AB44-D407-4F1D-8617-6093DE0A40DA}" dt="2026-08-27T14:26:04.242" v="2171" actId="478"/>
          <ac:spMkLst>
            <pc:docMk/>
            <pc:sldMk cId="1886353312" sldId="2146848419"/>
            <ac:spMk id="187" creationId="{986F8719-AF2E-FCA2-0EDE-4074F1850A18}"/>
          </ac:spMkLst>
        </pc:spChg>
        <pc:spChg chg="del mod">
          <ac:chgData name="Abdul Kamal Nadaf" userId="b2393fd9-b3a9-4805-95f0-0090139a0c14" providerId="ADAL" clId="{5582AB44-D407-4F1D-8617-6093DE0A40DA}" dt="2026-08-27T14:26:04.242" v="2171" actId="478"/>
          <ac:spMkLst>
            <pc:docMk/>
            <pc:sldMk cId="1886353312" sldId="2146848419"/>
            <ac:spMk id="188" creationId="{08BA1DB5-C9F9-A0AB-90BA-F8979213FCEB}"/>
          </ac:spMkLst>
        </pc:spChg>
        <pc:grpChg chg="add del mod">
          <ac:chgData name="Abdul Kamal Nadaf" userId="b2393fd9-b3a9-4805-95f0-0090139a0c14" providerId="ADAL" clId="{5582AB44-D407-4F1D-8617-6093DE0A40DA}" dt="2026-08-27T14:13:13.998" v="1909" actId="165"/>
          <ac:grpSpMkLst>
            <pc:docMk/>
            <pc:sldMk cId="1886353312" sldId="2146848419"/>
            <ac:grpSpMk id="18" creationId="{D806281B-482C-0F54-2DB2-EA6DE7C34B99}"/>
          </ac:grpSpMkLst>
        </pc:grpChg>
        <pc:grpChg chg="add mod topLvl">
          <ac:chgData name="Abdul Kamal Nadaf" userId="b2393fd9-b3a9-4805-95f0-0090139a0c14" providerId="ADAL" clId="{5582AB44-D407-4F1D-8617-6093DE0A40DA}" dt="2026-08-27T14:15:51.904" v="1973" actId="165"/>
          <ac:grpSpMkLst>
            <pc:docMk/>
            <pc:sldMk cId="1886353312" sldId="2146848419"/>
            <ac:grpSpMk id="19" creationId="{DD297D8D-5034-4B1E-2F4E-014EB56D5288}"/>
          </ac:grpSpMkLst>
        </pc:grpChg>
        <pc:grpChg chg="add del mod">
          <ac:chgData name="Abdul Kamal Nadaf" userId="b2393fd9-b3a9-4805-95f0-0090139a0c14" providerId="ADAL" clId="{5582AB44-D407-4F1D-8617-6093DE0A40DA}" dt="2026-08-27T14:15:51.904" v="1973" actId="165"/>
          <ac:grpSpMkLst>
            <pc:docMk/>
            <pc:sldMk cId="1886353312" sldId="2146848419"/>
            <ac:grpSpMk id="30" creationId="{130C6B65-7FF1-8CCA-A59C-3E9FE7E9132A}"/>
          </ac:grpSpMkLst>
        </pc:grpChg>
        <pc:grpChg chg="add mod">
          <ac:chgData name="Abdul Kamal Nadaf" userId="b2393fd9-b3a9-4805-95f0-0090139a0c14" providerId="ADAL" clId="{5582AB44-D407-4F1D-8617-6093DE0A40DA}" dt="2026-08-27T14:16:09.268" v="1983" actId="1076"/>
          <ac:grpSpMkLst>
            <pc:docMk/>
            <pc:sldMk cId="1886353312" sldId="2146848419"/>
            <ac:grpSpMk id="32" creationId="{0DBC5666-D230-7E9F-DEA3-6CCD6F4E3F7B}"/>
          </ac:grpSpMkLst>
        </pc:grpChg>
        <pc:grpChg chg="mod">
          <ac:chgData name="Abdul Kamal Nadaf" userId="b2393fd9-b3a9-4805-95f0-0090139a0c14" providerId="ADAL" clId="{5582AB44-D407-4F1D-8617-6093DE0A40DA}" dt="2026-08-27T14:15:08.485" v="1947"/>
          <ac:grpSpMkLst>
            <pc:docMk/>
            <pc:sldMk cId="1886353312" sldId="2146848419"/>
            <ac:grpSpMk id="38" creationId="{0757571E-D381-DCF9-6D0A-77C7FF4D9929}"/>
          </ac:grpSpMkLst>
        </pc:grpChg>
        <pc:grpChg chg="add mod topLvl">
          <ac:chgData name="Abdul Kamal Nadaf" userId="b2393fd9-b3a9-4805-95f0-0090139a0c14" providerId="ADAL" clId="{5582AB44-D407-4F1D-8617-6093DE0A40DA}" dt="2026-08-27T14:26:32.671" v="2177" actId="164"/>
          <ac:grpSpMkLst>
            <pc:docMk/>
            <pc:sldMk cId="1886353312" sldId="2146848419"/>
            <ac:grpSpMk id="58" creationId="{BE59D57E-79FC-F9B3-12C0-8121994E0833}"/>
          </ac:grpSpMkLst>
        </pc:grpChg>
        <pc:grpChg chg="add mod topLvl">
          <ac:chgData name="Abdul Kamal Nadaf" userId="b2393fd9-b3a9-4805-95f0-0090139a0c14" providerId="ADAL" clId="{5582AB44-D407-4F1D-8617-6093DE0A40DA}" dt="2026-08-27T14:26:32.671" v="2177" actId="164"/>
          <ac:grpSpMkLst>
            <pc:docMk/>
            <pc:sldMk cId="1886353312" sldId="2146848419"/>
            <ac:grpSpMk id="60" creationId="{45E255E4-1A3B-2C9E-2C69-136AA7FBC03C}"/>
          </ac:grpSpMkLst>
        </pc:grpChg>
        <pc:grpChg chg="add mod topLvl">
          <ac:chgData name="Abdul Kamal Nadaf" userId="b2393fd9-b3a9-4805-95f0-0090139a0c14" providerId="ADAL" clId="{5582AB44-D407-4F1D-8617-6093DE0A40DA}" dt="2026-08-27T14:26:32.671" v="2177" actId="164"/>
          <ac:grpSpMkLst>
            <pc:docMk/>
            <pc:sldMk cId="1886353312" sldId="2146848419"/>
            <ac:grpSpMk id="62" creationId="{4697CE2D-3895-E415-7A55-5EFC75FDCB57}"/>
          </ac:grpSpMkLst>
        </pc:grpChg>
        <pc:grpChg chg="add del mod">
          <ac:chgData name="Abdul Kamal Nadaf" userId="b2393fd9-b3a9-4805-95f0-0090139a0c14" providerId="ADAL" clId="{5582AB44-D407-4F1D-8617-6093DE0A40DA}" dt="2026-08-27T14:22:25.779" v="2125" actId="165"/>
          <ac:grpSpMkLst>
            <pc:docMk/>
            <pc:sldMk cId="1886353312" sldId="2146848419"/>
            <ac:grpSpMk id="68" creationId="{34A2E497-273F-AB31-DDC7-DBD084C70881}"/>
          </ac:grpSpMkLst>
        </pc:grpChg>
        <pc:grpChg chg="add mod">
          <ac:chgData name="Abdul Kamal Nadaf" userId="b2393fd9-b3a9-4805-95f0-0090139a0c14" providerId="ADAL" clId="{5582AB44-D407-4F1D-8617-6093DE0A40DA}" dt="2026-08-27T14:26:32.671" v="2177" actId="164"/>
          <ac:grpSpMkLst>
            <pc:docMk/>
            <pc:sldMk cId="1886353312" sldId="2146848419"/>
            <ac:grpSpMk id="70" creationId="{74269411-6432-15C3-D63E-842F3D1D3430}"/>
          </ac:grpSpMkLst>
        </pc:grpChg>
        <pc:grpChg chg="add mod">
          <ac:chgData name="Abdul Kamal Nadaf" userId="b2393fd9-b3a9-4805-95f0-0090139a0c14" providerId="ADAL" clId="{5582AB44-D407-4F1D-8617-6093DE0A40DA}" dt="2026-08-27T14:26:32.671" v="2177" actId="164"/>
          <ac:grpSpMkLst>
            <pc:docMk/>
            <pc:sldMk cId="1886353312" sldId="2146848419"/>
            <ac:grpSpMk id="76" creationId="{EB59A518-B7D7-995E-B351-A0527F154E84}"/>
          </ac:grpSpMkLst>
        </pc:grpChg>
        <pc:grpChg chg="add mod">
          <ac:chgData name="Abdul Kamal Nadaf" userId="b2393fd9-b3a9-4805-95f0-0090139a0c14" providerId="ADAL" clId="{5582AB44-D407-4F1D-8617-6093DE0A40DA}" dt="2026-08-27T14:26:32.671" v="2177" actId="164"/>
          <ac:grpSpMkLst>
            <pc:docMk/>
            <pc:sldMk cId="1886353312" sldId="2146848419"/>
            <ac:grpSpMk id="82" creationId="{43804A49-8F54-497C-B3C3-9157BC217570}"/>
          </ac:grpSpMkLst>
        </pc:grpChg>
        <pc:grpChg chg="add del mod">
          <ac:chgData name="Abdul Kamal Nadaf" userId="b2393fd9-b3a9-4805-95f0-0090139a0c14" providerId="ADAL" clId="{5582AB44-D407-4F1D-8617-6093DE0A40DA}" dt="2026-08-27T14:44:12.401" v="2551" actId="478"/>
          <ac:grpSpMkLst>
            <pc:docMk/>
            <pc:sldMk cId="1886353312" sldId="2146848419"/>
            <ac:grpSpMk id="88" creationId="{DABA4662-EAE2-31DE-D591-6462E3306940}"/>
          </ac:grpSpMkLst>
        </pc:grpChg>
        <pc:grpChg chg="add mod">
          <ac:chgData name="Abdul Kamal Nadaf" userId="b2393fd9-b3a9-4805-95f0-0090139a0c14" providerId="ADAL" clId="{5582AB44-D407-4F1D-8617-6093DE0A40DA}" dt="2026-08-27T14:27:31.550" v="2196" actId="1076"/>
          <ac:grpSpMkLst>
            <pc:docMk/>
            <pc:sldMk cId="1886353312" sldId="2146848419"/>
            <ac:grpSpMk id="89" creationId="{4CDDFA25-BB9E-C064-03B8-42D654956BC8}"/>
          </ac:grpSpMkLst>
        </pc:grpChg>
        <pc:grpChg chg="add mod">
          <ac:chgData name="Abdul Kamal Nadaf" userId="b2393fd9-b3a9-4805-95f0-0090139a0c14" providerId="ADAL" clId="{5582AB44-D407-4F1D-8617-6093DE0A40DA}" dt="2026-08-27T14:28:29.501" v="2210" actId="12788"/>
          <ac:grpSpMkLst>
            <pc:docMk/>
            <pc:sldMk cId="1886353312" sldId="2146848419"/>
            <ac:grpSpMk id="90" creationId="{396245A7-5039-E689-4DAB-A620556EFF70}"/>
          </ac:grpSpMkLst>
        </pc:grpChg>
        <pc:picChg chg="add mod ord">
          <ac:chgData name="Abdul Kamal Nadaf" userId="b2393fd9-b3a9-4805-95f0-0090139a0c14" providerId="ADAL" clId="{5582AB44-D407-4F1D-8617-6093DE0A40DA}" dt="2026-08-27T14:16:01.703" v="1982" actId="1076"/>
          <ac:picMkLst>
            <pc:docMk/>
            <pc:sldMk cId="1886353312" sldId="2146848419"/>
            <ac:picMk id="10" creationId="{5DCE956E-D56F-06DF-054C-62394AC311F6}"/>
          </ac:picMkLst>
        </pc:picChg>
        <pc:picChg chg="add del mod ord topLvl">
          <ac:chgData name="Abdul Kamal Nadaf" userId="b2393fd9-b3a9-4805-95f0-0090139a0c14" providerId="ADAL" clId="{5582AB44-D407-4F1D-8617-6093DE0A40DA}" dt="2026-08-27T14:15:52.868" v="1974" actId="478"/>
          <ac:picMkLst>
            <pc:docMk/>
            <pc:sldMk cId="1886353312" sldId="2146848419"/>
            <ac:picMk id="12" creationId="{E135D9F3-40AA-CBF7-C43D-1316537472EB}"/>
          </ac:picMkLst>
        </pc:picChg>
        <pc:picChg chg="add del mod">
          <ac:chgData name="Abdul Kamal Nadaf" userId="b2393fd9-b3a9-4805-95f0-0090139a0c14" providerId="ADAL" clId="{5582AB44-D407-4F1D-8617-6093DE0A40DA}" dt="2026-08-27T14:15:05.427" v="1945" actId="22"/>
          <ac:picMkLst>
            <pc:docMk/>
            <pc:sldMk cId="1886353312" sldId="2146848419"/>
            <ac:picMk id="28" creationId="{7D7D7755-F808-8245-A528-392497058AD0}"/>
          </ac:picMkLst>
        </pc:picChg>
        <pc:picChg chg="mod">
          <ac:chgData name="Abdul Kamal Nadaf" userId="b2393fd9-b3a9-4805-95f0-0090139a0c14" providerId="ADAL" clId="{5582AB44-D407-4F1D-8617-6093DE0A40DA}" dt="2026-08-27T14:15:08.485" v="1947"/>
          <ac:picMkLst>
            <pc:docMk/>
            <pc:sldMk cId="1886353312" sldId="2146848419"/>
            <ac:picMk id="40" creationId="{55FE2220-D636-3B6D-F860-1BF9228813C7}"/>
          </ac:picMkLst>
        </pc:picChg>
      </pc:sldChg>
      <pc:sldChg chg="addSp delSp modSp mod modClrScheme chgLayout">
        <pc:chgData name="Abdul Kamal Nadaf" userId="b2393fd9-b3a9-4805-95f0-0090139a0c14" providerId="ADAL" clId="{5582AB44-D407-4F1D-8617-6093DE0A40DA}" dt="2026-08-27T16:58:15.032" v="3876" actId="1582"/>
        <pc:sldMkLst>
          <pc:docMk/>
          <pc:sldMk cId="2629490761" sldId="2146848423"/>
        </pc:sldMkLst>
        <pc:spChg chg="mod topLvl">
          <ac:chgData name="Abdul Kamal Nadaf" userId="b2393fd9-b3a9-4805-95f0-0090139a0c14" providerId="ADAL" clId="{5582AB44-D407-4F1D-8617-6093DE0A40DA}" dt="2026-08-27T15:54:48.328" v="3171" actId="164"/>
          <ac:spMkLst>
            <pc:docMk/>
            <pc:sldMk cId="2629490761" sldId="2146848423"/>
            <ac:spMk id="11" creationId="{8AA3380E-F3E5-E39A-EF8E-DE1340D10D88}"/>
          </ac:spMkLst>
        </pc:spChg>
        <pc:spChg chg="del">
          <ac:chgData name="Abdul Kamal Nadaf" userId="b2393fd9-b3a9-4805-95f0-0090139a0c14" providerId="ADAL" clId="{5582AB44-D407-4F1D-8617-6093DE0A40DA}" dt="2026-08-27T15:55:11.929" v="3187" actId="478"/>
          <ac:spMkLst>
            <pc:docMk/>
            <pc:sldMk cId="2629490761" sldId="2146848423"/>
            <ac:spMk id="12" creationId="{FE1BD05F-EB4A-E2AF-2919-4B6262958357}"/>
          </ac:spMkLst>
        </pc:spChg>
        <pc:spChg chg="mod topLvl">
          <ac:chgData name="Abdul Kamal Nadaf" userId="b2393fd9-b3a9-4805-95f0-0090139a0c14" providerId="ADAL" clId="{5582AB44-D407-4F1D-8617-6093DE0A40DA}" dt="2026-08-27T15:54:48.328" v="3171" actId="164"/>
          <ac:spMkLst>
            <pc:docMk/>
            <pc:sldMk cId="2629490761" sldId="2146848423"/>
            <ac:spMk id="13" creationId="{6F0BA899-4D90-7F40-4F3A-EB97342E5FC8}"/>
          </ac:spMkLst>
        </pc:spChg>
        <pc:spChg chg="add del mod topLvl">
          <ac:chgData name="Abdul Kamal Nadaf" userId="b2393fd9-b3a9-4805-95f0-0090139a0c14" providerId="ADAL" clId="{5582AB44-D407-4F1D-8617-6093DE0A40DA}" dt="2026-08-27T15:44:47.097" v="2969" actId="255"/>
          <ac:spMkLst>
            <pc:docMk/>
            <pc:sldMk cId="2629490761" sldId="2146848423"/>
            <ac:spMk id="14" creationId="{7AD92025-FF87-AE43-9369-869D0FF0C0C7}"/>
          </ac:spMkLst>
        </pc:spChg>
        <pc:spChg chg="mod topLvl">
          <ac:chgData name="Abdul Kamal Nadaf" userId="b2393fd9-b3a9-4805-95f0-0090139a0c14" providerId="ADAL" clId="{5582AB44-D407-4F1D-8617-6093DE0A40DA}" dt="2026-08-27T15:54:48.328" v="3171" actId="164"/>
          <ac:spMkLst>
            <pc:docMk/>
            <pc:sldMk cId="2629490761" sldId="2146848423"/>
            <ac:spMk id="15" creationId="{35D2B858-DAE1-83E2-E783-21FF2A93287B}"/>
          </ac:spMkLst>
        </pc:spChg>
        <pc:spChg chg="mod topLvl">
          <ac:chgData name="Abdul Kamal Nadaf" userId="b2393fd9-b3a9-4805-95f0-0090139a0c14" providerId="ADAL" clId="{5582AB44-D407-4F1D-8617-6093DE0A40DA}" dt="2026-08-27T16:58:15.032" v="3876" actId="1582"/>
          <ac:spMkLst>
            <pc:docMk/>
            <pc:sldMk cId="2629490761" sldId="2146848423"/>
            <ac:spMk id="17" creationId="{9F86D403-8DB1-3F83-10C6-AF3093976717}"/>
          </ac:spMkLst>
        </pc:spChg>
        <pc:spChg chg="del mod topLvl">
          <ac:chgData name="Abdul Kamal Nadaf" userId="b2393fd9-b3a9-4805-95f0-0090139a0c14" providerId="ADAL" clId="{5582AB44-D407-4F1D-8617-6093DE0A40DA}" dt="2026-08-27T15:43:42.678" v="2929" actId="478"/>
          <ac:spMkLst>
            <pc:docMk/>
            <pc:sldMk cId="2629490761" sldId="2146848423"/>
            <ac:spMk id="19" creationId="{E118C1EE-D5AE-20FC-E19D-D59F87DA13AB}"/>
          </ac:spMkLst>
        </pc:spChg>
        <pc:spChg chg="mod topLvl">
          <ac:chgData name="Abdul Kamal Nadaf" userId="b2393fd9-b3a9-4805-95f0-0090139a0c14" providerId="ADAL" clId="{5582AB44-D407-4F1D-8617-6093DE0A40DA}" dt="2026-08-27T15:44:41.601" v="2965" actId="478"/>
          <ac:spMkLst>
            <pc:docMk/>
            <pc:sldMk cId="2629490761" sldId="2146848423"/>
            <ac:spMk id="20" creationId="{FD70ADC6-93D8-9035-C80A-E5FB5D295EFB}"/>
          </ac:spMkLst>
        </pc:spChg>
        <pc:spChg chg="del mod topLvl">
          <ac:chgData name="Abdul Kamal Nadaf" userId="b2393fd9-b3a9-4805-95f0-0090139a0c14" providerId="ADAL" clId="{5582AB44-D407-4F1D-8617-6093DE0A40DA}" dt="2026-08-27T15:44:24.341" v="2950" actId="478"/>
          <ac:spMkLst>
            <pc:docMk/>
            <pc:sldMk cId="2629490761" sldId="2146848423"/>
            <ac:spMk id="21" creationId="{99C4DCEB-F110-D3A9-5FA2-3A4B8E84D987}"/>
          </ac:spMkLst>
        </pc:spChg>
        <pc:spChg chg="del mod topLvl">
          <ac:chgData name="Abdul Kamal Nadaf" userId="b2393fd9-b3a9-4805-95f0-0090139a0c14" providerId="ADAL" clId="{5582AB44-D407-4F1D-8617-6093DE0A40DA}" dt="2026-08-27T15:44:33.449" v="2957" actId="478"/>
          <ac:spMkLst>
            <pc:docMk/>
            <pc:sldMk cId="2629490761" sldId="2146848423"/>
            <ac:spMk id="22" creationId="{91D91B09-DC47-9D52-8A9E-BCAD35881E65}"/>
          </ac:spMkLst>
        </pc:spChg>
        <pc:spChg chg="del">
          <ac:chgData name="Abdul Kamal Nadaf" userId="b2393fd9-b3a9-4805-95f0-0090139a0c14" providerId="ADAL" clId="{5582AB44-D407-4F1D-8617-6093DE0A40DA}" dt="2026-08-27T15:55:12.401" v="3188" actId="478"/>
          <ac:spMkLst>
            <pc:docMk/>
            <pc:sldMk cId="2629490761" sldId="2146848423"/>
            <ac:spMk id="29" creationId="{512F3483-9509-21EC-BAA7-78968D30AC8E}"/>
          </ac:spMkLst>
        </pc:spChg>
        <pc:spChg chg="mod topLvl">
          <ac:chgData name="Abdul Kamal Nadaf" userId="b2393fd9-b3a9-4805-95f0-0090139a0c14" providerId="ADAL" clId="{5582AB44-D407-4F1D-8617-6093DE0A40DA}" dt="2026-08-27T15:54:48.328" v="3171" actId="164"/>
          <ac:spMkLst>
            <pc:docMk/>
            <pc:sldMk cId="2629490761" sldId="2146848423"/>
            <ac:spMk id="30" creationId="{D38C0673-0F7C-1673-7E58-2DA4622B2E4D}"/>
          </ac:spMkLst>
        </pc:spChg>
        <pc:spChg chg="del mod">
          <ac:chgData name="Abdul Kamal Nadaf" userId="b2393fd9-b3a9-4805-95f0-0090139a0c14" providerId="ADAL" clId="{5582AB44-D407-4F1D-8617-6093DE0A40DA}" dt="2026-08-27T15:52:05.409" v="3134" actId="478"/>
          <ac:spMkLst>
            <pc:docMk/>
            <pc:sldMk cId="2629490761" sldId="2146848423"/>
            <ac:spMk id="31" creationId="{5687E2CC-63F7-9B5C-18F6-8CFB9C291E6C}"/>
          </ac:spMkLst>
        </pc:spChg>
        <pc:spChg chg="mod topLvl">
          <ac:chgData name="Abdul Kamal Nadaf" userId="b2393fd9-b3a9-4805-95f0-0090139a0c14" providerId="ADAL" clId="{5582AB44-D407-4F1D-8617-6093DE0A40DA}" dt="2026-08-27T15:52:51.527" v="3145" actId="554"/>
          <ac:spMkLst>
            <pc:docMk/>
            <pc:sldMk cId="2629490761" sldId="2146848423"/>
            <ac:spMk id="32" creationId="{AE1555D1-3CBF-C3AB-BB20-F28D988A97C6}"/>
          </ac:spMkLst>
        </pc:spChg>
        <pc:spChg chg="del mod topLvl">
          <ac:chgData name="Abdul Kamal Nadaf" userId="b2393fd9-b3a9-4805-95f0-0090139a0c14" providerId="ADAL" clId="{5582AB44-D407-4F1D-8617-6093DE0A40DA}" dt="2026-08-27T16:03:37.447" v="3403" actId="478"/>
          <ac:spMkLst>
            <pc:docMk/>
            <pc:sldMk cId="2629490761" sldId="2146848423"/>
            <ac:spMk id="33" creationId="{86CCB292-5480-C175-6285-D0903ABFB749}"/>
          </ac:spMkLst>
        </pc:spChg>
        <pc:spChg chg="del mod topLvl">
          <ac:chgData name="Abdul Kamal Nadaf" userId="b2393fd9-b3a9-4805-95f0-0090139a0c14" providerId="ADAL" clId="{5582AB44-D407-4F1D-8617-6093DE0A40DA}" dt="2026-08-27T15:42:48.392" v="2901" actId="478"/>
          <ac:spMkLst>
            <pc:docMk/>
            <pc:sldMk cId="2629490761" sldId="2146848423"/>
            <ac:spMk id="34" creationId="{EC4A470A-A695-CF27-ABA8-1C415306D0A9}"/>
          </ac:spMkLst>
        </pc:spChg>
        <pc:spChg chg="mod topLvl">
          <ac:chgData name="Abdul Kamal Nadaf" userId="b2393fd9-b3a9-4805-95f0-0090139a0c14" providerId="ADAL" clId="{5582AB44-D407-4F1D-8617-6093DE0A40DA}" dt="2026-08-27T15:54:48.328" v="3171" actId="164"/>
          <ac:spMkLst>
            <pc:docMk/>
            <pc:sldMk cId="2629490761" sldId="2146848423"/>
            <ac:spMk id="35" creationId="{CE8315B1-95C1-FE92-C7F4-D484790728EF}"/>
          </ac:spMkLst>
        </pc:spChg>
        <pc:spChg chg="mod topLvl">
          <ac:chgData name="Abdul Kamal Nadaf" userId="b2393fd9-b3a9-4805-95f0-0090139a0c14" providerId="ADAL" clId="{5582AB44-D407-4F1D-8617-6093DE0A40DA}" dt="2026-08-27T16:58:15.032" v="3876" actId="1582"/>
          <ac:spMkLst>
            <pc:docMk/>
            <pc:sldMk cId="2629490761" sldId="2146848423"/>
            <ac:spMk id="36" creationId="{33AFBBF3-A8AE-7FC2-35F4-75AEEE0990CE}"/>
          </ac:spMkLst>
        </pc:spChg>
        <pc:spChg chg="del mod topLvl">
          <ac:chgData name="Abdul Kamal Nadaf" userId="b2393fd9-b3a9-4805-95f0-0090139a0c14" providerId="ADAL" clId="{5582AB44-D407-4F1D-8617-6093DE0A40DA}" dt="2026-08-27T15:46:20.254" v="3005" actId="478"/>
          <ac:spMkLst>
            <pc:docMk/>
            <pc:sldMk cId="2629490761" sldId="2146848423"/>
            <ac:spMk id="37" creationId="{B42415E3-944F-09B4-3DE0-8AE9CBC60CB9}"/>
          </ac:spMkLst>
        </pc:spChg>
        <pc:spChg chg="mod topLvl">
          <ac:chgData name="Abdul Kamal Nadaf" userId="b2393fd9-b3a9-4805-95f0-0090139a0c14" providerId="ADAL" clId="{5582AB44-D407-4F1D-8617-6093DE0A40DA}" dt="2026-08-27T15:52:21.590" v="3139" actId="165"/>
          <ac:spMkLst>
            <pc:docMk/>
            <pc:sldMk cId="2629490761" sldId="2146848423"/>
            <ac:spMk id="38" creationId="{385E5522-5258-DBF9-D0DD-9C2724C6BEB6}"/>
          </ac:spMkLst>
        </pc:spChg>
        <pc:spChg chg="del">
          <ac:chgData name="Abdul Kamal Nadaf" userId="b2393fd9-b3a9-4805-95f0-0090139a0c14" providerId="ADAL" clId="{5582AB44-D407-4F1D-8617-6093DE0A40DA}" dt="2026-08-27T15:55:12.603" v="3189" actId="478"/>
          <ac:spMkLst>
            <pc:docMk/>
            <pc:sldMk cId="2629490761" sldId="2146848423"/>
            <ac:spMk id="42" creationId="{6152A4A0-D5CD-8099-CCC4-9BD6B0618234}"/>
          </ac:spMkLst>
        </pc:spChg>
        <pc:spChg chg="add del mod topLvl">
          <ac:chgData name="Abdul Kamal Nadaf" userId="b2393fd9-b3a9-4805-95f0-0090139a0c14" providerId="ADAL" clId="{5582AB44-D407-4F1D-8617-6093DE0A40DA}" dt="2026-08-27T15:44:11.961" v="2942" actId="478"/>
          <ac:spMkLst>
            <pc:docMk/>
            <pc:sldMk cId="2629490761" sldId="2146848423"/>
            <ac:spMk id="47" creationId="{21CB0F52-1053-78F6-4991-1B59C06C03B2}"/>
          </ac:spMkLst>
        </pc:spChg>
        <pc:spChg chg="del mod">
          <ac:chgData name="Abdul Kamal Nadaf" userId="b2393fd9-b3a9-4805-95f0-0090139a0c14" providerId="ADAL" clId="{5582AB44-D407-4F1D-8617-6093DE0A40DA}" dt="2026-08-27T15:46:19.336" v="3004" actId="478"/>
          <ac:spMkLst>
            <pc:docMk/>
            <pc:sldMk cId="2629490761" sldId="2146848423"/>
            <ac:spMk id="50" creationId="{3B8017EB-D1B8-E60E-56F5-AD7C8B6143A2}"/>
          </ac:spMkLst>
        </pc:spChg>
        <pc:spChg chg="del mod">
          <ac:chgData name="Abdul Kamal Nadaf" userId="b2393fd9-b3a9-4805-95f0-0090139a0c14" providerId="ADAL" clId="{5582AB44-D407-4F1D-8617-6093DE0A40DA}" dt="2026-08-27T15:51:53.751" v="3128" actId="478"/>
          <ac:spMkLst>
            <pc:docMk/>
            <pc:sldMk cId="2629490761" sldId="2146848423"/>
            <ac:spMk id="56" creationId="{2CE77910-9BE2-6B3E-B46B-C0D72688A1B6}"/>
          </ac:spMkLst>
        </pc:spChg>
        <pc:spChg chg="del mod topLvl">
          <ac:chgData name="Abdul Kamal Nadaf" userId="b2393fd9-b3a9-4805-95f0-0090139a0c14" providerId="ADAL" clId="{5582AB44-D407-4F1D-8617-6093DE0A40DA}" dt="2026-08-27T15:48:08.372" v="3038" actId="478"/>
          <ac:spMkLst>
            <pc:docMk/>
            <pc:sldMk cId="2629490761" sldId="2146848423"/>
            <ac:spMk id="57" creationId="{CACC0CF2-36BB-EBD7-1737-4E765171B10F}"/>
          </ac:spMkLst>
        </pc:spChg>
        <pc:spChg chg="mod">
          <ac:chgData name="Abdul Kamal Nadaf" userId="b2393fd9-b3a9-4805-95f0-0090139a0c14" providerId="ADAL" clId="{5582AB44-D407-4F1D-8617-6093DE0A40DA}" dt="2026-08-27T16:57:30.280" v="3875" actId="14100"/>
          <ac:spMkLst>
            <pc:docMk/>
            <pc:sldMk cId="2629490761" sldId="2146848423"/>
            <ac:spMk id="63" creationId="{FE904C6A-C2AD-6803-E7E7-DEA586E3AB27}"/>
          </ac:spMkLst>
        </pc:spChg>
        <pc:spChg chg="del mod">
          <ac:chgData name="Abdul Kamal Nadaf" userId="b2393fd9-b3a9-4805-95f0-0090139a0c14" providerId="ADAL" clId="{5582AB44-D407-4F1D-8617-6093DE0A40DA}" dt="2026-08-27T15:54:43.564" v="3170" actId="478"/>
          <ac:spMkLst>
            <pc:docMk/>
            <pc:sldMk cId="2629490761" sldId="2146848423"/>
            <ac:spMk id="65" creationId="{A014D37B-9C86-5434-4D0B-F6B037095BA3}"/>
          </ac:spMkLst>
        </pc:spChg>
        <pc:spChg chg="mod">
          <ac:chgData name="Abdul Kamal Nadaf" userId="b2393fd9-b3a9-4805-95f0-0090139a0c14" providerId="ADAL" clId="{5582AB44-D407-4F1D-8617-6093DE0A40DA}" dt="2026-08-27T16:57:27.362" v="3874" actId="552"/>
          <ac:spMkLst>
            <pc:docMk/>
            <pc:sldMk cId="2629490761" sldId="2146848423"/>
            <ac:spMk id="67" creationId="{69317555-4BBC-5425-0EA9-3491ED972D16}"/>
          </ac:spMkLst>
        </pc:spChg>
        <pc:spChg chg="add mod">
          <ac:chgData name="Abdul Kamal Nadaf" userId="b2393fd9-b3a9-4805-95f0-0090139a0c14" providerId="ADAL" clId="{5582AB44-D407-4F1D-8617-6093DE0A40DA}" dt="2026-08-27T16:58:15.032" v="3876" actId="1582"/>
          <ac:spMkLst>
            <pc:docMk/>
            <pc:sldMk cId="2629490761" sldId="2146848423"/>
            <ac:spMk id="86" creationId="{BBD46F35-113D-0D5F-15D0-0D1360F9DBC0}"/>
          </ac:spMkLst>
        </pc:spChg>
        <pc:spChg chg="add mod">
          <ac:chgData name="Abdul Kamal Nadaf" userId="b2393fd9-b3a9-4805-95f0-0090139a0c14" providerId="ADAL" clId="{5582AB44-D407-4F1D-8617-6093DE0A40DA}" dt="2026-08-27T16:58:15.032" v="3876" actId="1582"/>
          <ac:spMkLst>
            <pc:docMk/>
            <pc:sldMk cId="2629490761" sldId="2146848423"/>
            <ac:spMk id="88" creationId="{67C40901-77AB-FE5C-56E6-9D354E2218CA}"/>
          </ac:spMkLst>
        </pc:spChg>
        <pc:spChg chg="mod topLvl">
          <ac:chgData name="Abdul Kamal Nadaf" userId="b2393fd9-b3a9-4805-95f0-0090139a0c14" providerId="ADAL" clId="{5582AB44-D407-4F1D-8617-6093DE0A40DA}" dt="2026-08-27T15:52:38.242" v="3143" actId="14100"/>
          <ac:spMkLst>
            <pc:docMk/>
            <pc:sldMk cId="2629490761" sldId="2146848423"/>
            <ac:spMk id="89" creationId="{37AA1B0A-D166-F4C2-B26F-617CA69735DD}"/>
          </ac:spMkLst>
        </pc:spChg>
        <pc:spChg chg="mod topLvl">
          <ac:chgData name="Abdul Kamal Nadaf" userId="b2393fd9-b3a9-4805-95f0-0090139a0c14" providerId="ADAL" clId="{5582AB44-D407-4F1D-8617-6093DE0A40DA}" dt="2026-08-27T15:54:48.328" v="3171" actId="164"/>
          <ac:spMkLst>
            <pc:docMk/>
            <pc:sldMk cId="2629490761" sldId="2146848423"/>
            <ac:spMk id="90" creationId="{4A4D76C4-9973-FA80-1249-A6219C9DA706}"/>
          </ac:spMkLst>
        </pc:spChg>
        <pc:spChg chg="add mod">
          <ac:chgData name="Abdul Kamal Nadaf" userId="b2393fd9-b3a9-4805-95f0-0090139a0c14" providerId="ADAL" clId="{5582AB44-D407-4F1D-8617-6093DE0A40DA}" dt="2026-08-27T16:58:15.032" v="3876" actId="1582"/>
          <ac:spMkLst>
            <pc:docMk/>
            <pc:sldMk cId="2629490761" sldId="2146848423"/>
            <ac:spMk id="92" creationId="{80AF6253-8DEE-8BE8-D016-60A0F77A7B0D}"/>
          </ac:spMkLst>
        </pc:spChg>
        <pc:spChg chg="add del">
          <ac:chgData name="Abdul Kamal Nadaf" userId="b2393fd9-b3a9-4805-95f0-0090139a0c14" providerId="ADAL" clId="{5582AB44-D407-4F1D-8617-6093DE0A40DA}" dt="2026-08-27T15:45:15.069" v="2981" actId="22"/>
          <ac:spMkLst>
            <pc:docMk/>
            <pc:sldMk cId="2629490761" sldId="2146848423"/>
            <ac:spMk id="94" creationId="{95F3D28E-7298-3048-A84F-F44C9592BD22}"/>
          </ac:spMkLst>
        </pc:spChg>
        <pc:spChg chg="add del mod">
          <ac:chgData name="Abdul Kamal Nadaf" userId="b2393fd9-b3a9-4805-95f0-0090139a0c14" providerId="ADAL" clId="{5582AB44-D407-4F1D-8617-6093DE0A40DA}" dt="2026-08-27T15:46:14.013" v="3003"/>
          <ac:spMkLst>
            <pc:docMk/>
            <pc:sldMk cId="2629490761" sldId="2146848423"/>
            <ac:spMk id="96" creationId="{89E7CAD6-03BD-99DA-1AE5-787752A7AE33}"/>
          </ac:spMkLst>
        </pc:spChg>
        <pc:spChg chg="add del mod">
          <ac:chgData name="Abdul Kamal Nadaf" userId="b2393fd9-b3a9-4805-95f0-0090139a0c14" providerId="ADAL" clId="{5582AB44-D407-4F1D-8617-6093DE0A40DA}" dt="2026-08-27T15:49:41.878" v="3081" actId="478"/>
          <ac:spMkLst>
            <pc:docMk/>
            <pc:sldMk cId="2629490761" sldId="2146848423"/>
            <ac:spMk id="98" creationId="{3D45997D-57E1-5E18-C82B-8143F18F6AFE}"/>
          </ac:spMkLst>
        </pc:spChg>
        <pc:spChg chg="add mod">
          <ac:chgData name="Abdul Kamal Nadaf" userId="b2393fd9-b3a9-4805-95f0-0090139a0c14" providerId="ADAL" clId="{5582AB44-D407-4F1D-8617-6093DE0A40DA}" dt="2026-08-27T15:54:48.328" v="3171" actId="164"/>
          <ac:spMkLst>
            <pc:docMk/>
            <pc:sldMk cId="2629490761" sldId="2146848423"/>
            <ac:spMk id="99" creationId="{0E6147C9-BE83-7B1F-32AA-FBBE240A3C14}"/>
          </ac:spMkLst>
        </pc:spChg>
        <pc:spChg chg="add del">
          <ac:chgData name="Abdul Kamal Nadaf" userId="b2393fd9-b3a9-4805-95f0-0090139a0c14" providerId="ADAL" clId="{5582AB44-D407-4F1D-8617-6093DE0A40DA}" dt="2026-08-27T15:50:02.530" v="3093" actId="22"/>
          <ac:spMkLst>
            <pc:docMk/>
            <pc:sldMk cId="2629490761" sldId="2146848423"/>
            <ac:spMk id="101" creationId="{B03F3305-F654-73A0-11DD-270FC8781D64}"/>
          </ac:spMkLst>
        </pc:spChg>
        <pc:spChg chg="add mod">
          <ac:chgData name="Abdul Kamal Nadaf" userId="b2393fd9-b3a9-4805-95f0-0090139a0c14" providerId="ADAL" clId="{5582AB44-D407-4F1D-8617-6093DE0A40DA}" dt="2026-08-27T15:54:48.328" v="3171" actId="164"/>
          <ac:spMkLst>
            <pc:docMk/>
            <pc:sldMk cId="2629490761" sldId="2146848423"/>
            <ac:spMk id="103" creationId="{1E6F5F00-9F4B-440F-FDBC-00A272BDE6A8}"/>
          </ac:spMkLst>
        </pc:spChg>
        <pc:spChg chg="add mod">
          <ac:chgData name="Abdul Kamal Nadaf" userId="b2393fd9-b3a9-4805-95f0-0090139a0c14" providerId="ADAL" clId="{5582AB44-D407-4F1D-8617-6093DE0A40DA}" dt="2026-08-27T15:54:48.328" v="3171" actId="164"/>
          <ac:spMkLst>
            <pc:docMk/>
            <pc:sldMk cId="2629490761" sldId="2146848423"/>
            <ac:spMk id="105" creationId="{E389FCD6-4029-85A6-3874-A7CF83BA661D}"/>
          </ac:spMkLst>
        </pc:spChg>
        <pc:spChg chg="add mod">
          <ac:chgData name="Abdul Kamal Nadaf" userId="b2393fd9-b3a9-4805-95f0-0090139a0c14" providerId="ADAL" clId="{5582AB44-D407-4F1D-8617-6093DE0A40DA}" dt="2026-08-27T15:54:48.328" v="3171" actId="164"/>
          <ac:spMkLst>
            <pc:docMk/>
            <pc:sldMk cId="2629490761" sldId="2146848423"/>
            <ac:spMk id="107" creationId="{B8478611-36C2-4A5D-50BA-9E7221A0E7A0}"/>
          </ac:spMkLst>
        </pc:spChg>
        <pc:spChg chg="add mod">
          <ac:chgData name="Abdul Kamal Nadaf" userId="b2393fd9-b3a9-4805-95f0-0090139a0c14" providerId="ADAL" clId="{5582AB44-D407-4F1D-8617-6093DE0A40DA}" dt="2026-08-27T15:52:44.018" v="3144" actId="1076"/>
          <ac:spMkLst>
            <pc:docMk/>
            <pc:sldMk cId="2629490761" sldId="2146848423"/>
            <ac:spMk id="109" creationId="{3A0EE3AB-89DF-8B57-796D-F39F0E3001DF}"/>
          </ac:spMkLst>
        </pc:spChg>
        <pc:spChg chg="add mod">
          <ac:chgData name="Abdul Kamal Nadaf" userId="b2393fd9-b3a9-4805-95f0-0090139a0c14" providerId="ADAL" clId="{5582AB44-D407-4F1D-8617-6093DE0A40DA}" dt="2026-08-27T15:52:44.018" v="3144" actId="1076"/>
          <ac:spMkLst>
            <pc:docMk/>
            <pc:sldMk cId="2629490761" sldId="2146848423"/>
            <ac:spMk id="111" creationId="{4FA1CC4C-6B3E-43E3-ED7E-DD84B4478D7E}"/>
          </ac:spMkLst>
        </pc:spChg>
        <pc:spChg chg="add del mod">
          <ac:chgData name="Abdul Kamal Nadaf" userId="b2393fd9-b3a9-4805-95f0-0090139a0c14" providerId="ADAL" clId="{5582AB44-D407-4F1D-8617-6093DE0A40DA}" dt="2026-08-27T15:52:33.096" v="3142"/>
          <ac:spMkLst>
            <pc:docMk/>
            <pc:sldMk cId="2629490761" sldId="2146848423"/>
            <ac:spMk id="112" creationId="{7A79302C-F71B-9FAD-C9B7-3BBA5C953217}"/>
          </ac:spMkLst>
        </pc:spChg>
        <pc:spChg chg="add del mod">
          <ac:chgData name="Abdul Kamal Nadaf" userId="b2393fd9-b3a9-4805-95f0-0090139a0c14" providerId="ADAL" clId="{5582AB44-D407-4F1D-8617-6093DE0A40DA}" dt="2026-08-27T15:53:52.005" v="3165" actId="478"/>
          <ac:spMkLst>
            <pc:docMk/>
            <pc:sldMk cId="2629490761" sldId="2146848423"/>
            <ac:spMk id="114" creationId="{D0CBACC9-206A-DCF6-2336-C80B8884CDB6}"/>
          </ac:spMkLst>
        </pc:spChg>
        <pc:spChg chg="add del mod">
          <ac:chgData name="Abdul Kamal Nadaf" userId="b2393fd9-b3a9-4805-95f0-0090139a0c14" providerId="ADAL" clId="{5582AB44-D407-4F1D-8617-6093DE0A40DA}" dt="2026-08-27T15:53:50.300" v="3163" actId="22"/>
          <ac:spMkLst>
            <pc:docMk/>
            <pc:sldMk cId="2629490761" sldId="2146848423"/>
            <ac:spMk id="116" creationId="{6318AB63-7EEA-6827-83E8-BB5CEBB1AA48}"/>
          </ac:spMkLst>
        </pc:spChg>
        <pc:spChg chg="add del mod">
          <ac:chgData name="Abdul Kamal Nadaf" userId="b2393fd9-b3a9-4805-95f0-0090139a0c14" providerId="ADAL" clId="{5582AB44-D407-4F1D-8617-6093DE0A40DA}" dt="2026-08-27T16:06:03.120" v="3426" actId="478"/>
          <ac:spMkLst>
            <pc:docMk/>
            <pc:sldMk cId="2629490761" sldId="2146848423"/>
            <ac:spMk id="119" creationId="{8B446190-8246-FD0D-4ED3-FEABB67729A9}"/>
          </ac:spMkLst>
        </pc:spChg>
        <pc:spChg chg="add del mod">
          <ac:chgData name="Abdul Kamal Nadaf" userId="b2393fd9-b3a9-4805-95f0-0090139a0c14" providerId="ADAL" clId="{5582AB44-D407-4F1D-8617-6093DE0A40DA}" dt="2026-08-27T16:06:03.120" v="3426" actId="478"/>
          <ac:spMkLst>
            <pc:docMk/>
            <pc:sldMk cId="2629490761" sldId="2146848423"/>
            <ac:spMk id="121" creationId="{541E58F2-DF32-7EC8-6D4A-DA99E15320FB}"/>
          </ac:spMkLst>
        </pc:spChg>
        <pc:spChg chg="add del mod">
          <ac:chgData name="Abdul Kamal Nadaf" userId="b2393fd9-b3a9-4805-95f0-0090139a0c14" providerId="ADAL" clId="{5582AB44-D407-4F1D-8617-6093DE0A40DA}" dt="2026-08-27T16:06:03.120" v="3426" actId="478"/>
          <ac:spMkLst>
            <pc:docMk/>
            <pc:sldMk cId="2629490761" sldId="2146848423"/>
            <ac:spMk id="123" creationId="{293CEF64-1321-8640-0970-47F562413685}"/>
          </ac:spMkLst>
        </pc:spChg>
        <pc:spChg chg="add del mod">
          <ac:chgData name="Abdul Kamal Nadaf" userId="b2393fd9-b3a9-4805-95f0-0090139a0c14" providerId="ADAL" clId="{5582AB44-D407-4F1D-8617-6093DE0A40DA}" dt="2026-08-27T16:06:03.120" v="3426" actId="478"/>
          <ac:spMkLst>
            <pc:docMk/>
            <pc:sldMk cId="2629490761" sldId="2146848423"/>
            <ac:spMk id="125" creationId="{B12F33D6-83A0-E4E0-E41D-04DBDEA5695A}"/>
          </ac:spMkLst>
        </pc:spChg>
        <pc:spChg chg="add del mod">
          <ac:chgData name="Abdul Kamal Nadaf" userId="b2393fd9-b3a9-4805-95f0-0090139a0c14" providerId="ADAL" clId="{5582AB44-D407-4F1D-8617-6093DE0A40DA}" dt="2026-08-27T15:55:20.232" v="3195" actId="22"/>
          <ac:spMkLst>
            <pc:docMk/>
            <pc:sldMk cId="2629490761" sldId="2146848423"/>
            <ac:spMk id="135" creationId="{57DF64E9-A011-6D7A-9EC9-2310D0D61D1B}"/>
          </ac:spMkLst>
        </pc:spChg>
        <pc:spChg chg="add mod">
          <ac:chgData name="Abdul Kamal Nadaf" userId="b2393fd9-b3a9-4805-95f0-0090139a0c14" providerId="ADAL" clId="{5582AB44-D407-4F1D-8617-6093DE0A40DA}" dt="2026-08-27T16:56:56.640" v="3863" actId="14100"/>
          <ac:spMkLst>
            <pc:docMk/>
            <pc:sldMk cId="2629490761" sldId="2146848423"/>
            <ac:spMk id="137" creationId="{17D7C1DF-3921-18F4-88BA-CD080B1E7C22}"/>
          </ac:spMkLst>
        </pc:spChg>
        <pc:spChg chg="add mod">
          <ac:chgData name="Abdul Kamal Nadaf" userId="b2393fd9-b3a9-4805-95f0-0090139a0c14" providerId="ADAL" clId="{5582AB44-D407-4F1D-8617-6093DE0A40DA}" dt="2026-08-27T16:56:56.640" v="3863" actId="14100"/>
          <ac:spMkLst>
            <pc:docMk/>
            <pc:sldMk cId="2629490761" sldId="2146848423"/>
            <ac:spMk id="139" creationId="{9AFED302-CD3B-C1C3-33D2-7EA7240987E8}"/>
          </ac:spMkLst>
        </pc:spChg>
        <pc:spChg chg="add mod">
          <ac:chgData name="Abdul Kamal Nadaf" userId="b2393fd9-b3a9-4805-95f0-0090139a0c14" providerId="ADAL" clId="{5582AB44-D407-4F1D-8617-6093DE0A40DA}" dt="2026-08-27T16:56:56.640" v="3863" actId="14100"/>
          <ac:spMkLst>
            <pc:docMk/>
            <pc:sldMk cId="2629490761" sldId="2146848423"/>
            <ac:spMk id="141" creationId="{AB58D7F4-06FC-125F-DE35-0E50A456886A}"/>
          </ac:spMkLst>
        </pc:spChg>
        <pc:spChg chg="add mod">
          <ac:chgData name="Abdul Kamal Nadaf" userId="b2393fd9-b3a9-4805-95f0-0090139a0c14" providerId="ADAL" clId="{5582AB44-D407-4F1D-8617-6093DE0A40DA}" dt="2026-08-27T16:03:47.611" v="3406" actId="1076"/>
          <ac:spMkLst>
            <pc:docMk/>
            <pc:sldMk cId="2629490761" sldId="2146848423"/>
            <ac:spMk id="151" creationId="{18D97647-8B94-1109-CC6C-B6B112566C36}"/>
          </ac:spMkLst>
        </pc:spChg>
        <pc:grpChg chg="del mod">
          <ac:chgData name="Abdul Kamal Nadaf" userId="b2393fd9-b3a9-4805-95f0-0090139a0c14" providerId="ADAL" clId="{5582AB44-D407-4F1D-8617-6093DE0A40DA}" dt="2026-08-27T15:47:46.446" v="3030" actId="165"/>
          <ac:grpSpMkLst>
            <pc:docMk/>
            <pc:sldMk cId="2629490761" sldId="2146848423"/>
            <ac:grpSpMk id="27" creationId="{470ED6BA-CC6B-F383-931B-7FD663879BB5}"/>
          </ac:grpSpMkLst>
        </pc:grpChg>
        <pc:grpChg chg="del mod">
          <ac:chgData name="Abdul Kamal Nadaf" userId="b2393fd9-b3a9-4805-95f0-0090139a0c14" providerId="ADAL" clId="{5582AB44-D407-4F1D-8617-6093DE0A40DA}" dt="2026-08-27T15:52:21.590" v="3139" actId="165"/>
          <ac:grpSpMkLst>
            <pc:docMk/>
            <pc:sldMk cId="2629490761" sldId="2146848423"/>
            <ac:grpSpMk id="39" creationId="{69EB1AB1-9707-8812-8F65-488A913DA39C}"/>
          </ac:grpSpMkLst>
        </pc:grpChg>
        <pc:grpChg chg="del mod">
          <ac:chgData name="Abdul Kamal Nadaf" userId="b2393fd9-b3a9-4805-95f0-0090139a0c14" providerId="ADAL" clId="{5582AB44-D407-4F1D-8617-6093DE0A40DA}" dt="2026-08-27T15:52:14.951" v="3138" actId="165"/>
          <ac:grpSpMkLst>
            <pc:docMk/>
            <pc:sldMk cId="2629490761" sldId="2146848423"/>
            <ac:grpSpMk id="40" creationId="{8B8143E2-A1D4-5640-9402-2D2253B2DF14}"/>
          </ac:grpSpMkLst>
        </pc:grpChg>
        <pc:grpChg chg="del mod">
          <ac:chgData name="Abdul Kamal Nadaf" userId="b2393fd9-b3a9-4805-95f0-0090139a0c14" providerId="ADAL" clId="{5582AB44-D407-4F1D-8617-6093DE0A40DA}" dt="2026-08-27T15:42:45.678" v="2898" actId="165"/>
          <ac:grpSpMkLst>
            <pc:docMk/>
            <pc:sldMk cId="2629490761" sldId="2146848423"/>
            <ac:grpSpMk id="44" creationId="{CB0D3F24-6DC5-F63D-237B-E931C1995713}"/>
          </ac:grpSpMkLst>
        </pc:grpChg>
        <pc:grpChg chg="add del mod">
          <ac:chgData name="Abdul Kamal Nadaf" userId="b2393fd9-b3a9-4805-95f0-0090139a0c14" providerId="ADAL" clId="{5582AB44-D407-4F1D-8617-6093DE0A40DA}" dt="2026-08-27T15:46:14.005" v="3001" actId="478"/>
          <ac:grpSpMkLst>
            <pc:docMk/>
            <pc:sldMk cId="2629490761" sldId="2146848423"/>
            <ac:grpSpMk id="48" creationId="{AB434217-DDCC-7174-3888-8053A156EA62}"/>
          </ac:grpSpMkLst>
        </pc:grpChg>
        <pc:grpChg chg="del">
          <ac:chgData name="Abdul Kamal Nadaf" userId="b2393fd9-b3a9-4805-95f0-0090139a0c14" providerId="ADAL" clId="{5582AB44-D407-4F1D-8617-6093DE0A40DA}" dt="2026-08-27T15:44:33.449" v="2957" actId="478"/>
          <ac:grpSpMkLst>
            <pc:docMk/>
            <pc:sldMk cId="2629490761" sldId="2146848423"/>
            <ac:grpSpMk id="49" creationId="{E7F6C02B-5825-1D17-A14E-A4489B1D87B3}"/>
          </ac:grpSpMkLst>
        </pc:grpChg>
        <pc:grpChg chg="del">
          <ac:chgData name="Abdul Kamal Nadaf" userId="b2393fd9-b3a9-4805-95f0-0090139a0c14" providerId="ADAL" clId="{5582AB44-D407-4F1D-8617-6093DE0A40DA}" dt="2026-08-27T15:44:24.341" v="2950" actId="478"/>
          <ac:grpSpMkLst>
            <pc:docMk/>
            <pc:sldMk cId="2629490761" sldId="2146848423"/>
            <ac:grpSpMk id="51" creationId="{C7E740DB-BB44-CA1C-9118-CE53D1EECBFA}"/>
          </ac:grpSpMkLst>
        </pc:grpChg>
        <pc:grpChg chg="del mod">
          <ac:chgData name="Abdul Kamal Nadaf" userId="b2393fd9-b3a9-4805-95f0-0090139a0c14" providerId="ADAL" clId="{5582AB44-D407-4F1D-8617-6093DE0A40DA}" dt="2026-08-27T15:43:20.541" v="2912" actId="165"/>
          <ac:grpSpMkLst>
            <pc:docMk/>
            <pc:sldMk cId="2629490761" sldId="2146848423"/>
            <ac:grpSpMk id="52" creationId="{B6396C1E-3D5E-0406-9357-4819923E1911}"/>
          </ac:grpSpMkLst>
        </pc:grpChg>
        <pc:grpChg chg="mod">
          <ac:chgData name="Abdul Kamal Nadaf" userId="b2393fd9-b3a9-4805-95f0-0090139a0c14" providerId="ADAL" clId="{5582AB44-D407-4F1D-8617-6093DE0A40DA}" dt="2026-08-27T15:54:52.690" v="3174" actId="1076"/>
          <ac:grpSpMkLst>
            <pc:docMk/>
            <pc:sldMk cId="2629490761" sldId="2146848423"/>
            <ac:grpSpMk id="117" creationId="{8843E933-90E2-B0D1-39E1-5ED14A3B13F6}"/>
          </ac:grpSpMkLst>
        </pc:grpChg>
        <pc:picChg chg="del mod">
          <ac:chgData name="Abdul Kamal Nadaf" userId="b2393fd9-b3a9-4805-95f0-0090139a0c14" providerId="ADAL" clId="{5582AB44-D407-4F1D-8617-6093DE0A40DA}" dt="2026-08-27T15:55:06.661" v="3183" actId="478"/>
          <ac:picMkLst>
            <pc:docMk/>
            <pc:sldMk cId="2629490761" sldId="2146848423"/>
            <ac:picMk id="45" creationId="{3C8BEC45-8EA7-97F8-E3A2-E36E9497B314}"/>
          </ac:picMkLst>
        </pc:picChg>
        <pc:picChg chg="del">
          <ac:chgData name="Abdul Kamal Nadaf" userId="b2393fd9-b3a9-4805-95f0-0090139a0c14" providerId="ADAL" clId="{5582AB44-D407-4F1D-8617-6093DE0A40DA}" dt="2026-08-27T15:55:08.354" v="3184" actId="478"/>
          <ac:picMkLst>
            <pc:docMk/>
            <pc:sldMk cId="2629490761" sldId="2146848423"/>
            <ac:picMk id="53" creationId="{2E2332E9-B6CC-A5A0-5D4D-24CBCA0AE431}"/>
          </ac:picMkLst>
        </pc:picChg>
        <pc:picChg chg="del">
          <ac:chgData name="Abdul Kamal Nadaf" userId="b2393fd9-b3a9-4805-95f0-0090139a0c14" providerId="ADAL" clId="{5582AB44-D407-4F1D-8617-6093DE0A40DA}" dt="2026-08-27T15:55:09.354" v="3185" actId="478"/>
          <ac:picMkLst>
            <pc:docMk/>
            <pc:sldMk cId="2629490761" sldId="2146848423"/>
            <ac:picMk id="61" creationId="{650BC301-0921-1498-3B09-4D6C6EA71695}"/>
          </ac:picMkLst>
        </pc:picChg>
        <pc:picChg chg="del">
          <ac:chgData name="Abdul Kamal Nadaf" userId="b2393fd9-b3a9-4805-95f0-0090139a0c14" providerId="ADAL" clId="{5582AB44-D407-4F1D-8617-6093DE0A40DA}" dt="2026-08-27T15:55:10.012" v="3186" actId="478"/>
          <ac:picMkLst>
            <pc:docMk/>
            <pc:sldMk cId="2629490761" sldId="2146848423"/>
            <ac:picMk id="64" creationId="{BEC0CDDA-2098-F334-7A1E-88688E31E917}"/>
          </ac:picMkLst>
        </pc:picChg>
        <pc:picChg chg="add del mod">
          <ac:chgData name="Abdul Kamal Nadaf" userId="b2393fd9-b3a9-4805-95f0-0090139a0c14" providerId="ADAL" clId="{5582AB44-D407-4F1D-8617-6093DE0A40DA}" dt="2026-08-27T16:06:03.120" v="3426" actId="478"/>
          <ac:picMkLst>
            <pc:docMk/>
            <pc:sldMk cId="2629490761" sldId="2146848423"/>
            <ac:picMk id="127" creationId="{EA274FA4-77F9-9A85-F766-08C824D35BA5}"/>
          </ac:picMkLst>
        </pc:picChg>
        <pc:picChg chg="add del mod">
          <ac:chgData name="Abdul Kamal Nadaf" userId="b2393fd9-b3a9-4805-95f0-0090139a0c14" providerId="ADAL" clId="{5582AB44-D407-4F1D-8617-6093DE0A40DA}" dt="2026-08-27T16:06:03.120" v="3426" actId="478"/>
          <ac:picMkLst>
            <pc:docMk/>
            <pc:sldMk cId="2629490761" sldId="2146848423"/>
            <ac:picMk id="129" creationId="{2EBA3E6F-3EBD-D9B9-29BB-D0C727106D31}"/>
          </ac:picMkLst>
        </pc:picChg>
        <pc:picChg chg="add del mod">
          <ac:chgData name="Abdul Kamal Nadaf" userId="b2393fd9-b3a9-4805-95f0-0090139a0c14" providerId="ADAL" clId="{5582AB44-D407-4F1D-8617-6093DE0A40DA}" dt="2026-08-27T16:06:03.120" v="3426" actId="478"/>
          <ac:picMkLst>
            <pc:docMk/>
            <pc:sldMk cId="2629490761" sldId="2146848423"/>
            <ac:picMk id="131" creationId="{80F61BFC-E145-63C6-CA43-DF561F0ECBE5}"/>
          </ac:picMkLst>
        </pc:picChg>
        <pc:picChg chg="add del mod">
          <ac:chgData name="Abdul Kamal Nadaf" userId="b2393fd9-b3a9-4805-95f0-0090139a0c14" providerId="ADAL" clId="{5582AB44-D407-4F1D-8617-6093DE0A40DA}" dt="2026-08-27T16:06:03.120" v="3426" actId="478"/>
          <ac:picMkLst>
            <pc:docMk/>
            <pc:sldMk cId="2629490761" sldId="2146848423"/>
            <ac:picMk id="133" creationId="{16A8C031-BAE2-A5E7-A74F-4997430673A2}"/>
          </ac:picMkLst>
        </pc:picChg>
        <pc:picChg chg="add mod">
          <ac:chgData name="Abdul Kamal Nadaf" userId="b2393fd9-b3a9-4805-95f0-0090139a0c14" providerId="ADAL" clId="{5582AB44-D407-4F1D-8617-6093DE0A40DA}" dt="2026-08-27T16:57:03.403" v="3864" actId="12789"/>
          <ac:picMkLst>
            <pc:docMk/>
            <pc:sldMk cId="2629490761" sldId="2146848423"/>
            <ac:picMk id="143" creationId="{EE828068-9B1C-844D-2993-4E23BB9882E2}"/>
          </ac:picMkLst>
        </pc:picChg>
        <pc:picChg chg="add mod">
          <ac:chgData name="Abdul Kamal Nadaf" userId="b2393fd9-b3a9-4805-95f0-0090139a0c14" providerId="ADAL" clId="{5582AB44-D407-4F1D-8617-6093DE0A40DA}" dt="2026-08-27T16:57:03.403" v="3864" actId="12789"/>
          <ac:picMkLst>
            <pc:docMk/>
            <pc:sldMk cId="2629490761" sldId="2146848423"/>
            <ac:picMk id="145" creationId="{1E2453E2-2728-BB58-90D7-97C831CF98BD}"/>
          </ac:picMkLst>
        </pc:picChg>
        <pc:picChg chg="add mod">
          <ac:chgData name="Abdul Kamal Nadaf" userId="b2393fd9-b3a9-4805-95f0-0090139a0c14" providerId="ADAL" clId="{5582AB44-D407-4F1D-8617-6093DE0A40DA}" dt="2026-08-27T16:57:03.403" v="3864" actId="12789"/>
          <ac:picMkLst>
            <pc:docMk/>
            <pc:sldMk cId="2629490761" sldId="2146848423"/>
            <ac:picMk id="147" creationId="{140D1AA4-C519-F888-BBF6-C4DC4EFCCDF8}"/>
          </ac:picMkLst>
        </pc:picChg>
        <pc:picChg chg="add mod">
          <ac:chgData name="Abdul Kamal Nadaf" userId="b2393fd9-b3a9-4805-95f0-0090139a0c14" providerId="ADAL" clId="{5582AB44-D407-4F1D-8617-6093DE0A40DA}" dt="2026-08-27T16:57:03.403" v="3864" actId="12789"/>
          <ac:picMkLst>
            <pc:docMk/>
            <pc:sldMk cId="2629490761" sldId="2146848423"/>
            <ac:picMk id="149" creationId="{CC20EE08-AA49-C9CA-2A5C-8A4912B36FE3}"/>
          </ac:picMkLst>
        </pc:picChg>
      </pc:sldChg>
      <pc:sldChg chg="add del mod modShow">
        <pc:chgData name="Abdul Kamal Nadaf" userId="b2393fd9-b3a9-4805-95f0-0090139a0c14" providerId="ADAL" clId="{5582AB44-D407-4F1D-8617-6093DE0A40DA}" dt="2026-08-27T14:48:08.014" v="2606" actId="2696"/>
        <pc:sldMkLst>
          <pc:docMk/>
          <pc:sldMk cId="4261110346" sldId="2146848429"/>
        </pc:sldMkLst>
      </pc:sldChg>
    </pc:docChg>
  </pc:docChgLst>
  <pc:docChgLst>
    <pc:chgData name="Harvinder Kour" userId="39cccd22-3e2d-4183-b5b7-8a42ea04094a" providerId="ADAL" clId="{CE9291C5-E2B7-43F9-970C-D7F329B1A874}"/>
    <pc:docChg chg="undo redo custSel modSld">
      <pc:chgData name="Harvinder Kour" userId="39cccd22-3e2d-4183-b5b7-8a42ea04094a" providerId="ADAL" clId="{CE9291C5-E2B7-43F9-970C-D7F329B1A874}" dt="2026-08-26T10:04:32.910" v="1276" actId="2"/>
      <pc:docMkLst>
        <pc:docMk/>
      </pc:docMkLst>
      <pc:sldChg chg="modSp mod modCm modNotesTx">
        <pc:chgData name="Harvinder Kour" userId="39cccd22-3e2d-4183-b5b7-8a42ea04094a" providerId="ADAL" clId="{CE9291C5-E2B7-43F9-970C-D7F329B1A874}" dt="2026-08-26T10:04:30.669" v="1270" actId="2"/>
        <pc:sldMkLst>
          <pc:docMk/>
          <pc:sldMk cId="0" sldId="258"/>
        </pc:sldMkLst>
        <pc:spChg chg="mod">
          <ac:chgData name="Harvinder Kour" userId="39cccd22-3e2d-4183-b5b7-8a42ea04094a" providerId="ADAL" clId="{CE9291C5-E2B7-43F9-970C-D7F329B1A874}" dt="2026-08-26T05:54:24.654" v="301" actId="20577"/>
          <ac:spMkLst>
            <pc:docMk/>
            <pc:sldMk cId="0" sldId="258"/>
            <ac:spMk id="65" creationId="{39E15BB3-BE5B-74B2-6AA0-77A58C0A9B17}"/>
          </ac:spMkLst>
        </pc:spChg>
        <pc:spChg chg="mod">
          <ac:chgData name="Harvinder Kour" userId="39cccd22-3e2d-4183-b5b7-8a42ea04094a" providerId="ADAL" clId="{CE9291C5-E2B7-43F9-970C-D7F329B1A874}" dt="2026-08-26T06:50:42.244" v="652" actId="6549"/>
          <ac:spMkLst>
            <pc:docMk/>
            <pc:sldMk cId="0" sldId="258"/>
            <ac:spMk id="69" creationId="{E3530137-2B57-64F5-CD97-8EA94EEF4DE9}"/>
          </ac:spMkLst>
        </pc:spChg>
        <pc:spChg chg="mod">
          <ac:chgData name="Harvinder Kour" userId="39cccd22-3e2d-4183-b5b7-8a42ea04094a" providerId="ADAL" clId="{CE9291C5-E2B7-43F9-970C-D7F329B1A874}" dt="2026-08-26T06:48:48.072" v="619" actId="20577"/>
          <ac:spMkLst>
            <pc:docMk/>
            <pc:sldMk cId="0" sldId="258"/>
            <ac:spMk id="71" creationId="{F567414C-3863-5D87-E81C-7AE26BDB10C7}"/>
          </ac:spMkLst>
        </pc:spChg>
        <pc:spChg chg="mod">
          <ac:chgData name="Harvinder Kour" userId="39cccd22-3e2d-4183-b5b7-8a42ea04094a" providerId="ADAL" clId="{CE9291C5-E2B7-43F9-970C-D7F329B1A874}" dt="2026-08-26T06:52:47.952" v="665" actId="20577"/>
          <ac:spMkLst>
            <pc:docMk/>
            <pc:sldMk cId="0" sldId="258"/>
            <ac:spMk id="89" creationId="{8A8DCD54-8B48-3218-1D14-14E28D15199B}"/>
          </ac:spMkLst>
        </pc:spChg>
        <pc:extLst>
          <p:ext xmlns:p="http://schemas.openxmlformats.org/presentationml/2006/main" uri="{D6D511B9-2390-475A-947B-AFAB55BFBCF1}">
            <pc226:cmChg xmlns:pc226="http://schemas.microsoft.com/office/powerpoint/2022/06/main/command" chg="mod">
              <pc226:chgData name="Harvinder Kour" userId="39cccd22-3e2d-4183-b5b7-8a42ea04094a" providerId="ADAL" clId="{CE9291C5-E2B7-43F9-970C-D7F329B1A874}" dt="2026-08-26T06:51:20.038" v="656" actId="20577"/>
              <pc2:cmMkLst xmlns:pc2="http://schemas.microsoft.com/office/powerpoint/2019/9/main/command">
                <pc:docMk/>
                <pc:sldMk cId="0" sldId="258"/>
                <pc2:cmMk id="{BAE2EC90-2BC7-4668-94B8-0C6A27709663}"/>
              </pc2:cmMkLst>
            </pc226:cmChg>
          </p:ext>
        </pc:extLst>
      </pc:sldChg>
      <pc:sldChg chg="modSp mod modCm">
        <pc:chgData name="Harvinder Kour" userId="39cccd22-3e2d-4183-b5b7-8a42ea04094a" providerId="ADAL" clId="{CE9291C5-E2B7-43F9-970C-D7F329B1A874}" dt="2026-08-26T06:47:42.988" v="610" actId="20577"/>
        <pc:sldMkLst>
          <pc:docMk/>
          <pc:sldMk cId="3514214206" sldId="269"/>
        </pc:sldMkLst>
        <pc:extLst>
          <p:ext xmlns:p="http://schemas.openxmlformats.org/presentationml/2006/main" uri="{D6D511B9-2390-475A-947B-AFAB55BFBCF1}">
            <pc226:cmChg xmlns:pc226="http://schemas.microsoft.com/office/powerpoint/2022/06/main/command" chg="mod">
              <pc226:chgData name="Harvinder Kour" userId="39cccd22-3e2d-4183-b5b7-8a42ea04094a" providerId="ADAL" clId="{CE9291C5-E2B7-43F9-970C-D7F329B1A874}" dt="2026-08-26T06:40:32.951" v="525" actId="20577"/>
              <pc2:cmMkLst xmlns:pc2="http://schemas.microsoft.com/office/powerpoint/2019/9/main/command">
                <pc:docMk/>
                <pc:sldMk cId="3514214206" sldId="269"/>
                <pc2:cmMk id="{3CC0D551-04B3-4A3E-B19F-EFD9C0ED5A4E}"/>
              </pc2:cmMkLst>
            </pc226:cmChg>
            <pc226:cmChg xmlns:pc226="http://schemas.microsoft.com/office/powerpoint/2022/06/main/command" chg="mod">
              <pc226:chgData name="Harvinder Kour" userId="39cccd22-3e2d-4183-b5b7-8a42ea04094a" providerId="ADAL" clId="{CE9291C5-E2B7-43F9-970C-D7F329B1A874}" dt="2026-08-26T06:40:47.772" v="532" actId="20577"/>
              <pc2:cmMkLst xmlns:pc2="http://schemas.microsoft.com/office/powerpoint/2019/9/main/command">
                <pc:docMk/>
                <pc:sldMk cId="3514214206" sldId="269"/>
                <pc2:cmMk id="{8BD66BA4-9E4D-4D3B-BB91-8D264B0CF4E4}"/>
              </pc2:cmMkLst>
            </pc226:cmChg>
          </p:ext>
        </pc:extLst>
      </pc:sldChg>
      <pc:sldChg chg="modSp mod modNotesTx">
        <pc:chgData name="Harvinder Kour" userId="39cccd22-3e2d-4183-b5b7-8a42ea04094a" providerId="ADAL" clId="{CE9291C5-E2B7-43F9-970C-D7F329B1A874}" dt="2026-08-26T07:14:33.991" v="869" actId="20577"/>
        <pc:sldMkLst>
          <pc:docMk/>
          <pc:sldMk cId="378159588" sldId="330"/>
        </pc:sldMkLst>
        <pc:spChg chg="mod">
          <ac:chgData name="Harvinder Kour" userId="39cccd22-3e2d-4183-b5b7-8a42ea04094a" providerId="ADAL" clId="{CE9291C5-E2B7-43F9-970C-D7F329B1A874}" dt="2026-08-26T07:12:43.438" v="862" actId="20577"/>
          <ac:spMkLst>
            <pc:docMk/>
            <pc:sldMk cId="378159588" sldId="330"/>
            <ac:spMk id="56" creationId="{9EA008F5-1F64-6168-C7D0-76C87DCC2495}"/>
          </ac:spMkLst>
        </pc:spChg>
        <pc:spChg chg="mod">
          <ac:chgData name="Harvinder Kour" userId="39cccd22-3e2d-4183-b5b7-8a42ea04094a" providerId="ADAL" clId="{CE9291C5-E2B7-43F9-970C-D7F329B1A874}" dt="2026-08-26T07:13:03.054" v="863" actId="20577"/>
          <ac:spMkLst>
            <pc:docMk/>
            <pc:sldMk cId="378159588" sldId="330"/>
            <ac:spMk id="58" creationId="{DFA0B0DE-A25B-B1DC-3300-EFBB06C419BC}"/>
          </ac:spMkLst>
        </pc:spChg>
        <pc:spChg chg="mod">
          <ac:chgData name="Harvinder Kour" userId="39cccd22-3e2d-4183-b5b7-8a42ea04094a" providerId="ADAL" clId="{CE9291C5-E2B7-43F9-970C-D7F329B1A874}" dt="2026-08-26T07:13:50.351" v="865" actId="20577"/>
          <ac:spMkLst>
            <pc:docMk/>
            <pc:sldMk cId="378159588" sldId="330"/>
            <ac:spMk id="118" creationId="{286B33AD-0670-D540-4034-6150F938C633}"/>
          </ac:spMkLst>
        </pc:spChg>
        <pc:spChg chg="mod">
          <ac:chgData name="Harvinder Kour" userId="39cccd22-3e2d-4183-b5b7-8a42ea04094a" providerId="ADAL" clId="{CE9291C5-E2B7-43F9-970C-D7F329B1A874}" dt="2026-08-26T07:14:33.991" v="869" actId="20577"/>
          <ac:spMkLst>
            <pc:docMk/>
            <pc:sldMk cId="378159588" sldId="330"/>
            <ac:spMk id="152" creationId="{C008524F-1BC7-2A20-E2B5-C88144D1CB5D}"/>
          </ac:spMkLst>
        </pc:spChg>
      </pc:sldChg>
      <pc:sldChg chg="modSp mod modNotesTx">
        <pc:chgData name="Harvinder Kour" userId="39cccd22-3e2d-4183-b5b7-8a42ea04094a" providerId="ADAL" clId="{CE9291C5-E2B7-43F9-970C-D7F329B1A874}" dt="2026-08-26T10:04:32.371" v="1274" actId="2"/>
        <pc:sldMkLst>
          <pc:docMk/>
          <pc:sldMk cId="2681872425" sldId="332"/>
        </pc:sldMkLst>
        <pc:spChg chg="mod">
          <ac:chgData name="Harvinder Kour" userId="39cccd22-3e2d-4183-b5b7-8a42ea04094a" providerId="ADAL" clId="{CE9291C5-E2B7-43F9-970C-D7F329B1A874}" dt="2026-08-26T07:09:26.419" v="791" actId="20577"/>
          <ac:spMkLst>
            <pc:docMk/>
            <pc:sldMk cId="2681872425" sldId="332"/>
            <ac:spMk id="4" creationId="{6D6F91FE-CB0F-8A59-90C1-8C1ADC4F15C0}"/>
          </ac:spMkLst>
        </pc:spChg>
        <pc:spChg chg="mod">
          <ac:chgData name="Harvinder Kour" userId="39cccd22-3e2d-4183-b5b7-8a42ea04094a" providerId="ADAL" clId="{CE9291C5-E2B7-43F9-970C-D7F329B1A874}" dt="2026-08-26T06:56:57.100" v="684" actId="20577"/>
          <ac:spMkLst>
            <pc:docMk/>
            <pc:sldMk cId="2681872425" sldId="332"/>
            <ac:spMk id="6" creationId="{8E52A532-2D3F-DCC1-11DF-9FFEE3FFBDB7}"/>
          </ac:spMkLst>
        </pc:spChg>
        <pc:spChg chg="mod">
          <ac:chgData name="Harvinder Kour" userId="39cccd22-3e2d-4183-b5b7-8a42ea04094a" providerId="ADAL" clId="{CE9291C5-E2B7-43F9-970C-D7F329B1A874}" dt="2026-08-26T06:57:08.928" v="685" actId="20577"/>
          <ac:spMkLst>
            <pc:docMk/>
            <pc:sldMk cId="2681872425" sldId="332"/>
            <ac:spMk id="13" creationId="{E9268271-17D0-F3D1-4811-ED3673C61F47}"/>
          </ac:spMkLst>
        </pc:spChg>
        <pc:spChg chg="mod">
          <ac:chgData name="Harvinder Kour" userId="39cccd22-3e2d-4183-b5b7-8a42ea04094a" providerId="ADAL" clId="{CE9291C5-E2B7-43F9-970C-D7F329B1A874}" dt="2026-08-26T07:07:51.977" v="735" actId="20577"/>
          <ac:spMkLst>
            <pc:docMk/>
            <pc:sldMk cId="2681872425" sldId="332"/>
            <ac:spMk id="18" creationId="{F6C711A7-96FE-BFFC-B714-11CD6D2C50A5}"/>
          </ac:spMkLst>
        </pc:spChg>
        <pc:spChg chg="mod">
          <ac:chgData name="Harvinder Kour" userId="39cccd22-3e2d-4183-b5b7-8a42ea04094a" providerId="ADAL" clId="{CE9291C5-E2B7-43F9-970C-D7F329B1A874}" dt="2026-08-26T07:09:36.035" v="803" actId="20577"/>
          <ac:spMkLst>
            <pc:docMk/>
            <pc:sldMk cId="2681872425" sldId="332"/>
            <ac:spMk id="20" creationId="{D2BB358C-A984-674B-D3BD-7798746CECAB}"/>
          </ac:spMkLst>
        </pc:spChg>
        <pc:spChg chg="mod">
          <ac:chgData name="Harvinder Kour" userId="39cccd22-3e2d-4183-b5b7-8a42ea04094a" providerId="ADAL" clId="{CE9291C5-E2B7-43F9-970C-D7F329B1A874}" dt="2026-08-26T07:09:11.620" v="775" actId="20577"/>
          <ac:spMkLst>
            <pc:docMk/>
            <pc:sldMk cId="2681872425" sldId="332"/>
            <ac:spMk id="26" creationId="{856890DD-A7CD-38DB-0973-9E99DE0DBE4E}"/>
          </ac:spMkLst>
        </pc:spChg>
        <pc:spChg chg="mod">
          <ac:chgData name="Harvinder Kour" userId="39cccd22-3e2d-4183-b5b7-8a42ea04094a" providerId="ADAL" clId="{CE9291C5-E2B7-43F9-970C-D7F329B1A874}" dt="2026-08-26T07:09:44.556" v="815" actId="20577"/>
          <ac:spMkLst>
            <pc:docMk/>
            <pc:sldMk cId="2681872425" sldId="332"/>
            <ac:spMk id="30" creationId="{94821CD0-795F-9DCA-6140-D2EC90320342}"/>
          </ac:spMkLst>
        </pc:spChg>
        <pc:spChg chg="mod">
          <ac:chgData name="Harvinder Kour" userId="39cccd22-3e2d-4183-b5b7-8a42ea04094a" providerId="ADAL" clId="{CE9291C5-E2B7-43F9-970C-D7F329B1A874}" dt="2026-08-26T07:05:03.973" v="689" actId="20577"/>
          <ac:spMkLst>
            <pc:docMk/>
            <pc:sldMk cId="2681872425" sldId="332"/>
            <ac:spMk id="33" creationId="{3C18E0C1-61BF-1C45-C168-B15D2F82578E}"/>
          </ac:spMkLst>
        </pc:spChg>
        <pc:spChg chg="mod">
          <ac:chgData name="Harvinder Kour" userId="39cccd22-3e2d-4183-b5b7-8a42ea04094a" providerId="ADAL" clId="{CE9291C5-E2B7-43F9-970C-D7F329B1A874}" dt="2026-08-26T07:09:18.805" v="783" actId="20577"/>
          <ac:spMkLst>
            <pc:docMk/>
            <pc:sldMk cId="2681872425" sldId="332"/>
            <ac:spMk id="35" creationId="{9D9A0EDA-F1D5-AA25-93EE-587BC8CF24DE}"/>
          </ac:spMkLst>
        </pc:spChg>
        <pc:spChg chg="mod">
          <ac:chgData name="Harvinder Kour" userId="39cccd22-3e2d-4183-b5b7-8a42ea04094a" providerId="ADAL" clId="{CE9291C5-E2B7-43F9-970C-D7F329B1A874}" dt="2026-08-26T07:07:32.949" v="724" actId="20577"/>
          <ac:spMkLst>
            <pc:docMk/>
            <pc:sldMk cId="2681872425" sldId="332"/>
            <ac:spMk id="39" creationId="{2A0F8A37-135D-C38A-1918-D2C9893D1C34}"/>
          </ac:spMkLst>
        </pc:spChg>
        <pc:spChg chg="mod">
          <ac:chgData name="Harvinder Kour" userId="39cccd22-3e2d-4183-b5b7-8a42ea04094a" providerId="ADAL" clId="{CE9291C5-E2B7-43F9-970C-D7F329B1A874}" dt="2026-08-26T07:09:52.448" v="824" actId="20577"/>
          <ac:spMkLst>
            <pc:docMk/>
            <pc:sldMk cId="2681872425" sldId="332"/>
            <ac:spMk id="42" creationId="{59C69692-7089-004D-877A-653AED4F4359}"/>
          </ac:spMkLst>
        </pc:spChg>
        <pc:spChg chg="mod">
          <ac:chgData name="Harvinder Kour" userId="39cccd22-3e2d-4183-b5b7-8a42ea04094a" providerId="ADAL" clId="{CE9291C5-E2B7-43F9-970C-D7F329B1A874}" dt="2026-08-26T07:05:29.723" v="692" actId="20577"/>
          <ac:spMkLst>
            <pc:docMk/>
            <pc:sldMk cId="2681872425" sldId="332"/>
            <ac:spMk id="46" creationId="{7AAF0326-C39C-DF3B-2300-FC5EC7BCDE92}"/>
          </ac:spMkLst>
        </pc:spChg>
        <pc:spChg chg="mod">
          <ac:chgData name="Harvinder Kour" userId="39cccd22-3e2d-4183-b5b7-8a42ea04094a" providerId="ADAL" clId="{CE9291C5-E2B7-43F9-970C-D7F329B1A874}" dt="2026-08-26T07:09:57.634" v="830" actId="20577"/>
          <ac:spMkLst>
            <pc:docMk/>
            <pc:sldMk cId="2681872425" sldId="332"/>
            <ac:spMk id="48" creationId="{EFB2D3A1-29BD-2AA2-631C-C21359D8FB39}"/>
          </ac:spMkLst>
        </pc:spChg>
      </pc:sldChg>
      <pc:sldChg chg="modSp mod">
        <pc:chgData name="Harvinder Kour" userId="39cccd22-3e2d-4183-b5b7-8a42ea04094a" providerId="ADAL" clId="{CE9291C5-E2B7-43F9-970C-D7F329B1A874}" dt="2026-08-26T07:53:51.424" v="905" actId="20577"/>
        <pc:sldMkLst>
          <pc:docMk/>
          <pc:sldMk cId="2599688549" sldId="333"/>
        </pc:sldMkLst>
        <pc:spChg chg="mod">
          <ac:chgData name="Harvinder Kour" userId="39cccd22-3e2d-4183-b5b7-8a42ea04094a" providerId="ADAL" clId="{CE9291C5-E2B7-43F9-970C-D7F329B1A874}" dt="2026-08-26T07:29:33.702" v="892" actId="20577"/>
          <ac:spMkLst>
            <pc:docMk/>
            <pc:sldMk cId="2599688549" sldId="333"/>
            <ac:spMk id="8" creationId="{7919D2EE-833F-F31B-A9B5-13F5210E3A45}"/>
          </ac:spMkLst>
        </pc:spChg>
        <pc:spChg chg="mod">
          <ac:chgData name="Harvinder Kour" userId="39cccd22-3e2d-4183-b5b7-8a42ea04094a" providerId="ADAL" clId="{CE9291C5-E2B7-43F9-970C-D7F329B1A874}" dt="2026-08-26T07:45:36.894" v="900" actId="404"/>
          <ac:spMkLst>
            <pc:docMk/>
            <pc:sldMk cId="2599688549" sldId="333"/>
            <ac:spMk id="10" creationId="{89D94B97-051B-8937-63C9-5E4734022E10}"/>
          </ac:spMkLst>
        </pc:spChg>
        <pc:spChg chg="mod">
          <ac:chgData name="Harvinder Kour" userId="39cccd22-3e2d-4183-b5b7-8a42ea04094a" providerId="ADAL" clId="{CE9291C5-E2B7-43F9-970C-D7F329B1A874}" dt="2026-08-26T07:53:51.424" v="905" actId="20577"/>
          <ac:spMkLst>
            <pc:docMk/>
            <pc:sldMk cId="2599688549" sldId="333"/>
            <ac:spMk id="20" creationId="{D16F20B2-E852-2E5A-BFE9-B0DE0939BE2A}"/>
          </ac:spMkLst>
        </pc:spChg>
        <pc:spChg chg="mod">
          <ac:chgData name="Harvinder Kour" userId="39cccd22-3e2d-4183-b5b7-8a42ea04094a" providerId="ADAL" clId="{CE9291C5-E2B7-43F9-970C-D7F329B1A874}" dt="2026-08-26T07:45:41.764" v="901" actId="404"/>
          <ac:spMkLst>
            <pc:docMk/>
            <pc:sldMk cId="2599688549" sldId="333"/>
            <ac:spMk id="28" creationId="{5D7BA22F-7816-2538-37EC-9AA61C8E9D63}"/>
          </ac:spMkLst>
        </pc:spChg>
      </pc:sldChg>
      <pc:sldChg chg="modSp mod">
        <pc:chgData name="Harvinder Kour" userId="39cccd22-3e2d-4183-b5b7-8a42ea04094a" providerId="ADAL" clId="{CE9291C5-E2B7-43F9-970C-D7F329B1A874}" dt="2026-08-26T08:32:00.114" v="1097" actId="20577"/>
        <pc:sldMkLst>
          <pc:docMk/>
          <pc:sldMk cId="4266840583" sldId="335"/>
        </pc:sldMkLst>
      </pc:sldChg>
    </pc:docChg>
  </pc:docChgLst>
  <pc:docChgLst>
    <pc:chgData name="Rahul Sudhakar Kulkarni" userId="a61ff142-3504-478b-bc21-c75d898c2f10" providerId="ADAL" clId="{069E650D-28CB-4110-A298-EF6415CF8767}"/>
    <pc:docChg chg="undo redo custSel addSld delSld modSld sldOrd">
      <pc:chgData name="Rahul Sudhakar Kulkarni" userId="a61ff142-3504-478b-bc21-c75d898c2f10" providerId="ADAL" clId="{069E650D-28CB-4110-A298-EF6415CF8767}" dt="2026-08-28T03:31:58.332" v="1252" actId="47"/>
      <pc:docMkLst>
        <pc:docMk/>
      </pc:docMkLst>
      <pc:sldChg chg="modSp del mod ord modShow">
        <pc:chgData name="Rahul Sudhakar Kulkarni" userId="a61ff142-3504-478b-bc21-c75d898c2f10" providerId="ADAL" clId="{069E650D-28CB-4110-A298-EF6415CF8767}" dt="2026-08-28T03:31:58.332" v="1252" actId="47"/>
        <pc:sldMkLst>
          <pc:docMk/>
          <pc:sldMk cId="0" sldId="256"/>
        </pc:sldMkLst>
      </pc:sldChg>
      <pc:sldChg chg="del ord">
        <pc:chgData name="Rahul Sudhakar Kulkarni" userId="a61ff142-3504-478b-bc21-c75d898c2f10" providerId="ADAL" clId="{069E650D-28CB-4110-A298-EF6415CF8767}" dt="2026-08-28T03:31:58.332" v="1252" actId="47"/>
        <pc:sldMkLst>
          <pc:docMk/>
          <pc:sldMk cId="0" sldId="257"/>
        </pc:sldMkLst>
      </pc:sldChg>
      <pc:sldChg chg="addSp delSp modSp mod ord">
        <pc:chgData name="Rahul Sudhakar Kulkarni" userId="a61ff142-3504-478b-bc21-c75d898c2f10" providerId="ADAL" clId="{069E650D-28CB-4110-A298-EF6415CF8767}" dt="2026-08-27T12:09:06.153" v="1195" actId="1076"/>
        <pc:sldMkLst>
          <pc:docMk/>
          <pc:sldMk cId="0" sldId="258"/>
        </pc:sldMkLst>
        <pc:spChg chg="mod">
          <ac:chgData name="Rahul Sudhakar Kulkarni" userId="a61ff142-3504-478b-bc21-c75d898c2f10" providerId="ADAL" clId="{069E650D-28CB-4110-A298-EF6415CF8767}" dt="2026-08-27T12:08:00.582" v="1184"/>
          <ac:spMkLst>
            <pc:docMk/>
            <pc:sldMk cId="0" sldId="258"/>
            <ac:spMk id="15" creationId="{8F81D37C-E033-A444-F47B-2F24BE667EE6}"/>
          </ac:spMkLst>
        </pc:spChg>
        <pc:spChg chg="mod">
          <ac:chgData name="Rahul Sudhakar Kulkarni" userId="a61ff142-3504-478b-bc21-c75d898c2f10" providerId="ADAL" clId="{069E650D-28CB-4110-A298-EF6415CF8767}" dt="2026-08-27T12:08:00.582" v="1184"/>
          <ac:spMkLst>
            <pc:docMk/>
            <pc:sldMk cId="0" sldId="258"/>
            <ac:spMk id="17" creationId="{999E9000-6A82-7D71-A496-15DCC830EC62}"/>
          </ac:spMkLst>
        </pc:spChg>
        <pc:spChg chg="mod">
          <ac:chgData name="Rahul Sudhakar Kulkarni" userId="a61ff142-3504-478b-bc21-c75d898c2f10" providerId="ADAL" clId="{069E650D-28CB-4110-A298-EF6415CF8767}" dt="2026-08-27T10:53:30.476" v="510" actId="14100"/>
          <ac:spMkLst>
            <pc:docMk/>
            <pc:sldMk cId="0" sldId="258"/>
            <ac:spMk id="18" creationId="{DA691F5E-8EBB-7E11-C0A3-8CBBF25F3DF3}"/>
          </ac:spMkLst>
        </pc:spChg>
        <pc:spChg chg="mod">
          <ac:chgData name="Rahul Sudhakar Kulkarni" userId="a61ff142-3504-478b-bc21-c75d898c2f10" providerId="ADAL" clId="{069E650D-28CB-4110-A298-EF6415CF8767}" dt="2026-08-26T06:54:56.415" v="385"/>
          <ac:spMkLst>
            <pc:docMk/>
            <pc:sldMk cId="0" sldId="258"/>
            <ac:spMk id="35" creationId="{DC8D97F1-7E2B-D3B3-A2C0-426507EED038}"/>
          </ac:spMkLst>
        </pc:spChg>
        <pc:spChg chg="mod">
          <ac:chgData name="Rahul Sudhakar Kulkarni" userId="a61ff142-3504-478b-bc21-c75d898c2f10" providerId="ADAL" clId="{069E650D-28CB-4110-A298-EF6415CF8767}" dt="2026-08-26T06:54:56.415" v="385"/>
          <ac:spMkLst>
            <pc:docMk/>
            <pc:sldMk cId="0" sldId="258"/>
            <ac:spMk id="45" creationId="{77EB8DB7-2413-139B-31B7-6FD3CE9B89F5}"/>
          </ac:spMkLst>
        </pc:spChg>
        <pc:spChg chg="mod">
          <ac:chgData name="Rahul Sudhakar Kulkarni" userId="a61ff142-3504-478b-bc21-c75d898c2f10" providerId="ADAL" clId="{069E650D-28CB-4110-A298-EF6415CF8767}" dt="2026-08-26T06:54:56.415" v="385"/>
          <ac:spMkLst>
            <pc:docMk/>
            <pc:sldMk cId="0" sldId="258"/>
            <ac:spMk id="47" creationId="{0E6AD8CC-9AF1-44E7-88D6-91F9407BF67B}"/>
          </ac:spMkLst>
        </pc:spChg>
        <pc:spChg chg="mod">
          <ac:chgData name="Rahul Sudhakar Kulkarni" userId="a61ff142-3504-478b-bc21-c75d898c2f10" providerId="ADAL" clId="{069E650D-28CB-4110-A298-EF6415CF8767}" dt="2026-08-27T10:53:33.176" v="511" actId="14100"/>
          <ac:spMkLst>
            <pc:docMk/>
            <pc:sldMk cId="0" sldId="258"/>
            <ac:spMk id="49" creationId="{197AB44B-77D4-9EF0-B6B7-2F830EEC8BE5}"/>
          </ac:spMkLst>
        </pc:spChg>
        <pc:spChg chg="mod">
          <ac:chgData name="Rahul Sudhakar Kulkarni" userId="a61ff142-3504-478b-bc21-c75d898c2f10" providerId="ADAL" clId="{069E650D-28CB-4110-A298-EF6415CF8767}" dt="2026-08-27T12:08:00.582" v="1184"/>
          <ac:spMkLst>
            <pc:docMk/>
            <pc:sldMk cId="0" sldId="258"/>
            <ac:spMk id="51" creationId="{7383F4FE-D72A-EDBC-0F59-F88A5BBFA07A}"/>
          </ac:spMkLst>
        </pc:spChg>
        <pc:spChg chg="mod">
          <ac:chgData name="Rahul Sudhakar Kulkarni" userId="a61ff142-3504-478b-bc21-c75d898c2f10" providerId="ADAL" clId="{069E650D-28CB-4110-A298-EF6415CF8767}" dt="2026-08-27T12:08:00.582" v="1184"/>
          <ac:spMkLst>
            <pc:docMk/>
            <pc:sldMk cId="0" sldId="258"/>
            <ac:spMk id="53" creationId="{B0ED7ACE-0D08-44D2-933C-EFAD1DE254BE}"/>
          </ac:spMkLst>
        </pc:spChg>
        <pc:spChg chg="mod">
          <ac:chgData name="Rahul Sudhakar Kulkarni" userId="a61ff142-3504-478b-bc21-c75d898c2f10" providerId="ADAL" clId="{069E650D-28CB-4110-A298-EF6415CF8767}" dt="2026-08-27T12:08:00.582" v="1184"/>
          <ac:spMkLst>
            <pc:docMk/>
            <pc:sldMk cId="0" sldId="258"/>
            <ac:spMk id="54" creationId="{575AA27F-B11F-BEA4-4DD2-D5244F2076B2}"/>
          </ac:spMkLst>
        </pc:spChg>
        <pc:spChg chg="mod">
          <ac:chgData name="Rahul Sudhakar Kulkarni" userId="a61ff142-3504-478b-bc21-c75d898c2f10" providerId="ADAL" clId="{069E650D-28CB-4110-A298-EF6415CF8767}" dt="2026-08-26T06:54:56.415" v="385"/>
          <ac:spMkLst>
            <pc:docMk/>
            <pc:sldMk cId="0" sldId="258"/>
            <ac:spMk id="55" creationId="{F53E181B-061B-97FD-E1E7-7F0871683344}"/>
          </ac:spMkLst>
        </pc:spChg>
        <pc:spChg chg="mod">
          <ac:chgData name="Rahul Sudhakar Kulkarni" userId="a61ff142-3504-478b-bc21-c75d898c2f10" providerId="ADAL" clId="{069E650D-28CB-4110-A298-EF6415CF8767}" dt="2026-08-27T12:08:00.582" v="1184"/>
          <ac:spMkLst>
            <pc:docMk/>
            <pc:sldMk cId="0" sldId="258"/>
            <ac:spMk id="59" creationId="{9733F939-9E15-4E2C-0295-1EEB0F03BBF2}"/>
          </ac:spMkLst>
        </pc:spChg>
        <pc:spChg chg="mod">
          <ac:chgData name="Rahul Sudhakar Kulkarni" userId="a61ff142-3504-478b-bc21-c75d898c2f10" providerId="ADAL" clId="{069E650D-28CB-4110-A298-EF6415CF8767}" dt="2026-08-27T12:08:00.582" v="1184"/>
          <ac:spMkLst>
            <pc:docMk/>
            <pc:sldMk cId="0" sldId="258"/>
            <ac:spMk id="60" creationId="{3B5AB3C6-18AE-F4AF-BB63-11A372B2BF4C}"/>
          </ac:spMkLst>
        </pc:spChg>
        <pc:spChg chg="mod">
          <ac:chgData name="Rahul Sudhakar Kulkarni" userId="a61ff142-3504-478b-bc21-c75d898c2f10" providerId="ADAL" clId="{069E650D-28CB-4110-A298-EF6415CF8767}" dt="2026-08-27T12:08:37.785" v="1190" actId="1076"/>
          <ac:spMkLst>
            <pc:docMk/>
            <pc:sldMk cId="0" sldId="258"/>
            <ac:spMk id="62" creationId="{7D008C07-49A7-7FAE-7761-36769BE8D6D0}"/>
          </ac:spMkLst>
        </pc:spChg>
        <pc:spChg chg="del">
          <ac:chgData name="Rahul Sudhakar Kulkarni" userId="a61ff142-3504-478b-bc21-c75d898c2f10" providerId="ADAL" clId="{069E650D-28CB-4110-A298-EF6415CF8767}" dt="2026-08-27T10:53:01.781" v="506" actId="478"/>
          <ac:spMkLst>
            <pc:docMk/>
            <pc:sldMk cId="0" sldId="258"/>
            <ac:spMk id="63" creationId="{99EC70E4-E9F3-5D28-1B0D-F52211290CF2}"/>
          </ac:spMkLst>
        </pc:spChg>
        <pc:spChg chg="mod">
          <ac:chgData name="Rahul Sudhakar Kulkarni" userId="a61ff142-3504-478b-bc21-c75d898c2f10" providerId="ADAL" clId="{069E650D-28CB-4110-A298-EF6415CF8767}" dt="2026-08-27T12:06:08.336" v="1127" actId="20577"/>
          <ac:spMkLst>
            <pc:docMk/>
            <pc:sldMk cId="0" sldId="258"/>
            <ac:spMk id="64" creationId="{A722458E-40F0-E481-C96F-1A022D7FDC9C}"/>
          </ac:spMkLst>
        </pc:spChg>
        <pc:spChg chg="mod">
          <ac:chgData name="Rahul Sudhakar Kulkarni" userId="a61ff142-3504-478b-bc21-c75d898c2f10" providerId="ADAL" clId="{069E650D-28CB-4110-A298-EF6415CF8767}" dt="2026-08-27T12:08:55.649" v="1193" actId="1076"/>
          <ac:spMkLst>
            <pc:docMk/>
            <pc:sldMk cId="0" sldId="258"/>
            <ac:spMk id="65" creationId="{39E15BB3-BE5B-74B2-6AA0-77A58C0A9B17}"/>
          </ac:spMkLst>
        </pc:spChg>
        <pc:spChg chg="del">
          <ac:chgData name="Rahul Sudhakar Kulkarni" userId="a61ff142-3504-478b-bc21-c75d898c2f10" providerId="ADAL" clId="{069E650D-28CB-4110-A298-EF6415CF8767}" dt="2026-08-27T12:08:20.253" v="1188" actId="478"/>
          <ac:spMkLst>
            <pc:docMk/>
            <pc:sldMk cId="0" sldId="258"/>
            <ac:spMk id="66" creationId="{26F2E445-818C-82C4-2084-D46FC49F8A9D}"/>
          </ac:spMkLst>
        </pc:spChg>
        <pc:spChg chg="del">
          <ac:chgData name="Rahul Sudhakar Kulkarni" userId="a61ff142-3504-478b-bc21-c75d898c2f10" providerId="ADAL" clId="{069E650D-28CB-4110-A298-EF6415CF8767}" dt="2026-08-27T10:52:55.291" v="505" actId="478"/>
          <ac:spMkLst>
            <pc:docMk/>
            <pc:sldMk cId="0" sldId="258"/>
            <ac:spMk id="67" creationId="{C15740C5-AE65-C932-5729-55BCB5876C44}"/>
          </ac:spMkLst>
        </pc:spChg>
        <pc:spChg chg="mod">
          <ac:chgData name="Rahul Sudhakar Kulkarni" userId="a61ff142-3504-478b-bc21-c75d898c2f10" providerId="ADAL" clId="{069E650D-28CB-4110-A298-EF6415CF8767}" dt="2026-08-27T10:53:23.692" v="508" actId="1076"/>
          <ac:spMkLst>
            <pc:docMk/>
            <pc:sldMk cId="0" sldId="258"/>
            <ac:spMk id="68" creationId="{1E317C57-D89E-596A-FA86-2C0B8D1E62DF}"/>
          </ac:spMkLst>
        </pc:spChg>
        <pc:spChg chg="mod">
          <ac:chgData name="Rahul Sudhakar Kulkarni" userId="a61ff142-3504-478b-bc21-c75d898c2f10" providerId="ADAL" clId="{069E650D-28CB-4110-A298-EF6415CF8767}" dt="2026-08-27T10:53:59.685" v="514" actId="108"/>
          <ac:spMkLst>
            <pc:docMk/>
            <pc:sldMk cId="0" sldId="258"/>
            <ac:spMk id="69" creationId="{E3530137-2B57-64F5-CD97-8EA94EEF4DE9}"/>
          </ac:spMkLst>
        </pc:spChg>
        <pc:spChg chg="mod">
          <ac:chgData name="Rahul Sudhakar Kulkarni" userId="a61ff142-3504-478b-bc21-c75d898c2f10" providerId="ADAL" clId="{069E650D-28CB-4110-A298-EF6415CF8767}" dt="2026-08-27T12:07:00.270" v="1178" actId="313"/>
          <ac:spMkLst>
            <pc:docMk/>
            <pc:sldMk cId="0" sldId="258"/>
            <ac:spMk id="70" creationId="{6498A5BF-3AE9-80DE-C2D4-9446E76EB747}"/>
          </ac:spMkLst>
        </pc:spChg>
        <pc:spChg chg="mod">
          <ac:chgData name="Rahul Sudhakar Kulkarni" userId="a61ff142-3504-478b-bc21-c75d898c2f10" providerId="ADAL" clId="{069E650D-28CB-4110-A298-EF6415CF8767}" dt="2026-08-27T12:08:52.050" v="1192" actId="1076"/>
          <ac:spMkLst>
            <pc:docMk/>
            <pc:sldMk cId="0" sldId="258"/>
            <ac:spMk id="71" creationId="{F567414C-3863-5D87-E81C-7AE26BDB10C7}"/>
          </ac:spMkLst>
        </pc:spChg>
        <pc:spChg chg="del">
          <ac:chgData name="Rahul Sudhakar Kulkarni" userId="a61ff142-3504-478b-bc21-c75d898c2f10" providerId="ADAL" clId="{069E650D-28CB-4110-A298-EF6415CF8767}" dt="2026-08-27T12:08:20.253" v="1188" actId="478"/>
          <ac:spMkLst>
            <pc:docMk/>
            <pc:sldMk cId="0" sldId="258"/>
            <ac:spMk id="72" creationId="{612F08C3-DB47-D32C-F7C1-0821B0867620}"/>
          </ac:spMkLst>
        </pc:spChg>
        <pc:spChg chg="del mod">
          <ac:chgData name="Rahul Sudhakar Kulkarni" userId="a61ff142-3504-478b-bc21-c75d898c2f10" providerId="ADAL" clId="{069E650D-28CB-4110-A298-EF6415CF8767}" dt="2026-08-27T10:53:06.966" v="507" actId="478"/>
          <ac:spMkLst>
            <pc:docMk/>
            <pc:sldMk cId="0" sldId="258"/>
            <ac:spMk id="73" creationId="{6040CF34-11FF-BAA6-6CEE-BA08B3471232}"/>
          </ac:spMkLst>
        </pc:spChg>
        <pc:spChg chg="mod">
          <ac:chgData name="Rahul Sudhakar Kulkarni" userId="a61ff142-3504-478b-bc21-c75d898c2f10" providerId="ADAL" clId="{069E650D-28CB-4110-A298-EF6415CF8767}" dt="2026-08-27T10:56:54.738" v="534" actId="2711"/>
          <ac:spMkLst>
            <pc:docMk/>
            <pc:sldMk cId="0" sldId="258"/>
            <ac:spMk id="74" creationId="{7DD2E14A-0A0D-5503-19D0-01F24C8FA8D3}"/>
          </ac:spMkLst>
        </pc:spChg>
        <pc:spChg chg="mod">
          <ac:chgData name="Rahul Sudhakar Kulkarni" userId="a61ff142-3504-478b-bc21-c75d898c2f10" providerId="ADAL" clId="{069E650D-28CB-4110-A298-EF6415CF8767}" dt="2026-08-27T10:54:17.486" v="516" actId="108"/>
          <ac:spMkLst>
            <pc:docMk/>
            <pc:sldMk cId="0" sldId="258"/>
            <ac:spMk id="81" creationId="{61C9C727-FFDF-8197-997B-9BB963C3AEC1}"/>
          </ac:spMkLst>
        </pc:spChg>
        <pc:spChg chg="mod">
          <ac:chgData name="Rahul Sudhakar Kulkarni" userId="a61ff142-3504-478b-bc21-c75d898c2f10" providerId="ADAL" clId="{069E650D-28CB-4110-A298-EF6415CF8767}" dt="2026-08-27T12:08:00.582" v="1184"/>
          <ac:spMkLst>
            <pc:docMk/>
            <pc:sldMk cId="0" sldId="258"/>
            <ac:spMk id="82" creationId="{7FDAD05E-7549-0ADE-6829-01DB323A2AF3}"/>
          </ac:spMkLst>
        </pc:spChg>
        <pc:spChg chg="mod">
          <ac:chgData name="Rahul Sudhakar Kulkarni" userId="a61ff142-3504-478b-bc21-c75d898c2f10" providerId="ADAL" clId="{069E650D-28CB-4110-A298-EF6415CF8767}" dt="2026-08-27T12:09:01.744" v="1194" actId="1076"/>
          <ac:spMkLst>
            <pc:docMk/>
            <pc:sldMk cId="0" sldId="258"/>
            <ac:spMk id="83" creationId="{D2DF711E-9901-8175-3F9C-3F4441324192}"/>
          </ac:spMkLst>
        </pc:spChg>
        <pc:spChg chg="del mod">
          <ac:chgData name="Rahul Sudhakar Kulkarni" userId="a61ff142-3504-478b-bc21-c75d898c2f10" providerId="ADAL" clId="{069E650D-28CB-4110-A298-EF6415CF8767}" dt="2026-08-27T12:08:20.253" v="1188" actId="478"/>
          <ac:spMkLst>
            <pc:docMk/>
            <pc:sldMk cId="0" sldId="258"/>
            <ac:spMk id="84" creationId="{11E912C9-0687-9284-CEFD-D7CACABE9628}"/>
          </ac:spMkLst>
        </pc:spChg>
        <pc:spChg chg="del">
          <ac:chgData name="Rahul Sudhakar Kulkarni" userId="a61ff142-3504-478b-bc21-c75d898c2f10" providerId="ADAL" clId="{069E650D-28CB-4110-A298-EF6415CF8767}" dt="2026-08-27T10:53:06.966" v="507" actId="478"/>
          <ac:spMkLst>
            <pc:docMk/>
            <pc:sldMk cId="0" sldId="258"/>
            <ac:spMk id="85" creationId="{A9909B36-3ED3-C8F5-F9C0-54ACF908C484}"/>
          </ac:spMkLst>
        </pc:spChg>
        <pc:spChg chg="mod">
          <ac:chgData name="Rahul Sudhakar Kulkarni" userId="a61ff142-3504-478b-bc21-c75d898c2f10" providerId="ADAL" clId="{069E650D-28CB-4110-A298-EF6415CF8767}" dt="2026-08-27T10:56:54.738" v="534" actId="2711"/>
          <ac:spMkLst>
            <pc:docMk/>
            <pc:sldMk cId="0" sldId="258"/>
            <ac:spMk id="86" creationId="{558D437A-765E-961E-F1AE-1A542DA8C6B0}"/>
          </ac:spMkLst>
        </pc:spChg>
        <pc:spChg chg="mod">
          <ac:chgData name="Rahul Sudhakar Kulkarni" userId="a61ff142-3504-478b-bc21-c75d898c2f10" providerId="ADAL" clId="{069E650D-28CB-4110-A298-EF6415CF8767}" dt="2026-08-27T12:08:00.582" v="1184"/>
          <ac:spMkLst>
            <pc:docMk/>
            <pc:sldMk cId="0" sldId="258"/>
            <ac:spMk id="87" creationId="{4253F385-EB8D-5028-B9F5-67CF2B64118C}"/>
          </ac:spMkLst>
        </pc:spChg>
        <pc:spChg chg="mod">
          <ac:chgData name="Rahul Sudhakar Kulkarni" userId="a61ff142-3504-478b-bc21-c75d898c2f10" providerId="ADAL" clId="{069E650D-28CB-4110-A298-EF6415CF8767}" dt="2026-08-27T12:08:14.838" v="1187" actId="1076"/>
          <ac:spMkLst>
            <pc:docMk/>
            <pc:sldMk cId="0" sldId="258"/>
            <ac:spMk id="88" creationId="{0B2E2435-D66E-6F9C-E651-E05B9189605C}"/>
          </ac:spMkLst>
        </pc:spChg>
        <pc:spChg chg="mod">
          <ac:chgData name="Rahul Sudhakar Kulkarni" userId="a61ff142-3504-478b-bc21-c75d898c2f10" providerId="ADAL" clId="{069E650D-28CB-4110-A298-EF6415CF8767}" dt="2026-08-27T12:09:06.153" v="1195" actId="1076"/>
          <ac:spMkLst>
            <pc:docMk/>
            <pc:sldMk cId="0" sldId="258"/>
            <ac:spMk id="89" creationId="{8A8DCD54-8B48-3218-1D14-14E28D15199B}"/>
          </ac:spMkLst>
        </pc:spChg>
        <pc:spChg chg="del mod">
          <ac:chgData name="Rahul Sudhakar Kulkarni" userId="a61ff142-3504-478b-bc21-c75d898c2f10" providerId="ADAL" clId="{069E650D-28CB-4110-A298-EF6415CF8767}" dt="2026-08-27T12:08:20.253" v="1188" actId="478"/>
          <ac:spMkLst>
            <pc:docMk/>
            <pc:sldMk cId="0" sldId="258"/>
            <ac:spMk id="90" creationId="{8148D732-20BC-0D5F-49E5-2F2AB424FFB1}"/>
          </ac:spMkLst>
        </pc:spChg>
        <pc:spChg chg="del">
          <ac:chgData name="Rahul Sudhakar Kulkarni" userId="a61ff142-3504-478b-bc21-c75d898c2f10" providerId="ADAL" clId="{069E650D-28CB-4110-A298-EF6415CF8767}" dt="2026-08-27T10:53:06.966" v="507" actId="478"/>
          <ac:spMkLst>
            <pc:docMk/>
            <pc:sldMk cId="0" sldId="258"/>
            <ac:spMk id="91" creationId="{5B2A68DC-535A-CE84-BBAE-72C90CCAE304}"/>
          </ac:spMkLst>
        </pc:spChg>
        <pc:spChg chg="mod">
          <ac:chgData name="Rahul Sudhakar Kulkarni" userId="a61ff142-3504-478b-bc21-c75d898c2f10" providerId="ADAL" clId="{069E650D-28CB-4110-A298-EF6415CF8767}" dt="2026-08-27T10:56:54.738" v="534" actId="2711"/>
          <ac:spMkLst>
            <pc:docMk/>
            <pc:sldMk cId="0" sldId="258"/>
            <ac:spMk id="92" creationId="{0ECEF45E-7A5D-8DF6-E61E-4DACCDD42D82}"/>
          </ac:spMkLst>
        </pc:spChg>
        <pc:spChg chg="mod">
          <ac:chgData name="Rahul Sudhakar Kulkarni" userId="a61ff142-3504-478b-bc21-c75d898c2f10" providerId="ADAL" clId="{069E650D-28CB-4110-A298-EF6415CF8767}" dt="2026-08-26T06:54:56.415" v="385"/>
          <ac:spMkLst>
            <pc:docMk/>
            <pc:sldMk cId="0" sldId="258"/>
            <ac:spMk id="96" creationId="{81B9BC9A-72DD-A612-6D55-EAECE78FD9FD}"/>
          </ac:spMkLst>
        </pc:spChg>
        <pc:picChg chg="mod">
          <ac:chgData name="Rahul Sudhakar Kulkarni" userId="a61ff142-3504-478b-bc21-c75d898c2f10" providerId="ADAL" clId="{069E650D-28CB-4110-A298-EF6415CF8767}" dt="2026-08-27T12:08:55.649" v="1193" actId="1076"/>
          <ac:picMkLst>
            <pc:docMk/>
            <pc:sldMk cId="0" sldId="258"/>
            <ac:picMk id="115" creationId="{568F151B-1CD7-F485-BD36-59ADB10963FC}"/>
          </ac:picMkLst>
        </pc:picChg>
        <pc:picChg chg="del">
          <ac:chgData name="Rahul Sudhakar Kulkarni" userId="a61ff142-3504-478b-bc21-c75d898c2f10" providerId="ADAL" clId="{069E650D-28CB-4110-A298-EF6415CF8767}" dt="2026-08-27T12:08:44.660" v="1191" actId="478"/>
          <ac:picMkLst>
            <pc:docMk/>
            <pc:sldMk cId="0" sldId="258"/>
            <ac:picMk id="117" creationId="{57AD5CDA-56B7-3B3E-A220-61ABA1972A74}"/>
          </ac:picMkLst>
        </pc:picChg>
        <pc:picChg chg="mod">
          <ac:chgData name="Rahul Sudhakar Kulkarni" userId="a61ff142-3504-478b-bc21-c75d898c2f10" providerId="ADAL" clId="{069E650D-28CB-4110-A298-EF6415CF8767}" dt="2026-08-27T10:53:23.692" v="508" actId="1076"/>
          <ac:picMkLst>
            <pc:docMk/>
            <pc:sldMk cId="0" sldId="258"/>
            <ac:picMk id="121" creationId="{73EA6E61-0FB3-442A-58C6-BF378D7BE732}"/>
          </ac:picMkLst>
        </pc:picChg>
        <pc:picChg chg="del">
          <ac:chgData name="Rahul Sudhakar Kulkarni" userId="a61ff142-3504-478b-bc21-c75d898c2f10" providerId="ADAL" clId="{069E650D-28CB-4110-A298-EF6415CF8767}" dt="2026-08-27T10:52:55.291" v="505" actId="478"/>
          <ac:picMkLst>
            <pc:docMk/>
            <pc:sldMk cId="0" sldId="258"/>
            <ac:picMk id="125" creationId="{5883CD91-E989-082C-DB93-0137ACAB3B71}"/>
          </ac:picMkLst>
        </pc:picChg>
      </pc:sldChg>
      <pc:sldChg chg="del ord">
        <pc:chgData name="Rahul Sudhakar Kulkarni" userId="a61ff142-3504-478b-bc21-c75d898c2f10" providerId="ADAL" clId="{069E650D-28CB-4110-A298-EF6415CF8767}" dt="2026-08-28T03:31:58.332" v="1252" actId="47"/>
        <pc:sldMkLst>
          <pc:docMk/>
          <pc:sldMk cId="0" sldId="260"/>
        </pc:sldMkLst>
      </pc:sldChg>
      <pc:sldChg chg="addSp delSp modSp add del mod ord">
        <pc:chgData name="Rahul Sudhakar Kulkarni" userId="a61ff142-3504-478b-bc21-c75d898c2f10" providerId="ADAL" clId="{069E650D-28CB-4110-A298-EF6415CF8767}" dt="2026-08-28T03:31:58.332" v="1252" actId="47"/>
        <pc:sldMkLst>
          <pc:docMk/>
          <pc:sldMk cId="2077104985" sldId="261"/>
        </pc:sldMkLst>
      </pc:sldChg>
      <pc:sldChg chg="addSp delSp modSp add del mod ord">
        <pc:chgData name="Rahul Sudhakar Kulkarni" userId="a61ff142-3504-478b-bc21-c75d898c2f10" providerId="ADAL" clId="{069E650D-28CB-4110-A298-EF6415CF8767}" dt="2026-08-28T03:31:58.332" v="1252" actId="47"/>
        <pc:sldMkLst>
          <pc:docMk/>
          <pc:sldMk cId="504351503" sldId="263"/>
        </pc:sldMkLst>
      </pc:sldChg>
      <pc:sldChg chg="add del ord">
        <pc:chgData name="Rahul Sudhakar Kulkarni" userId="a61ff142-3504-478b-bc21-c75d898c2f10" providerId="ADAL" clId="{069E650D-28CB-4110-A298-EF6415CF8767}" dt="2026-08-28T03:31:58.332" v="1252" actId="47"/>
        <pc:sldMkLst>
          <pc:docMk/>
          <pc:sldMk cId="3916124942" sldId="264"/>
        </pc:sldMkLst>
      </pc:sldChg>
      <pc:sldChg chg="add del ord">
        <pc:chgData name="Rahul Sudhakar Kulkarni" userId="a61ff142-3504-478b-bc21-c75d898c2f10" providerId="ADAL" clId="{069E650D-28CB-4110-A298-EF6415CF8767}" dt="2026-08-28T03:31:58.332" v="1252" actId="47"/>
        <pc:sldMkLst>
          <pc:docMk/>
          <pc:sldMk cId="2078170480" sldId="265"/>
        </pc:sldMkLst>
      </pc:sldChg>
      <pc:sldChg chg="addSp modSp new del mod ord">
        <pc:chgData name="Rahul Sudhakar Kulkarni" userId="a61ff142-3504-478b-bc21-c75d898c2f10" providerId="ADAL" clId="{069E650D-28CB-4110-A298-EF6415CF8767}" dt="2026-08-28T03:31:58.332" v="1252" actId="47"/>
        <pc:sldMkLst>
          <pc:docMk/>
          <pc:sldMk cId="3643839274" sldId="266"/>
        </pc:sldMkLst>
      </pc:sldChg>
      <pc:sldChg chg="add del">
        <pc:chgData name="Rahul Sudhakar Kulkarni" userId="a61ff142-3504-478b-bc21-c75d898c2f10" providerId="ADAL" clId="{069E650D-28CB-4110-A298-EF6415CF8767}" dt="2026-08-28T03:31:58.332" v="1252" actId="47"/>
        <pc:sldMkLst>
          <pc:docMk/>
          <pc:sldMk cId="3788504234" sldId="267"/>
        </pc:sldMkLst>
      </pc:sldChg>
      <pc:sldChg chg="addSp modSp new del mod ord">
        <pc:chgData name="Rahul Sudhakar Kulkarni" userId="a61ff142-3504-478b-bc21-c75d898c2f10" providerId="ADAL" clId="{069E650D-28CB-4110-A298-EF6415CF8767}" dt="2026-08-28T03:31:58.332" v="1252" actId="47"/>
        <pc:sldMkLst>
          <pc:docMk/>
          <pc:sldMk cId="2504478779" sldId="268"/>
        </pc:sldMkLst>
      </pc:sldChg>
      <pc:sldChg chg="addSp delSp modSp new mod modCm modNotesTx">
        <pc:chgData name="Rahul Sudhakar Kulkarni" userId="a61ff142-3504-478b-bc21-c75d898c2f10" providerId="ADAL" clId="{069E650D-28CB-4110-A298-EF6415CF8767}" dt="2026-08-27T12:26:30.872" v="1251" actId="27636"/>
        <pc:sldMkLst>
          <pc:docMk/>
          <pc:sldMk cId="3514214206" sldId="269"/>
        </pc:sldMkLst>
        <pc:spChg chg="mod">
          <ac:chgData name="Rahul Sudhakar Kulkarni" userId="a61ff142-3504-478b-bc21-c75d898c2f10" providerId="ADAL" clId="{069E650D-28CB-4110-A298-EF6415CF8767}" dt="2026-08-27T10:48:03.307" v="501" actId="1076"/>
          <ac:spMkLst>
            <pc:docMk/>
            <pc:sldMk cId="3514214206" sldId="269"/>
            <ac:spMk id="5" creationId="{6A7F039F-94F6-404C-18D3-C548877C75C5}"/>
          </ac:spMkLst>
        </pc:spChg>
        <pc:spChg chg="del">
          <ac:chgData name="Rahul Sudhakar Kulkarni" userId="a61ff142-3504-478b-bc21-c75d898c2f10" providerId="ADAL" clId="{069E650D-28CB-4110-A298-EF6415CF8767}" dt="2026-08-27T10:43:53.339" v="482" actId="478"/>
          <ac:spMkLst>
            <pc:docMk/>
            <pc:sldMk cId="3514214206" sldId="269"/>
            <ac:spMk id="6" creationId="{C9A77241-7270-02BC-F117-E223BDB3BBD1}"/>
          </ac:spMkLst>
        </pc:spChg>
        <pc:spChg chg="del">
          <ac:chgData name="Rahul Sudhakar Kulkarni" userId="a61ff142-3504-478b-bc21-c75d898c2f10" providerId="ADAL" clId="{069E650D-28CB-4110-A298-EF6415CF8767}" dt="2026-08-27T10:40:25.925" v="447" actId="478"/>
          <ac:spMkLst>
            <pc:docMk/>
            <pc:sldMk cId="3514214206" sldId="269"/>
            <ac:spMk id="7" creationId="{8C48D041-5347-BC7C-D044-2D251803E49F}"/>
          </ac:spMkLst>
        </pc:spChg>
        <pc:spChg chg="mod">
          <ac:chgData name="Rahul Sudhakar Kulkarni" userId="a61ff142-3504-478b-bc21-c75d898c2f10" providerId="ADAL" clId="{069E650D-28CB-4110-A298-EF6415CF8767}" dt="2026-08-27T10:40:38.427" v="450" actId="1076"/>
          <ac:spMkLst>
            <pc:docMk/>
            <pc:sldMk cId="3514214206" sldId="269"/>
            <ac:spMk id="9" creationId="{7821708B-4449-B924-19D6-6A13A6A4AF66}"/>
          </ac:spMkLst>
        </pc:spChg>
        <pc:spChg chg="del mod">
          <ac:chgData name="Rahul Sudhakar Kulkarni" userId="a61ff142-3504-478b-bc21-c75d898c2f10" providerId="ADAL" clId="{069E650D-28CB-4110-A298-EF6415CF8767}" dt="2026-08-27T10:43:53.339" v="482" actId="478"/>
          <ac:spMkLst>
            <pc:docMk/>
            <pc:sldMk cId="3514214206" sldId="269"/>
            <ac:spMk id="10" creationId="{1D339DD9-6B8C-5BEE-F244-3D78E60AA4ED}"/>
          </ac:spMkLst>
        </pc:spChg>
        <pc:spChg chg="add del mod">
          <ac:chgData name="Rahul Sudhakar Kulkarni" userId="a61ff142-3504-478b-bc21-c75d898c2f10" providerId="ADAL" clId="{069E650D-28CB-4110-A298-EF6415CF8767}" dt="2026-08-27T10:42:29.346" v="476" actId="478"/>
          <ac:spMkLst>
            <pc:docMk/>
            <pc:sldMk cId="3514214206" sldId="269"/>
            <ac:spMk id="11" creationId="{B96329A1-BD8E-8E54-9223-411B05931D45}"/>
          </ac:spMkLst>
        </pc:spChg>
        <pc:spChg chg="mod">
          <ac:chgData name="Rahul Sudhakar Kulkarni" userId="a61ff142-3504-478b-bc21-c75d898c2f10" providerId="ADAL" clId="{069E650D-28CB-4110-A298-EF6415CF8767}" dt="2026-08-27T10:40:38.427" v="450" actId="1076"/>
          <ac:spMkLst>
            <pc:docMk/>
            <pc:sldMk cId="3514214206" sldId="269"/>
            <ac:spMk id="12" creationId="{DA123F79-87B7-4907-7322-C98EC82F5ACE}"/>
          </ac:spMkLst>
        </pc:spChg>
        <pc:spChg chg="del">
          <ac:chgData name="Rahul Sudhakar Kulkarni" userId="a61ff142-3504-478b-bc21-c75d898c2f10" providerId="ADAL" clId="{069E650D-28CB-4110-A298-EF6415CF8767}" dt="2026-08-27T10:43:53.339" v="482" actId="478"/>
          <ac:spMkLst>
            <pc:docMk/>
            <pc:sldMk cId="3514214206" sldId="269"/>
            <ac:spMk id="15" creationId="{DA7CF441-FF66-23AA-9094-851C066BFE39}"/>
          </ac:spMkLst>
        </pc:spChg>
        <pc:spChg chg="del">
          <ac:chgData name="Rahul Sudhakar Kulkarni" userId="a61ff142-3504-478b-bc21-c75d898c2f10" providerId="ADAL" clId="{069E650D-28CB-4110-A298-EF6415CF8767}" dt="2026-08-27T10:43:53.339" v="482" actId="478"/>
          <ac:spMkLst>
            <pc:docMk/>
            <pc:sldMk cId="3514214206" sldId="269"/>
            <ac:spMk id="16" creationId="{3E754B75-88C3-2ADF-24FF-5BAF6E97CD21}"/>
          </ac:spMkLst>
        </pc:spChg>
        <pc:spChg chg="add">
          <ac:chgData name="Rahul Sudhakar Kulkarni" userId="a61ff142-3504-478b-bc21-c75d898c2f10" providerId="ADAL" clId="{069E650D-28CB-4110-A298-EF6415CF8767}" dt="2026-08-27T12:25:52.126" v="1231" actId="22"/>
          <ac:spMkLst>
            <pc:docMk/>
            <pc:sldMk cId="3514214206" sldId="269"/>
            <ac:spMk id="20" creationId="{9710051F-FFBB-215F-477B-439F12917D57}"/>
          </ac:spMkLst>
        </pc:spChg>
        <pc:spChg chg="mod">
          <ac:chgData name="Rahul Sudhakar Kulkarni" userId="a61ff142-3504-478b-bc21-c75d898c2f10" providerId="ADAL" clId="{069E650D-28CB-4110-A298-EF6415CF8767}" dt="2026-08-27T12:25:52.154" v="1234" actId="27636"/>
          <ac:spMkLst>
            <pc:docMk/>
            <pc:sldMk cId="3514214206" sldId="269"/>
            <ac:spMk id="22" creationId="{627B1B22-0910-6910-BDDD-8D3F68CBC91B}"/>
          </ac:spMkLst>
        </pc:spChg>
        <pc:spChg chg="add">
          <ac:chgData name="Rahul Sudhakar Kulkarni" userId="a61ff142-3504-478b-bc21-c75d898c2f10" providerId="ADAL" clId="{069E650D-28CB-4110-A298-EF6415CF8767}" dt="2026-08-27T12:25:52.126" v="1231" actId="22"/>
          <ac:spMkLst>
            <pc:docMk/>
            <pc:sldMk cId="3514214206" sldId="269"/>
            <ac:spMk id="24" creationId="{71A6A568-91A6-4674-7CAB-BDD637499BF8}"/>
          </ac:spMkLst>
        </pc:spChg>
        <pc:spChg chg="del">
          <ac:chgData name="Rahul Sudhakar Kulkarni" userId="a61ff142-3504-478b-bc21-c75d898c2f10" providerId="ADAL" clId="{069E650D-28CB-4110-A298-EF6415CF8767}" dt="2026-08-27T10:44:02.794" v="483" actId="478"/>
          <ac:spMkLst>
            <pc:docMk/>
            <pc:sldMk cId="3514214206" sldId="269"/>
            <ac:spMk id="25" creationId="{87023D61-7CBC-0D4D-8DAD-9F245DC9FC39}"/>
          </ac:spMkLst>
        </pc:spChg>
        <pc:spChg chg="add del mod">
          <ac:chgData name="Rahul Sudhakar Kulkarni" userId="a61ff142-3504-478b-bc21-c75d898c2f10" providerId="ADAL" clId="{069E650D-28CB-4110-A298-EF6415CF8767}" dt="2026-08-27T10:42:34.499" v="477" actId="478"/>
          <ac:spMkLst>
            <pc:docMk/>
            <pc:sldMk cId="3514214206" sldId="269"/>
            <ac:spMk id="26" creationId="{AC14DE34-BF65-5EF8-8C88-E20E92B66668}"/>
          </ac:spMkLst>
        </pc:spChg>
        <pc:spChg chg="del">
          <ac:chgData name="Rahul Sudhakar Kulkarni" userId="a61ff142-3504-478b-bc21-c75d898c2f10" providerId="ADAL" clId="{069E650D-28CB-4110-A298-EF6415CF8767}" dt="2026-08-27T10:43:53.339" v="482" actId="478"/>
          <ac:spMkLst>
            <pc:docMk/>
            <pc:sldMk cId="3514214206" sldId="269"/>
            <ac:spMk id="27" creationId="{7525B730-64CA-A7B3-0578-D175D7838C62}"/>
          </ac:spMkLst>
        </pc:spChg>
        <pc:spChg chg="del">
          <ac:chgData name="Rahul Sudhakar Kulkarni" userId="a61ff142-3504-478b-bc21-c75d898c2f10" providerId="ADAL" clId="{069E650D-28CB-4110-A298-EF6415CF8767}" dt="2026-08-27T10:43:53.339" v="482" actId="478"/>
          <ac:spMkLst>
            <pc:docMk/>
            <pc:sldMk cId="3514214206" sldId="269"/>
            <ac:spMk id="30" creationId="{4DAECAC1-F7F9-934F-6D6D-58EC2B8F061E}"/>
          </ac:spMkLst>
        </pc:spChg>
        <pc:spChg chg="add mod">
          <ac:chgData name="Rahul Sudhakar Kulkarni" userId="a61ff142-3504-478b-bc21-c75d898c2f10" providerId="ADAL" clId="{069E650D-28CB-4110-A298-EF6415CF8767}" dt="2026-08-27T12:25:52.155" v="1235" actId="27636"/>
          <ac:spMkLst>
            <pc:docMk/>
            <pc:sldMk cId="3514214206" sldId="269"/>
            <ac:spMk id="32" creationId="{DE0728CB-634D-783F-23E9-22213801FC87}"/>
          </ac:spMkLst>
        </pc:spChg>
        <pc:spChg chg="del mod">
          <ac:chgData name="Rahul Sudhakar Kulkarni" userId="a61ff142-3504-478b-bc21-c75d898c2f10" providerId="ADAL" clId="{069E650D-28CB-4110-A298-EF6415CF8767}" dt="2026-08-27T10:44:02.794" v="483" actId="478"/>
          <ac:spMkLst>
            <pc:docMk/>
            <pc:sldMk cId="3514214206" sldId="269"/>
            <ac:spMk id="34" creationId="{4FB582D6-DEDB-D253-CF64-3248350BACA5}"/>
          </ac:spMkLst>
        </pc:spChg>
        <pc:spChg chg="del mod">
          <ac:chgData name="Rahul Sudhakar Kulkarni" userId="a61ff142-3504-478b-bc21-c75d898c2f10" providerId="ADAL" clId="{069E650D-28CB-4110-A298-EF6415CF8767}" dt="2026-08-27T10:43:53.339" v="482" actId="478"/>
          <ac:spMkLst>
            <pc:docMk/>
            <pc:sldMk cId="3514214206" sldId="269"/>
            <ac:spMk id="35" creationId="{64D4888F-B9C4-C1F4-7CA8-EBB5809A3AFD}"/>
          </ac:spMkLst>
        </pc:spChg>
        <pc:spChg chg="add del">
          <ac:chgData name="Rahul Sudhakar Kulkarni" userId="a61ff142-3504-478b-bc21-c75d898c2f10" providerId="ADAL" clId="{069E650D-28CB-4110-A298-EF6415CF8767}" dt="2026-08-27T10:42:29.346" v="476" actId="478"/>
          <ac:spMkLst>
            <pc:docMk/>
            <pc:sldMk cId="3514214206" sldId="269"/>
            <ac:spMk id="36" creationId="{DA19D633-0AE4-7957-42AE-85A8338BEC88}"/>
          </ac:spMkLst>
        </pc:spChg>
        <pc:spChg chg="del mod">
          <ac:chgData name="Rahul Sudhakar Kulkarni" userId="a61ff142-3504-478b-bc21-c75d898c2f10" providerId="ADAL" clId="{069E650D-28CB-4110-A298-EF6415CF8767}" dt="2026-08-27T10:43:53.339" v="482" actId="478"/>
          <ac:spMkLst>
            <pc:docMk/>
            <pc:sldMk cId="3514214206" sldId="269"/>
            <ac:spMk id="37" creationId="{6F0B29B5-B179-00F4-FF82-D647E23AE079}"/>
          </ac:spMkLst>
        </pc:spChg>
        <pc:spChg chg="del mod">
          <ac:chgData name="Rahul Sudhakar Kulkarni" userId="a61ff142-3504-478b-bc21-c75d898c2f10" providerId="ADAL" clId="{069E650D-28CB-4110-A298-EF6415CF8767}" dt="2026-08-27T10:43:53.339" v="482" actId="478"/>
          <ac:spMkLst>
            <pc:docMk/>
            <pc:sldMk cId="3514214206" sldId="269"/>
            <ac:spMk id="39" creationId="{2DA69799-E1E6-B748-7274-90D04296962F}"/>
          </ac:spMkLst>
        </pc:spChg>
        <pc:spChg chg="del">
          <ac:chgData name="Rahul Sudhakar Kulkarni" userId="a61ff142-3504-478b-bc21-c75d898c2f10" providerId="ADAL" clId="{069E650D-28CB-4110-A298-EF6415CF8767}" dt="2026-08-27T10:43:53.339" v="482" actId="478"/>
          <ac:spMkLst>
            <pc:docMk/>
            <pc:sldMk cId="3514214206" sldId="269"/>
            <ac:spMk id="40" creationId="{686B2648-0FEF-C108-8532-BA3B47D69404}"/>
          </ac:spMkLst>
        </pc:spChg>
        <pc:spChg chg="mod">
          <ac:chgData name="Rahul Sudhakar Kulkarni" userId="a61ff142-3504-478b-bc21-c75d898c2f10" providerId="ADAL" clId="{069E650D-28CB-4110-A298-EF6415CF8767}" dt="2026-08-27T10:46:41.623" v="495" actId="14100"/>
          <ac:spMkLst>
            <pc:docMk/>
            <pc:sldMk cId="3514214206" sldId="269"/>
            <ac:spMk id="48" creationId="{F8F0EF68-3735-395E-7CDD-A959D4419C80}"/>
          </ac:spMkLst>
        </pc:spChg>
        <pc:spChg chg="del mod">
          <ac:chgData name="Rahul Sudhakar Kulkarni" userId="a61ff142-3504-478b-bc21-c75d898c2f10" providerId="ADAL" clId="{069E650D-28CB-4110-A298-EF6415CF8767}" dt="2026-08-27T10:46:10.460" v="491" actId="478"/>
          <ac:spMkLst>
            <pc:docMk/>
            <pc:sldMk cId="3514214206" sldId="269"/>
            <ac:spMk id="49" creationId="{B9BF8EDA-71F0-3D31-8613-0133671994E1}"/>
          </ac:spMkLst>
        </pc:spChg>
        <pc:spChg chg="del">
          <ac:chgData name="Rahul Sudhakar Kulkarni" userId="a61ff142-3504-478b-bc21-c75d898c2f10" providerId="ADAL" clId="{069E650D-28CB-4110-A298-EF6415CF8767}" dt="2026-08-27T10:46:10.460" v="491" actId="478"/>
          <ac:spMkLst>
            <pc:docMk/>
            <pc:sldMk cId="3514214206" sldId="269"/>
            <ac:spMk id="50" creationId="{C7F0769B-86D7-7539-015A-262774221923}"/>
          </ac:spMkLst>
        </pc:spChg>
        <pc:spChg chg="del">
          <ac:chgData name="Rahul Sudhakar Kulkarni" userId="a61ff142-3504-478b-bc21-c75d898c2f10" providerId="ADAL" clId="{069E650D-28CB-4110-A298-EF6415CF8767}" dt="2026-08-27T10:46:10.460" v="491" actId="478"/>
          <ac:spMkLst>
            <pc:docMk/>
            <pc:sldMk cId="3514214206" sldId="269"/>
            <ac:spMk id="51" creationId="{DF66B7CB-D5E7-D756-BD72-98DCFDBA1162}"/>
          </ac:spMkLst>
        </pc:spChg>
        <pc:spChg chg="del">
          <ac:chgData name="Rahul Sudhakar Kulkarni" userId="a61ff142-3504-478b-bc21-c75d898c2f10" providerId="ADAL" clId="{069E650D-28CB-4110-A298-EF6415CF8767}" dt="2026-08-27T10:46:10.460" v="491" actId="478"/>
          <ac:spMkLst>
            <pc:docMk/>
            <pc:sldMk cId="3514214206" sldId="269"/>
            <ac:spMk id="52" creationId="{3F1ECD5D-DDED-C90E-8090-6A64CD218653}"/>
          </ac:spMkLst>
        </pc:spChg>
        <pc:spChg chg="del">
          <ac:chgData name="Rahul Sudhakar Kulkarni" userId="a61ff142-3504-478b-bc21-c75d898c2f10" providerId="ADAL" clId="{069E650D-28CB-4110-A298-EF6415CF8767}" dt="2026-08-27T10:46:10.460" v="491" actId="478"/>
          <ac:spMkLst>
            <pc:docMk/>
            <pc:sldMk cId="3514214206" sldId="269"/>
            <ac:spMk id="53" creationId="{3BF76F0F-1B76-191B-2E45-50A1BD5F6E7C}"/>
          </ac:spMkLst>
        </pc:spChg>
        <pc:spChg chg="del">
          <ac:chgData name="Rahul Sudhakar Kulkarni" userId="a61ff142-3504-478b-bc21-c75d898c2f10" providerId="ADAL" clId="{069E650D-28CB-4110-A298-EF6415CF8767}" dt="2026-08-27T10:46:10.460" v="491" actId="478"/>
          <ac:spMkLst>
            <pc:docMk/>
            <pc:sldMk cId="3514214206" sldId="269"/>
            <ac:spMk id="54" creationId="{7091B525-1F81-29AC-390C-31856987825A}"/>
          </ac:spMkLst>
        </pc:spChg>
        <pc:spChg chg="del">
          <ac:chgData name="Rahul Sudhakar Kulkarni" userId="a61ff142-3504-478b-bc21-c75d898c2f10" providerId="ADAL" clId="{069E650D-28CB-4110-A298-EF6415CF8767}" dt="2026-08-27T10:46:34.959" v="494" actId="478"/>
          <ac:spMkLst>
            <pc:docMk/>
            <pc:sldMk cId="3514214206" sldId="269"/>
            <ac:spMk id="55" creationId="{E12AF6A6-0466-6609-7D5D-E0BD2C3B2336}"/>
          </ac:spMkLst>
        </pc:spChg>
        <pc:spChg chg="del">
          <ac:chgData name="Rahul Sudhakar Kulkarni" userId="a61ff142-3504-478b-bc21-c75d898c2f10" providerId="ADAL" clId="{069E650D-28CB-4110-A298-EF6415CF8767}" dt="2026-08-27T10:46:20.389" v="492" actId="478"/>
          <ac:spMkLst>
            <pc:docMk/>
            <pc:sldMk cId="3514214206" sldId="269"/>
            <ac:spMk id="57" creationId="{58A6C4B9-DFC0-50E5-7E5A-AF09D4BCF5D8}"/>
          </ac:spMkLst>
        </pc:spChg>
        <pc:spChg chg="del mod">
          <ac:chgData name="Rahul Sudhakar Kulkarni" userId="a61ff142-3504-478b-bc21-c75d898c2f10" providerId="ADAL" clId="{069E650D-28CB-4110-A298-EF6415CF8767}" dt="2026-08-27T10:46:20.389" v="492" actId="478"/>
          <ac:spMkLst>
            <pc:docMk/>
            <pc:sldMk cId="3514214206" sldId="269"/>
            <ac:spMk id="58" creationId="{1A986CD3-EEFE-F8AB-5726-2D4ED802E667}"/>
          </ac:spMkLst>
        </pc:spChg>
        <pc:spChg chg="del">
          <ac:chgData name="Rahul Sudhakar Kulkarni" userId="a61ff142-3504-478b-bc21-c75d898c2f10" providerId="ADAL" clId="{069E650D-28CB-4110-A298-EF6415CF8767}" dt="2026-08-27T10:46:20.389" v="492" actId="478"/>
          <ac:spMkLst>
            <pc:docMk/>
            <pc:sldMk cId="3514214206" sldId="269"/>
            <ac:spMk id="59" creationId="{7D4A6C20-93E2-7258-5F7D-C3F4087E1B30}"/>
          </ac:spMkLst>
        </pc:spChg>
        <pc:spChg chg="del">
          <ac:chgData name="Rahul Sudhakar Kulkarni" userId="a61ff142-3504-478b-bc21-c75d898c2f10" providerId="ADAL" clId="{069E650D-28CB-4110-A298-EF6415CF8767}" dt="2026-08-27T10:46:20.389" v="492" actId="478"/>
          <ac:spMkLst>
            <pc:docMk/>
            <pc:sldMk cId="3514214206" sldId="269"/>
            <ac:spMk id="60" creationId="{A28C5FCD-485D-A3EC-F64F-5EFE36EB169E}"/>
          </ac:spMkLst>
        </pc:spChg>
        <pc:spChg chg="del mod">
          <ac:chgData name="Rahul Sudhakar Kulkarni" userId="a61ff142-3504-478b-bc21-c75d898c2f10" providerId="ADAL" clId="{069E650D-28CB-4110-A298-EF6415CF8767}" dt="2026-08-27T10:46:20.389" v="492" actId="478"/>
          <ac:spMkLst>
            <pc:docMk/>
            <pc:sldMk cId="3514214206" sldId="269"/>
            <ac:spMk id="61" creationId="{F9558750-011F-9733-6394-105A973CA151}"/>
          </ac:spMkLst>
        </pc:spChg>
        <pc:spChg chg="mod">
          <ac:chgData name="Rahul Sudhakar Kulkarni" userId="a61ff142-3504-478b-bc21-c75d898c2f10" providerId="ADAL" clId="{069E650D-28CB-4110-A298-EF6415CF8767}" dt="2026-08-27T10:48:03.307" v="501" actId="1076"/>
          <ac:spMkLst>
            <pc:docMk/>
            <pc:sldMk cId="3514214206" sldId="269"/>
            <ac:spMk id="63" creationId="{5566BD54-CB6A-E5C7-7B2A-E837E938E1D0}"/>
          </ac:spMkLst>
        </pc:spChg>
        <pc:spChg chg="add">
          <ac:chgData name="Rahul Sudhakar Kulkarni" userId="a61ff142-3504-478b-bc21-c75d898c2f10" providerId="ADAL" clId="{069E650D-28CB-4110-A298-EF6415CF8767}" dt="2026-08-27T12:25:52.126" v="1231" actId="22"/>
          <ac:spMkLst>
            <pc:docMk/>
            <pc:sldMk cId="3514214206" sldId="269"/>
            <ac:spMk id="65" creationId="{8B41D78C-7237-861A-3EAF-4FFB8EA4C790}"/>
          </ac:spMkLst>
        </pc:spChg>
        <pc:spChg chg="mod">
          <ac:chgData name="Rahul Sudhakar Kulkarni" userId="a61ff142-3504-478b-bc21-c75d898c2f10" providerId="ADAL" clId="{069E650D-28CB-4110-A298-EF6415CF8767}" dt="2026-08-27T12:25:52.168" v="1240" actId="27636"/>
          <ac:spMkLst>
            <pc:docMk/>
            <pc:sldMk cId="3514214206" sldId="269"/>
            <ac:spMk id="69" creationId="{B4CC1670-6048-8CE3-5CCD-DC6FC2D24922}"/>
          </ac:spMkLst>
        </pc:spChg>
        <pc:spChg chg="add">
          <ac:chgData name="Rahul Sudhakar Kulkarni" userId="a61ff142-3504-478b-bc21-c75d898c2f10" providerId="ADAL" clId="{069E650D-28CB-4110-A298-EF6415CF8767}" dt="2026-08-27T12:25:52.126" v="1231" actId="22"/>
          <ac:spMkLst>
            <pc:docMk/>
            <pc:sldMk cId="3514214206" sldId="269"/>
            <ac:spMk id="74" creationId="{3496131E-6531-DBB6-61A6-9502267533FA}"/>
          </ac:spMkLst>
        </pc:spChg>
        <pc:spChg chg="del mod">
          <ac:chgData name="Rahul Sudhakar Kulkarni" userId="a61ff142-3504-478b-bc21-c75d898c2f10" providerId="ADAL" clId="{069E650D-28CB-4110-A298-EF6415CF8767}" dt="2026-08-27T10:44:11.639" v="484" actId="478"/>
          <ac:spMkLst>
            <pc:docMk/>
            <pc:sldMk cId="3514214206" sldId="269"/>
            <ac:spMk id="85" creationId="{E6870F8F-894F-5E17-3C07-6681B96FC6C6}"/>
          </ac:spMkLst>
        </pc:spChg>
        <pc:spChg chg="mod">
          <ac:chgData name="Rahul Sudhakar Kulkarni" userId="a61ff142-3504-478b-bc21-c75d898c2f10" providerId="ADAL" clId="{069E650D-28CB-4110-A298-EF6415CF8767}" dt="2026-08-27T12:25:52.165" v="1239" actId="27636"/>
          <ac:spMkLst>
            <pc:docMk/>
            <pc:sldMk cId="3514214206" sldId="269"/>
            <ac:spMk id="89" creationId="{23D1A912-5445-3BDE-AC39-CDBDD1EF51DA}"/>
          </ac:spMkLst>
        </pc:spChg>
        <pc:spChg chg="del mod">
          <ac:chgData name="Rahul Sudhakar Kulkarni" userId="a61ff142-3504-478b-bc21-c75d898c2f10" providerId="ADAL" clId="{069E650D-28CB-4110-A298-EF6415CF8767}" dt="2026-08-27T10:44:27.568" v="485" actId="478"/>
          <ac:spMkLst>
            <pc:docMk/>
            <pc:sldMk cId="3514214206" sldId="269"/>
            <ac:spMk id="90" creationId="{97804E0D-1395-00A1-5187-96A641047A57}"/>
          </ac:spMkLst>
        </pc:spChg>
        <pc:spChg chg="del">
          <ac:chgData name="Rahul Sudhakar Kulkarni" userId="a61ff142-3504-478b-bc21-c75d898c2f10" providerId="ADAL" clId="{069E650D-28CB-4110-A298-EF6415CF8767}" dt="2026-08-27T10:42:38.589" v="478" actId="478"/>
          <ac:spMkLst>
            <pc:docMk/>
            <pc:sldMk cId="3514214206" sldId="269"/>
            <ac:spMk id="91" creationId="{0CB209E5-8D90-6603-F1F8-919DB3648C83}"/>
          </ac:spMkLst>
        </pc:spChg>
        <pc:spChg chg="del">
          <ac:chgData name="Rahul Sudhakar Kulkarni" userId="a61ff142-3504-478b-bc21-c75d898c2f10" providerId="ADAL" clId="{069E650D-28CB-4110-A298-EF6415CF8767}" dt="2026-08-27T10:44:11.639" v="484" actId="478"/>
          <ac:spMkLst>
            <pc:docMk/>
            <pc:sldMk cId="3514214206" sldId="269"/>
            <ac:spMk id="92" creationId="{E40A030C-F0C7-B22C-3C4E-A73EE51A6797}"/>
          </ac:spMkLst>
        </pc:spChg>
        <pc:spChg chg="del">
          <ac:chgData name="Rahul Sudhakar Kulkarni" userId="a61ff142-3504-478b-bc21-c75d898c2f10" providerId="ADAL" clId="{069E650D-28CB-4110-A298-EF6415CF8767}" dt="2026-08-27T10:44:27.568" v="485" actId="478"/>
          <ac:spMkLst>
            <pc:docMk/>
            <pc:sldMk cId="3514214206" sldId="269"/>
            <ac:spMk id="93" creationId="{34BD7D71-B956-923A-A416-21B03D2B6917}"/>
          </ac:spMkLst>
        </pc:spChg>
        <pc:spChg chg="del mod">
          <ac:chgData name="Rahul Sudhakar Kulkarni" userId="a61ff142-3504-478b-bc21-c75d898c2f10" providerId="ADAL" clId="{069E650D-28CB-4110-A298-EF6415CF8767}" dt="2026-08-27T10:44:27.568" v="485" actId="478"/>
          <ac:spMkLst>
            <pc:docMk/>
            <pc:sldMk cId="3514214206" sldId="269"/>
            <ac:spMk id="94" creationId="{35EAE38A-DFE5-4A66-6AA0-D6316D0A2625}"/>
          </ac:spMkLst>
        </pc:spChg>
        <pc:spChg chg="del">
          <ac:chgData name="Rahul Sudhakar Kulkarni" userId="a61ff142-3504-478b-bc21-c75d898c2f10" providerId="ADAL" clId="{069E650D-28CB-4110-A298-EF6415CF8767}" dt="2026-08-27T10:44:27.568" v="485" actId="478"/>
          <ac:spMkLst>
            <pc:docMk/>
            <pc:sldMk cId="3514214206" sldId="269"/>
            <ac:spMk id="95" creationId="{98DEFD67-9D4F-4178-4C1F-1BE26D6F5643}"/>
          </ac:spMkLst>
        </pc:spChg>
        <pc:spChg chg="del mod">
          <ac:chgData name="Rahul Sudhakar Kulkarni" userId="a61ff142-3504-478b-bc21-c75d898c2f10" providerId="ADAL" clId="{069E650D-28CB-4110-A298-EF6415CF8767}" dt="2026-08-27T10:46:28.479" v="493" actId="478"/>
          <ac:spMkLst>
            <pc:docMk/>
            <pc:sldMk cId="3514214206" sldId="269"/>
            <ac:spMk id="98" creationId="{9D8BE611-9C15-AB57-8A0F-E3373FE38E58}"/>
          </ac:spMkLst>
        </pc:spChg>
        <pc:spChg chg="del">
          <ac:chgData name="Rahul Sudhakar Kulkarni" userId="a61ff142-3504-478b-bc21-c75d898c2f10" providerId="ADAL" clId="{069E650D-28CB-4110-A298-EF6415CF8767}" dt="2026-08-27T10:46:28.479" v="493" actId="478"/>
          <ac:spMkLst>
            <pc:docMk/>
            <pc:sldMk cId="3514214206" sldId="269"/>
            <ac:spMk id="99" creationId="{B337472C-9CD2-746F-1FDD-6353224F6C09}"/>
          </ac:spMkLst>
        </pc:spChg>
        <pc:spChg chg="del">
          <ac:chgData name="Rahul Sudhakar Kulkarni" userId="a61ff142-3504-478b-bc21-c75d898c2f10" providerId="ADAL" clId="{069E650D-28CB-4110-A298-EF6415CF8767}" dt="2026-08-27T10:46:20.389" v="492" actId="478"/>
          <ac:spMkLst>
            <pc:docMk/>
            <pc:sldMk cId="3514214206" sldId="269"/>
            <ac:spMk id="100" creationId="{BAB65D34-C017-A1B7-06B9-5EC3E8F8D0D6}"/>
          </ac:spMkLst>
        </pc:spChg>
        <pc:spChg chg="del">
          <ac:chgData name="Rahul Sudhakar Kulkarni" userId="a61ff142-3504-478b-bc21-c75d898c2f10" providerId="ADAL" clId="{069E650D-28CB-4110-A298-EF6415CF8767}" dt="2026-08-27T10:46:28.479" v="493" actId="478"/>
          <ac:spMkLst>
            <pc:docMk/>
            <pc:sldMk cId="3514214206" sldId="269"/>
            <ac:spMk id="101" creationId="{926433BE-57D0-40A6-684D-25FA56AB41F8}"/>
          </ac:spMkLst>
        </pc:spChg>
        <pc:spChg chg="del mod">
          <ac:chgData name="Rahul Sudhakar Kulkarni" userId="a61ff142-3504-478b-bc21-c75d898c2f10" providerId="ADAL" clId="{069E650D-28CB-4110-A298-EF6415CF8767}" dt="2026-08-27T10:46:28.479" v="493" actId="478"/>
          <ac:spMkLst>
            <pc:docMk/>
            <pc:sldMk cId="3514214206" sldId="269"/>
            <ac:spMk id="102" creationId="{0BF715D3-F16C-A807-444D-B91FE615E09C}"/>
          </ac:spMkLst>
        </pc:spChg>
        <pc:spChg chg="add mod">
          <ac:chgData name="Rahul Sudhakar Kulkarni" userId="a61ff142-3504-478b-bc21-c75d898c2f10" providerId="ADAL" clId="{069E650D-28CB-4110-A298-EF6415CF8767}" dt="2026-08-27T12:25:52.142" v="1232" actId="27636"/>
          <ac:spMkLst>
            <pc:docMk/>
            <pc:sldMk cId="3514214206" sldId="269"/>
            <ac:spMk id="104" creationId="{14BE20A4-D283-01B6-7809-A81377ED9D04}"/>
          </ac:spMkLst>
        </pc:spChg>
        <pc:spChg chg="add">
          <ac:chgData name="Rahul Sudhakar Kulkarni" userId="a61ff142-3504-478b-bc21-c75d898c2f10" providerId="ADAL" clId="{069E650D-28CB-4110-A298-EF6415CF8767}" dt="2026-08-27T12:25:52.126" v="1231" actId="22"/>
          <ac:spMkLst>
            <pc:docMk/>
            <pc:sldMk cId="3514214206" sldId="269"/>
            <ac:spMk id="116" creationId="{EFB23929-79FD-D785-108E-C720F78FA42D}"/>
          </ac:spMkLst>
        </pc:spChg>
        <pc:spChg chg="mod">
          <ac:chgData name="Rahul Sudhakar Kulkarni" userId="a61ff142-3504-478b-bc21-c75d898c2f10" providerId="ADAL" clId="{069E650D-28CB-4110-A298-EF6415CF8767}" dt="2026-08-27T12:25:52.145" v="1233" actId="27636"/>
          <ac:spMkLst>
            <pc:docMk/>
            <pc:sldMk cId="3514214206" sldId="269"/>
            <ac:spMk id="123" creationId="{FA553EF7-4085-53DB-4D1C-913595EEBE22}"/>
          </ac:spMkLst>
        </pc:spChg>
        <pc:spChg chg="mod">
          <ac:chgData name="Rahul Sudhakar Kulkarni" userId="a61ff142-3504-478b-bc21-c75d898c2f10" providerId="ADAL" clId="{069E650D-28CB-4110-A298-EF6415CF8767}" dt="2026-08-27T12:25:52.158" v="1236" actId="27636"/>
          <ac:spMkLst>
            <pc:docMk/>
            <pc:sldMk cId="3514214206" sldId="269"/>
            <ac:spMk id="137" creationId="{6C74CE73-627B-EB38-5359-1CDFE09F6AA4}"/>
          </ac:spMkLst>
        </pc:spChg>
        <pc:spChg chg="add">
          <ac:chgData name="Rahul Sudhakar Kulkarni" userId="a61ff142-3504-478b-bc21-c75d898c2f10" providerId="ADAL" clId="{069E650D-28CB-4110-A298-EF6415CF8767}" dt="2026-08-27T12:25:52.126" v="1231" actId="22"/>
          <ac:spMkLst>
            <pc:docMk/>
            <pc:sldMk cId="3514214206" sldId="269"/>
            <ac:spMk id="143" creationId="{A29C0C0C-66B6-2ADC-800C-8343D59C6DF9}"/>
          </ac:spMkLst>
        </pc:spChg>
        <pc:spChg chg="add">
          <ac:chgData name="Rahul Sudhakar Kulkarni" userId="a61ff142-3504-478b-bc21-c75d898c2f10" providerId="ADAL" clId="{069E650D-28CB-4110-A298-EF6415CF8767}" dt="2026-08-27T12:25:52.126" v="1231" actId="22"/>
          <ac:spMkLst>
            <pc:docMk/>
            <pc:sldMk cId="3514214206" sldId="269"/>
            <ac:spMk id="149" creationId="{F7669A6C-042C-7EB9-91AD-36B50B86EC66}"/>
          </ac:spMkLst>
        </pc:spChg>
        <pc:spChg chg="mod">
          <ac:chgData name="Rahul Sudhakar Kulkarni" userId="a61ff142-3504-478b-bc21-c75d898c2f10" providerId="ADAL" clId="{069E650D-28CB-4110-A298-EF6415CF8767}" dt="2026-08-27T12:25:52.161" v="1237" actId="27636"/>
          <ac:spMkLst>
            <pc:docMk/>
            <pc:sldMk cId="3514214206" sldId="269"/>
            <ac:spMk id="151" creationId="{BC7D374B-A0FE-F27B-DF95-D4E4BA90C4A4}"/>
          </ac:spMkLst>
        </pc:spChg>
        <pc:spChg chg="mod">
          <ac:chgData name="Rahul Sudhakar Kulkarni" userId="a61ff142-3504-478b-bc21-c75d898c2f10" providerId="ADAL" clId="{069E650D-28CB-4110-A298-EF6415CF8767}" dt="2026-08-27T12:25:52.163" v="1238" actId="27636"/>
          <ac:spMkLst>
            <pc:docMk/>
            <pc:sldMk cId="3514214206" sldId="269"/>
            <ac:spMk id="165" creationId="{99FDF41D-DBB7-769D-9BB5-8BDA46216EA7}"/>
          </ac:spMkLst>
        </pc:spChg>
        <pc:spChg chg="add">
          <ac:chgData name="Rahul Sudhakar Kulkarni" userId="a61ff142-3504-478b-bc21-c75d898c2f10" providerId="ADAL" clId="{069E650D-28CB-4110-A298-EF6415CF8767}" dt="2026-08-27T12:25:52.126" v="1231" actId="22"/>
          <ac:spMkLst>
            <pc:docMk/>
            <pc:sldMk cId="3514214206" sldId="269"/>
            <ac:spMk id="167" creationId="{F827257E-5BA0-429C-D1FD-16F2BC2EC490}"/>
          </ac:spMkLst>
        </pc:spChg>
        <pc:spChg chg="add del">
          <ac:chgData name="Rahul Sudhakar Kulkarni" userId="a61ff142-3504-478b-bc21-c75d898c2f10" providerId="ADAL" clId="{069E650D-28CB-4110-A298-EF6415CF8767}" dt="2026-08-27T12:26:29.709" v="1248" actId="478"/>
          <ac:spMkLst>
            <pc:docMk/>
            <pc:sldMk cId="3514214206" sldId="269"/>
            <ac:spMk id="175" creationId="{81F4FAFE-A866-AB97-3B55-84376BA20B13}"/>
          </ac:spMkLst>
        </pc:spChg>
        <pc:spChg chg="add del mod">
          <ac:chgData name="Rahul Sudhakar Kulkarni" userId="a61ff142-3504-478b-bc21-c75d898c2f10" providerId="ADAL" clId="{069E650D-28CB-4110-A298-EF6415CF8767}" dt="2026-08-27T12:26:29.709" v="1248" actId="478"/>
          <ac:spMkLst>
            <pc:docMk/>
            <pc:sldMk cId="3514214206" sldId="269"/>
            <ac:spMk id="177" creationId="{99D980F9-52C3-4564-F288-EAC70396B77B}"/>
          </ac:spMkLst>
        </pc:spChg>
        <pc:spChg chg="add del">
          <ac:chgData name="Rahul Sudhakar Kulkarni" userId="a61ff142-3504-478b-bc21-c75d898c2f10" providerId="ADAL" clId="{069E650D-28CB-4110-A298-EF6415CF8767}" dt="2026-08-27T12:26:11.263" v="1245" actId="22"/>
          <ac:spMkLst>
            <pc:docMk/>
            <pc:sldMk cId="3514214206" sldId="269"/>
            <ac:spMk id="179" creationId="{B87CAD2E-D78C-3D3D-AD12-B7E55558F14D}"/>
          </ac:spMkLst>
        </pc:spChg>
        <pc:spChg chg="add del mod">
          <ac:chgData name="Rahul Sudhakar Kulkarni" userId="a61ff142-3504-478b-bc21-c75d898c2f10" providerId="ADAL" clId="{069E650D-28CB-4110-A298-EF6415CF8767}" dt="2026-08-27T12:26:11.263" v="1245" actId="22"/>
          <ac:spMkLst>
            <pc:docMk/>
            <pc:sldMk cId="3514214206" sldId="269"/>
            <ac:spMk id="181" creationId="{7961EB0D-452A-E616-0907-8E55CB22EDE1}"/>
          </ac:spMkLst>
        </pc:spChg>
        <pc:spChg chg="add">
          <ac:chgData name="Rahul Sudhakar Kulkarni" userId="a61ff142-3504-478b-bc21-c75d898c2f10" providerId="ADAL" clId="{069E650D-28CB-4110-A298-EF6415CF8767}" dt="2026-08-27T12:26:30.841" v="1249" actId="22"/>
          <ac:spMkLst>
            <pc:docMk/>
            <pc:sldMk cId="3514214206" sldId="269"/>
            <ac:spMk id="183" creationId="{ED297AAD-19C6-FD41-9EED-7037855934C8}"/>
          </ac:spMkLst>
        </pc:spChg>
        <pc:spChg chg="add">
          <ac:chgData name="Rahul Sudhakar Kulkarni" userId="a61ff142-3504-478b-bc21-c75d898c2f10" providerId="ADAL" clId="{069E650D-28CB-4110-A298-EF6415CF8767}" dt="2026-08-27T12:26:30.841" v="1249" actId="22"/>
          <ac:spMkLst>
            <pc:docMk/>
            <pc:sldMk cId="3514214206" sldId="269"/>
            <ac:spMk id="185" creationId="{A0498261-6C2A-A4E1-5087-F414ECB98CA6}"/>
          </ac:spMkLst>
        </pc:spChg>
        <pc:spChg chg="add mod">
          <ac:chgData name="Rahul Sudhakar Kulkarni" userId="a61ff142-3504-478b-bc21-c75d898c2f10" providerId="ADAL" clId="{069E650D-28CB-4110-A298-EF6415CF8767}" dt="2026-08-27T12:26:30.869" v="1250" actId="27636"/>
          <ac:spMkLst>
            <pc:docMk/>
            <pc:sldMk cId="3514214206" sldId="269"/>
            <ac:spMk id="187" creationId="{DDEAE3FB-CDC1-669B-73B9-0ADA6B5660BE}"/>
          </ac:spMkLst>
        </pc:spChg>
        <pc:spChg chg="add mod">
          <ac:chgData name="Rahul Sudhakar Kulkarni" userId="a61ff142-3504-478b-bc21-c75d898c2f10" providerId="ADAL" clId="{069E650D-28CB-4110-A298-EF6415CF8767}" dt="2026-08-27T12:26:30.872" v="1251" actId="27636"/>
          <ac:spMkLst>
            <pc:docMk/>
            <pc:sldMk cId="3514214206" sldId="269"/>
            <ac:spMk id="189" creationId="{E09E836D-3224-B2A3-6453-5D2FA4BB63BE}"/>
          </ac:spMkLst>
        </pc:spChg>
        <pc:grpChg chg="del">
          <ac:chgData name="Rahul Sudhakar Kulkarni" userId="a61ff142-3504-478b-bc21-c75d898c2f10" providerId="ADAL" clId="{069E650D-28CB-4110-A298-EF6415CF8767}" dt="2026-08-27T10:46:20.389" v="492" actId="478"/>
          <ac:grpSpMkLst>
            <pc:docMk/>
            <pc:sldMk cId="3514214206" sldId="269"/>
            <ac:grpSpMk id="66" creationId="{DA3AD488-EA6A-D3C0-0BA5-FD5F89FA9461}"/>
          </ac:grpSpMkLst>
        </pc:grpChg>
        <pc:grpChg chg="del">
          <ac:chgData name="Rahul Sudhakar Kulkarni" userId="a61ff142-3504-478b-bc21-c75d898c2f10" providerId="ADAL" clId="{069E650D-28CB-4110-A298-EF6415CF8767}" dt="2026-08-27T10:46:28.479" v="493" actId="478"/>
          <ac:grpSpMkLst>
            <pc:docMk/>
            <pc:sldMk cId="3514214206" sldId="269"/>
            <ac:grpSpMk id="103" creationId="{010C5852-C5C0-98A3-6968-7D70F0FC5913}"/>
          </ac:grpSpMkLst>
        </pc:grpChg>
        <pc:grpChg chg="add del mod">
          <ac:chgData name="Rahul Sudhakar Kulkarni" userId="a61ff142-3504-478b-bc21-c75d898c2f10" providerId="ADAL" clId="{069E650D-28CB-4110-A298-EF6415CF8767}" dt="2026-08-27T12:25:50.525" v="1230" actId="478"/>
          <ac:grpSpMkLst>
            <pc:docMk/>
            <pc:sldMk cId="3514214206" sldId="269"/>
            <ac:grpSpMk id="120" creationId="{47B122CE-96E9-89EA-DF2F-4E7D0E257338}"/>
          </ac:grpSpMkLst>
        </pc:grpChg>
        <pc:picChg chg="add del mod">
          <ac:chgData name="Rahul Sudhakar Kulkarni" userId="a61ff142-3504-478b-bc21-c75d898c2f10" providerId="ADAL" clId="{069E650D-28CB-4110-A298-EF6415CF8767}" dt="2026-08-27T12:25:47.433" v="1229" actId="478"/>
          <ac:picMkLst>
            <pc:docMk/>
            <pc:sldMk cId="3514214206" sldId="269"/>
            <ac:picMk id="18" creationId="{1B1BF59E-8957-C99F-4388-61CEB9E48F51}"/>
          </ac:picMkLst>
        </pc:picChg>
        <pc:picChg chg="del">
          <ac:chgData name="Rahul Sudhakar Kulkarni" userId="a61ff142-3504-478b-bc21-c75d898c2f10" providerId="ADAL" clId="{069E650D-28CB-4110-A298-EF6415CF8767}" dt="2026-08-27T10:44:02.794" v="483" actId="478"/>
          <ac:picMkLst>
            <pc:docMk/>
            <pc:sldMk cId="3514214206" sldId="269"/>
            <ac:picMk id="68" creationId="{DF6B334E-5C89-1F01-8FB8-40F495F94F16}"/>
          </ac:picMkLst>
        </pc:picChg>
        <pc:picChg chg="del">
          <ac:chgData name="Rahul Sudhakar Kulkarni" userId="a61ff142-3504-478b-bc21-c75d898c2f10" providerId="ADAL" clId="{069E650D-28CB-4110-A298-EF6415CF8767}" dt="2026-08-27T10:44:11.639" v="484" actId="478"/>
          <ac:picMkLst>
            <pc:docMk/>
            <pc:sldMk cId="3514214206" sldId="269"/>
            <ac:picMk id="70" creationId="{E311645E-493C-707B-3751-B1DF6614DCD6}"/>
          </ac:picMkLst>
        </pc:picChg>
        <pc:picChg chg="del">
          <ac:chgData name="Rahul Sudhakar Kulkarni" userId="a61ff142-3504-478b-bc21-c75d898c2f10" providerId="ADAL" clId="{069E650D-28CB-4110-A298-EF6415CF8767}" dt="2026-08-27T10:44:02.794" v="483" actId="478"/>
          <ac:picMkLst>
            <pc:docMk/>
            <pc:sldMk cId="3514214206" sldId="269"/>
            <ac:picMk id="76" creationId="{64DD129C-47A4-83EC-90E3-8DD8F1061825}"/>
          </ac:picMkLst>
        </pc:picChg>
        <pc:picChg chg="del">
          <ac:chgData name="Rahul Sudhakar Kulkarni" userId="a61ff142-3504-478b-bc21-c75d898c2f10" providerId="ADAL" clId="{069E650D-28CB-4110-A298-EF6415CF8767}" dt="2026-08-27T10:42:34.499" v="477" actId="478"/>
          <ac:picMkLst>
            <pc:docMk/>
            <pc:sldMk cId="3514214206" sldId="269"/>
            <ac:picMk id="78" creationId="{2642410A-31DD-CC74-04F2-AF423B77956C}"/>
          </ac:picMkLst>
        </pc:picChg>
        <pc:picChg chg="del">
          <ac:chgData name="Rahul Sudhakar Kulkarni" userId="a61ff142-3504-478b-bc21-c75d898c2f10" providerId="ADAL" clId="{069E650D-28CB-4110-A298-EF6415CF8767}" dt="2026-08-27T10:44:02.794" v="483" actId="478"/>
          <ac:picMkLst>
            <pc:docMk/>
            <pc:sldMk cId="3514214206" sldId="269"/>
            <ac:picMk id="82" creationId="{28A92A7F-3A8A-DEAB-6FBE-B5EF5F36C9F1}"/>
          </ac:picMkLst>
        </pc:picChg>
        <pc:picChg chg="del">
          <ac:chgData name="Rahul Sudhakar Kulkarni" userId="a61ff142-3504-478b-bc21-c75d898c2f10" providerId="ADAL" clId="{069E650D-28CB-4110-A298-EF6415CF8767}" dt="2026-08-27T10:44:02.794" v="483" actId="478"/>
          <ac:picMkLst>
            <pc:docMk/>
            <pc:sldMk cId="3514214206" sldId="269"/>
            <ac:picMk id="84" creationId="{18DC55DC-4B5C-19F4-0100-F82C66D16406}"/>
          </ac:picMkLst>
        </pc:picChg>
        <pc:picChg chg="del">
          <ac:chgData name="Rahul Sudhakar Kulkarni" userId="a61ff142-3504-478b-bc21-c75d898c2f10" providerId="ADAL" clId="{069E650D-28CB-4110-A298-EF6415CF8767}" dt="2026-08-27T10:44:02.794" v="483" actId="478"/>
          <ac:picMkLst>
            <pc:docMk/>
            <pc:sldMk cId="3514214206" sldId="269"/>
            <ac:picMk id="97" creationId="{81CE3E3E-CDF5-3399-D067-6F56DCC15A3B}"/>
          </ac:picMkLst>
        </pc:picChg>
        <pc:picChg chg="del">
          <ac:chgData name="Rahul Sudhakar Kulkarni" userId="a61ff142-3504-478b-bc21-c75d898c2f10" providerId="ADAL" clId="{069E650D-28CB-4110-A298-EF6415CF8767}" dt="2026-08-27T10:46:20.389" v="492" actId="478"/>
          <ac:picMkLst>
            <pc:docMk/>
            <pc:sldMk cId="3514214206" sldId="269"/>
            <ac:picMk id="107" creationId="{DF9619A7-8635-B3FD-4EBC-C9EB665EFFE7}"/>
          </ac:picMkLst>
        </pc:picChg>
        <pc:picChg chg="del">
          <ac:chgData name="Rahul Sudhakar Kulkarni" userId="a61ff142-3504-478b-bc21-c75d898c2f10" providerId="ADAL" clId="{069E650D-28CB-4110-A298-EF6415CF8767}" dt="2026-08-27T10:46:10.460" v="491" actId="478"/>
          <ac:picMkLst>
            <pc:docMk/>
            <pc:sldMk cId="3514214206" sldId="269"/>
            <ac:picMk id="109" creationId="{9CCD176A-A2BD-DF3F-C66A-0929AD1505CD}"/>
          </ac:picMkLst>
        </pc:picChg>
        <pc:picChg chg="del">
          <ac:chgData name="Rahul Sudhakar Kulkarni" userId="a61ff142-3504-478b-bc21-c75d898c2f10" providerId="ADAL" clId="{069E650D-28CB-4110-A298-EF6415CF8767}" dt="2026-08-27T10:46:20.389" v="492" actId="478"/>
          <ac:picMkLst>
            <pc:docMk/>
            <pc:sldMk cId="3514214206" sldId="269"/>
            <ac:picMk id="113" creationId="{A8BC5DAF-F78C-4DAE-4D4A-5A2489E52168}"/>
          </ac:picMkLst>
        </pc:picChg>
        <pc:picChg chg="del">
          <ac:chgData name="Rahul Sudhakar Kulkarni" userId="a61ff142-3504-478b-bc21-c75d898c2f10" providerId="ADAL" clId="{069E650D-28CB-4110-A298-EF6415CF8767}" dt="2026-08-27T10:46:10.460" v="491" actId="478"/>
          <ac:picMkLst>
            <pc:docMk/>
            <pc:sldMk cId="3514214206" sldId="269"/>
            <ac:picMk id="115" creationId="{AAFC87ED-E617-F254-9940-16118F8AD769}"/>
          </ac:picMkLst>
        </pc:picChg>
        <pc:picChg chg="del">
          <ac:chgData name="Rahul Sudhakar Kulkarni" userId="a61ff142-3504-478b-bc21-c75d898c2f10" providerId="ADAL" clId="{069E650D-28CB-4110-A298-EF6415CF8767}" dt="2026-08-27T10:46:10.460" v="491" actId="478"/>
          <ac:picMkLst>
            <pc:docMk/>
            <pc:sldMk cId="3514214206" sldId="269"/>
            <ac:picMk id="117" creationId="{4C6DF033-1C2D-AC06-E727-608BF90D3470}"/>
          </ac:picMkLst>
        </pc:picChg>
        <pc:cxnChg chg="del">
          <ac:chgData name="Rahul Sudhakar Kulkarni" userId="a61ff142-3504-478b-bc21-c75d898c2f10" providerId="ADAL" clId="{069E650D-28CB-4110-A298-EF6415CF8767}" dt="2026-08-27T10:44:11.639" v="484" actId="478"/>
          <ac:cxnSpMkLst>
            <pc:docMk/>
            <pc:sldMk cId="3514214206" sldId="269"/>
            <ac:cxnSpMk id="33" creationId="{624578B3-0B06-2CDE-1F63-02DF2178458D}"/>
          </ac:cxnSpMkLst>
        </pc:cxnChg>
        <pc:cxnChg chg="del">
          <ac:chgData name="Rahul Sudhakar Kulkarni" userId="a61ff142-3504-478b-bc21-c75d898c2f10" providerId="ADAL" clId="{069E650D-28CB-4110-A298-EF6415CF8767}" dt="2026-08-27T10:42:38.589" v="478" actId="478"/>
          <ac:cxnSpMkLst>
            <pc:docMk/>
            <pc:sldMk cId="3514214206" sldId="269"/>
            <ac:cxnSpMk id="42" creationId="{0D8F09AB-27A1-E247-3574-501E35E06F95}"/>
          </ac:cxnSpMkLst>
        </pc:cxnChg>
        <pc:cxnChg chg="del">
          <ac:chgData name="Rahul Sudhakar Kulkarni" userId="a61ff142-3504-478b-bc21-c75d898c2f10" providerId="ADAL" clId="{069E650D-28CB-4110-A298-EF6415CF8767}" dt="2026-08-27T10:44:11.639" v="484" actId="478"/>
          <ac:cxnSpMkLst>
            <pc:docMk/>
            <pc:sldMk cId="3514214206" sldId="269"/>
            <ac:cxnSpMk id="43" creationId="{F283FBCB-66E9-E6CB-84F2-6F5B13DFCE3B}"/>
          </ac:cxnSpMkLst>
        </pc:cxnChg>
        <pc:cxnChg chg="del">
          <ac:chgData name="Rahul Sudhakar Kulkarni" userId="a61ff142-3504-478b-bc21-c75d898c2f10" providerId="ADAL" clId="{069E650D-28CB-4110-A298-EF6415CF8767}" dt="2026-08-27T10:44:27.568" v="485" actId="478"/>
          <ac:cxnSpMkLst>
            <pc:docMk/>
            <pc:sldMk cId="3514214206" sldId="269"/>
            <ac:cxnSpMk id="44" creationId="{E00FA2E8-9ED8-D36E-5D92-A3CF3713BEB0}"/>
          </ac:cxnSpMkLst>
        </pc:cxnChg>
        <pc:cxnChg chg="del">
          <ac:chgData name="Rahul Sudhakar Kulkarni" userId="a61ff142-3504-478b-bc21-c75d898c2f10" providerId="ADAL" clId="{069E650D-28CB-4110-A298-EF6415CF8767}" dt="2026-08-27T10:44:27.568" v="485" actId="478"/>
          <ac:cxnSpMkLst>
            <pc:docMk/>
            <pc:sldMk cId="3514214206" sldId="269"/>
            <ac:cxnSpMk id="45" creationId="{ABCDF68E-EEE0-5327-267C-4176B5C20B82}"/>
          </ac:cxnSpMkLst>
        </pc:cxnChg>
        <pc:cxnChg chg="del">
          <ac:chgData name="Rahul Sudhakar Kulkarni" userId="a61ff142-3504-478b-bc21-c75d898c2f10" providerId="ADAL" clId="{069E650D-28CB-4110-A298-EF6415CF8767}" dt="2026-08-27T10:44:27.568" v="485" actId="478"/>
          <ac:cxnSpMkLst>
            <pc:docMk/>
            <pc:sldMk cId="3514214206" sldId="269"/>
            <ac:cxnSpMk id="46" creationId="{9FBB9BE1-B777-1579-3480-1982DA746576}"/>
          </ac:cxnSpMkLst>
        </pc:cxnChg>
        <pc:cxnChg chg="del">
          <ac:chgData name="Rahul Sudhakar Kulkarni" userId="a61ff142-3504-478b-bc21-c75d898c2f10" providerId="ADAL" clId="{069E650D-28CB-4110-A298-EF6415CF8767}" dt="2026-08-27T10:44:11.639" v="484" actId="478"/>
          <ac:cxnSpMkLst>
            <pc:docMk/>
            <pc:sldMk cId="3514214206" sldId="269"/>
            <ac:cxnSpMk id="47" creationId="{15A04366-08C6-B96C-F200-6400613E0D1C}"/>
          </ac:cxnSpMkLst>
        </pc:cxnChg>
        <pc:extLst>
          <p:ext xmlns:p="http://schemas.openxmlformats.org/presentationml/2006/main" uri="{D6D511B9-2390-475A-947B-AFAB55BFBCF1}">
            <pc226:cmChg xmlns:pc226="http://schemas.microsoft.com/office/powerpoint/2022/06/main/command" chg="mod">
              <pc226:chgData name="Rahul Sudhakar Kulkarni" userId="a61ff142-3504-478b-bc21-c75d898c2f10" providerId="ADAL" clId="{069E650D-28CB-4110-A298-EF6415CF8767}" dt="2026-08-27T10:43:31.031" v="481" actId="478"/>
              <pc2:cmMkLst xmlns:pc2="http://schemas.microsoft.com/office/powerpoint/2019/9/main/command">
                <pc:docMk/>
                <pc:sldMk cId="3514214206" sldId="269"/>
                <pc2:cmMk id="{F6578345-9520-4A63-B9BB-3840FAA5B324}"/>
              </pc2:cmMkLst>
            </pc226:cmChg>
            <pc226:cmChg xmlns:pc226="http://schemas.microsoft.com/office/powerpoint/2022/06/main/command" chg="mod">
              <pc226:chgData name="Rahul Sudhakar Kulkarni" userId="a61ff142-3504-478b-bc21-c75d898c2f10" providerId="ADAL" clId="{069E650D-28CB-4110-A298-EF6415CF8767}" dt="2026-08-27T10:43:31.031" v="481" actId="478"/>
              <pc2:cmMkLst xmlns:pc2="http://schemas.microsoft.com/office/powerpoint/2019/9/main/command">
                <pc:docMk/>
                <pc:sldMk cId="3514214206" sldId="269"/>
                <pc2:cmMk id="{3CC0D551-04B3-4A3E-B19F-EFD9C0ED5A4E}"/>
              </pc2:cmMkLst>
            </pc226:cmChg>
            <pc226:cmChg xmlns:pc226="http://schemas.microsoft.com/office/powerpoint/2022/06/main/command" chg="mod">
              <pc226:chgData name="Rahul Sudhakar Kulkarni" userId="a61ff142-3504-478b-bc21-c75d898c2f10" providerId="ADAL" clId="{069E650D-28CB-4110-A298-EF6415CF8767}" dt="2026-08-27T10:43:31.031" v="481" actId="478"/>
              <pc2:cmMkLst xmlns:pc2="http://schemas.microsoft.com/office/powerpoint/2019/9/main/command">
                <pc:docMk/>
                <pc:sldMk cId="3514214206" sldId="269"/>
                <pc2:cmMk id="{8BD66BA4-9E4D-4D3B-BB91-8D264B0CF4E4}"/>
              </pc2:cmMkLst>
            </pc226:cmChg>
            <pc226:cmChg xmlns:pc226="http://schemas.microsoft.com/office/powerpoint/2022/06/main/command" chg="mod">
              <pc226:chgData name="Rahul Sudhakar Kulkarni" userId="a61ff142-3504-478b-bc21-c75d898c2f10" providerId="ADAL" clId="{069E650D-28CB-4110-A298-EF6415CF8767}" dt="2026-08-27T10:43:31.031" v="481" actId="478"/>
              <pc2:cmMkLst xmlns:pc2="http://schemas.microsoft.com/office/powerpoint/2019/9/main/command">
                <pc:docMk/>
                <pc:sldMk cId="3514214206" sldId="269"/>
                <pc2:cmMk id="{D25CEDCE-4980-4DD0-A802-49FBB68E48DC}"/>
              </pc2:cmMkLst>
            </pc226:cmChg>
          </p:ext>
        </pc:extLst>
      </pc:sldChg>
      <pc:sldChg chg="addSp modSp new del mod ord setBg">
        <pc:chgData name="Rahul Sudhakar Kulkarni" userId="a61ff142-3504-478b-bc21-c75d898c2f10" providerId="ADAL" clId="{069E650D-28CB-4110-A298-EF6415CF8767}" dt="2026-08-28T03:31:58.332" v="1252" actId="47"/>
        <pc:sldMkLst>
          <pc:docMk/>
          <pc:sldMk cId="3317561708" sldId="270"/>
        </pc:sldMkLst>
      </pc:sldChg>
      <pc:sldChg chg="addSp modSp new del mod ord">
        <pc:chgData name="Rahul Sudhakar Kulkarni" userId="a61ff142-3504-478b-bc21-c75d898c2f10" providerId="ADAL" clId="{069E650D-28CB-4110-A298-EF6415CF8767}" dt="2026-08-28T03:31:58.332" v="1252" actId="47"/>
        <pc:sldMkLst>
          <pc:docMk/>
          <pc:sldMk cId="3840939285" sldId="271"/>
        </pc:sldMkLst>
      </pc:sldChg>
      <pc:sldChg chg="addSp modSp new del mod ord">
        <pc:chgData name="Rahul Sudhakar Kulkarni" userId="a61ff142-3504-478b-bc21-c75d898c2f10" providerId="ADAL" clId="{069E650D-28CB-4110-A298-EF6415CF8767}" dt="2026-08-28T03:31:58.332" v="1252" actId="47"/>
        <pc:sldMkLst>
          <pc:docMk/>
          <pc:sldMk cId="1362415202" sldId="272"/>
        </pc:sldMkLst>
      </pc:sldChg>
      <pc:sldChg chg="addSp modSp new del mod ord">
        <pc:chgData name="Rahul Sudhakar Kulkarni" userId="a61ff142-3504-478b-bc21-c75d898c2f10" providerId="ADAL" clId="{069E650D-28CB-4110-A298-EF6415CF8767}" dt="2026-08-28T03:31:58.332" v="1252" actId="47"/>
        <pc:sldMkLst>
          <pc:docMk/>
          <pc:sldMk cId="3377758583" sldId="273"/>
        </pc:sldMkLst>
      </pc:sldChg>
      <pc:sldChg chg="modSp del mod ord modShow modNotesTx">
        <pc:chgData name="Rahul Sudhakar Kulkarni" userId="a61ff142-3504-478b-bc21-c75d898c2f10" providerId="ADAL" clId="{069E650D-28CB-4110-A298-EF6415CF8767}" dt="2026-08-28T03:31:58.332" v="1252" actId="47"/>
        <pc:sldMkLst>
          <pc:docMk/>
          <pc:sldMk cId="1058389530" sldId="318"/>
        </pc:sldMkLst>
      </pc:sldChg>
      <pc:sldChg chg="addSp modSp new del mod ord modShow modCm modNotesTx">
        <pc:chgData name="Rahul Sudhakar Kulkarni" userId="a61ff142-3504-478b-bc21-c75d898c2f10" providerId="ADAL" clId="{069E650D-28CB-4110-A298-EF6415CF8767}" dt="2026-08-28T03:31:58.332" v="1252" actId="47"/>
        <pc:sldMkLst>
          <pc:docMk/>
          <pc:sldMk cId="1674409413" sldId="319"/>
        </pc:sldMkLst>
        <pc:extLst>
          <p:ext xmlns:p="http://schemas.openxmlformats.org/presentationml/2006/main" uri="{D6D511B9-2390-475A-947B-AFAB55BFBCF1}">
            <pc226:cmChg xmlns:pc226="http://schemas.microsoft.com/office/powerpoint/2022/06/main/command" chg="mod">
              <pc226:chgData name="Rahul Sudhakar Kulkarni" userId="a61ff142-3504-478b-bc21-c75d898c2f10" providerId="ADAL" clId="{069E650D-28CB-4110-A298-EF6415CF8767}" dt="2026-08-26T06:25:23.890" v="343" actId="20577"/>
              <pc2:cmMkLst xmlns:pc2="http://schemas.microsoft.com/office/powerpoint/2019/9/main/command">
                <pc:docMk/>
                <pc:sldMk cId="1674409413" sldId="319"/>
                <pc2:cmMk id="{14D29DDE-00FC-4EEB-B49B-54258F84C5B1}"/>
              </pc2:cmMkLst>
            </pc226:cmChg>
          </p:ext>
        </pc:extLst>
      </pc:sldChg>
      <pc:sldChg chg="add del ord">
        <pc:chgData name="Rahul Sudhakar Kulkarni" userId="a61ff142-3504-478b-bc21-c75d898c2f10" providerId="ADAL" clId="{069E650D-28CB-4110-A298-EF6415CF8767}" dt="2026-08-28T03:31:58.332" v="1252" actId="47"/>
        <pc:sldMkLst>
          <pc:docMk/>
          <pc:sldMk cId="476820291" sldId="320"/>
        </pc:sldMkLst>
      </pc:sldChg>
      <pc:sldChg chg="add del ord">
        <pc:chgData name="Rahul Sudhakar Kulkarni" userId="a61ff142-3504-478b-bc21-c75d898c2f10" providerId="ADAL" clId="{069E650D-28CB-4110-A298-EF6415CF8767}" dt="2026-08-28T03:31:58.332" v="1252" actId="47"/>
        <pc:sldMkLst>
          <pc:docMk/>
          <pc:sldMk cId="633551053" sldId="321"/>
        </pc:sldMkLst>
      </pc:sldChg>
      <pc:sldChg chg="add del ord">
        <pc:chgData name="Rahul Sudhakar Kulkarni" userId="a61ff142-3504-478b-bc21-c75d898c2f10" providerId="ADAL" clId="{069E650D-28CB-4110-A298-EF6415CF8767}" dt="2026-08-28T03:31:58.332" v="1252" actId="47"/>
        <pc:sldMkLst>
          <pc:docMk/>
          <pc:sldMk cId="3026804364" sldId="322"/>
        </pc:sldMkLst>
      </pc:sldChg>
      <pc:sldChg chg="add del ord">
        <pc:chgData name="Rahul Sudhakar Kulkarni" userId="a61ff142-3504-478b-bc21-c75d898c2f10" providerId="ADAL" clId="{069E650D-28CB-4110-A298-EF6415CF8767}" dt="2026-08-28T03:31:58.332" v="1252" actId="47"/>
        <pc:sldMkLst>
          <pc:docMk/>
          <pc:sldMk cId="2111397489" sldId="324"/>
        </pc:sldMkLst>
      </pc:sldChg>
      <pc:sldChg chg="add del ord">
        <pc:chgData name="Rahul Sudhakar Kulkarni" userId="a61ff142-3504-478b-bc21-c75d898c2f10" providerId="ADAL" clId="{069E650D-28CB-4110-A298-EF6415CF8767}" dt="2026-08-28T03:31:58.332" v="1252" actId="47"/>
        <pc:sldMkLst>
          <pc:docMk/>
          <pc:sldMk cId="2030829382" sldId="325"/>
        </pc:sldMkLst>
      </pc:sldChg>
      <pc:sldChg chg="add del ord">
        <pc:chgData name="Rahul Sudhakar Kulkarni" userId="a61ff142-3504-478b-bc21-c75d898c2f10" providerId="ADAL" clId="{069E650D-28CB-4110-A298-EF6415CF8767}" dt="2026-08-28T03:31:58.332" v="1252" actId="47"/>
        <pc:sldMkLst>
          <pc:docMk/>
          <pc:sldMk cId="1979606375" sldId="326"/>
        </pc:sldMkLst>
      </pc:sldChg>
      <pc:sldChg chg="add del ord">
        <pc:chgData name="Rahul Sudhakar Kulkarni" userId="a61ff142-3504-478b-bc21-c75d898c2f10" providerId="ADAL" clId="{069E650D-28CB-4110-A298-EF6415CF8767}" dt="2026-08-28T03:31:58.332" v="1252" actId="47"/>
        <pc:sldMkLst>
          <pc:docMk/>
          <pc:sldMk cId="4027156183" sldId="327"/>
        </pc:sldMkLst>
      </pc:sldChg>
      <pc:sldChg chg="addSp delSp modSp new mod">
        <pc:chgData name="Rahul Sudhakar Kulkarni" userId="a61ff142-3504-478b-bc21-c75d898c2f10" providerId="ADAL" clId="{069E650D-28CB-4110-A298-EF6415CF8767}" dt="2026-08-27T11:15:47.392" v="807" actId="1076"/>
        <pc:sldMkLst>
          <pc:docMk/>
          <pc:sldMk cId="378159588" sldId="330"/>
        </pc:sldMkLst>
        <pc:spChg chg="del">
          <ac:chgData name="Rahul Sudhakar Kulkarni" userId="a61ff142-3504-478b-bc21-c75d898c2f10" providerId="ADAL" clId="{069E650D-28CB-4110-A298-EF6415CF8767}" dt="2026-08-27T11:09:35.364" v="768" actId="478"/>
          <ac:spMkLst>
            <pc:docMk/>
            <pc:sldMk cId="378159588" sldId="330"/>
            <ac:spMk id="10" creationId="{94F542FF-8971-43B1-8180-72F3C87813DF}"/>
          </ac:spMkLst>
        </pc:spChg>
        <pc:spChg chg="del">
          <ac:chgData name="Rahul Sudhakar Kulkarni" userId="a61ff142-3504-478b-bc21-c75d898c2f10" providerId="ADAL" clId="{069E650D-28CB-4110-A298-EF6415CF8767}" dt="2026-08-27T11:07:02.781" v="759" actId="478"/>
          <ac:spMkLst>
            <pc:docMk/>
            <pc:sldMk cId="378159588" sldId="330"/>
            <ac:spMk id="13" creationId="{E377DFF1-0E29-E037-C052-3D71E18034E2}"/>
          </ac:spMkLst>
        </pc:spChg>
        <pc:spChg chg="del">
          <ac:chgData name="Rahul Sudhakar Kulkarni" userId="a61ff142-3504-478b-bc21-c75d898c2f10" providerId="ADAL" clId="{069E650D-28CB-4110-A298-EF6415CF8767}" dt="2026-08-27T11:07:02.781" v="759" actId="478"/>
          <ac:spMkLst>
            <pc:docMk/>
            <pc:sldMk cId="378159588" sldId="330"/>
            <ac:spMk id="18" creationId="{ECA4DD1E-89E1-245D-2136-8132BF7F6E0D}"/>
          </ac:spMkLst>
        </pc:spChg>
        <pc:spChg chg="del">
          <ac:chgData name="Rahul Sudhakar Kulkarni" userId="a61ff142-3504-478b-bc21-c75d898c2f10" providerId="ADAL" clId="{069E650D-28CB-4110-A298-EF6415CF8767}" dt="2026-08-27T11:07:02.781" v="759" actId="478"/>
          <ac:spMkLst>
            <pc:docMk/>
            <pc:sldMk cId="378159588" sldId="330"/>
            <ac:spMk id="19" creationId="{2A8AF902-6083-1317-98BE-053E6B7B7B43}"/>
          </ac:spMkLst>
        </pc:spChg>
        <pc:spChg chg="del">
          <ac:chgData name="Rahul Sudhakar Kulkarni" userId="a61ff142-3504-478b-bc21-c75d898c2f10" providerId="ADAL" clId="{069E650D-28CB-4110-A298-EF6415CF8767}" dt="2026-08-27T11:07:02.781" v="759" actId="478"/>
          <ac:spMkLst>
            <pc:docMk/>
            <pc:sldMk cId="378159588" sldId="330"/>
            <ac:spMk id="20" creationId="{AE71AB22-69CC-DEEC-7394-40C5A58558BE}"/>
          </ac:spMkLst>
        </pc:spChg>
        <pc:spChg chg="del">
          <ac:chgData name="Rahul Sudhakar Kulkarni" userId="a61ff142-3504-478b-bc21-c75d898c2f10" providerId="ADAL" clId="{069E650D-28CB-4110-A298-EF6415CF8767}" dt="2026-08-27T11:07:10.877" v="760" actId="478"/>
          <ac:spMkLst>
            <pc:docMk/>
            <pc:sldMk cId="378159588" sldId="330"/>
            <ac:spMk id="22" creationId="{1935903D-773F-D854-CF17-5385A3525DEB}"/>
          </ac:spMkLst>
        </pc:spChg>
        <pc:spChg chg="del">
          <ac:chgData name="Rahul Sudhakar Kulkarni" userId="a61ff142-3504-478b-bc21-c75d898c2f10" providerId="ADAL" clId="{069E650D-28CB-4110-A298-EF6415CF8767}" dt="2026-08-27T11:07:02.781" v="759" actId="478"/>
          <ac:spMkLst>
            <pc:docMk/>
            <pc:sldMk cId="378159588" sldId="330"/>
            <ac:spMk id="23" creationId="{5BF0A0BE-4C77-9EBB-D2D1-BB758E0C80B8}"/>
          </ac:spMkLst>
        </pc:spChg>
        <pc:spChg chg="del">
          <ac:chgData name="Rahul Sudhakar Kulkarni" userId="a61ff142-3504-478b-bc21-c75d898c2f10" providerId="ADAL" clId="{069E650D-28CB-4110-A298-EF6415CF8767}" dt="2026-08-27T11:07:10.877" v="760" actId="478"/>
          <ac:spMkLst>
            <pc:docMk/>
            <pc:sldMk cId="378159588" sldId="330"/>
            <ac:spMk id="24" creationId="{FDDD97C9-BC13-3CD1-4BF8-6FE991F90BC7}"/>
          </ac:spMkLst>
        </pc:spChg>
        <pc:spChg chg="del">
          <ac:chgData name="Rahul Sudhakar Kulkarni" userId="a61ff142-3504-478b-bc21-c75d898c2f10" providerId="ADAL" clId="{069E650D-28CB-4110-A298-EF6415CF8767}" dt="2026-08-27T11:07:02.781" v="759" actId="478"/>
          <ac:spMkLst>
            <pc:docMk/>
            <pc:sldMk cId="378159588" sldId="330"/>
            <ac:spMk id="26" creationId="{A790291E-F726-C0F8-2414-4955EA21BC4A}"/>
          </ac:spMkLst>
        </pc:spChg>
        <pc:spChg chg="del">
          <ac:chgData name="Rahul Sudhakar Kulkarni" userId="a61ff142-3504-478b-bc21-c75d898c2f10" providerId="ADAL" clId="{069E650D-28CB-4110-A298-EF6415CF8767}" dt="2026-08-27T11:07:10.877" v="760" actId="478"/>
          <ac:spMkLst>
            <pc:docMk/>
            <pc:sldMk cId="378159588" sldId="330"/>
            <ac:spMk id="27" creationId="{0A18D1F7-D650-C2F3-B58F-EADC16F23099}"/>
          </ac:spMkLst>
        </pc:spChg>
        <pc:spChg chg="del">
          <ac:chgData name="Rahul Sudhakar Kulkarni" userId="a61ff142-3504-478b-bc21-c75d898c2f10" providerId="ADAL" clId="{069E650D-28CB-4110-A298-EF6415CF8767}" dt="2026-08-27T11:07:10.877" v="760" actId="478"/>
          <ac:spMkLst>
            <pc:docMk/>
            <pc:sldMk cId="378159588" sldId="330"/>
            <ac:spMk id="28" creationId="{A1751A60-AF20-783F-126A-5AB57975C17A}"/>
          </ac:spMkLst>
        </pc:spChg>
        <pc:spChg chg="del">
          <ac:chgData name="Rahul Sudhakar Kulkarni" userId="a61ff142-3504-478b-bc21-c75d898c2f10" providerId="ADAL" clId="{069E650D-28CB-4110-A298-EF6415CF8767}" dt="2026-08-27T11:07:02.781" v="759" actId="478"/>
          <ac:spMkLst>
            <pc:docMk/>
            <pc:sldMk cId="378159588" sldId="330"/>
            <ac:spMk id="29" creationId="{1D61EF9C-7A16-5EF3-2813-3B52EB5B9C19}"/>
          </ac:spMkLst>
        </pc:spChg>
        <pc:spChg chg="del">
          <ac:chgData name="Rahul Sudhakar Kulkarni" userId="a61ff142-3504-478b-bc21-c75d898c2f10" providerId="ADAL" clId="{069E650D-28CB-4110-A298-EF6415CF8767}" dt="2026-08-27T11:07:10.877" v="760" actId="478"/>
          <ac:spMkLst>
            <pc:docMk/>
            <pc:sldMk cId="378159588" sldId="330"/>
            <ac:spMk id="30" creationId="{81AA31B9-603A-6FF3-C35F-AA92D70D71EC}"/>
          </ac:spMkLst>
        </pc:spChg>
        <pc:spChg chg="del">
          <ac:chgData name="Rahul Sudhakar Kulkarni" userId="a61ff142-3504-478b-bc21-c75d898c2f10" providerId="ADAL" clId="{069E650D-28CB-4110-A298-EF6415CF8767}" dt="2026-08-27T11:07:22.232" v="761" actId="478"/>
          <ac:spMkLst>
            <pc:docMk/>
            <pc:sldMk cId="378159588" sldId="330"/>
            <ac:spMk id="32" creationId="{6EE02A3C-0804-1EEF-EF35-F5181EF8DBF8}"/>
          </ac:spMkLst>
        </pc:spChg>
        <pc:spChg chg="del">
          <ac:chgData name="Rahul Sudhakar Kulkarni" userId="a61ff142-3504-478b-bc21-c75d898c2f10" providerId="ADAL" clId="{069E650D-28CB-4110-A298-EF6415CF8767}" dt="2026-08-27T11:07:22.232" v="761" actId="478"/>
          <ac:spMkLst>
            <pc:docMk/>
            <pc:sldMk cId="378159588" sldId="330"/>
            <ac:spMk id="33" creationId="{151EAE86-24B8-829A-0126-8C63BC78F74A}"/>
          </ac:spMkLst>
        </pc:spChg>
        <pc:spChg chg="del">
          <ac:chgData name="Rahul Sudhakar Kulkarni" userId="a61ff142-3504-478b-bc21-c75d898c2f10" providerId="ADAL" clId="{069E650D-28CB-4110-A298-EF6415CF8767}" dt="2026-08-27T11:07:22.232" v="761" actId="478"/>
          <ac:spMkLst>
            <pc:docMk/>
            <pc:sldMk cId="378159588" sldId="330"/>
            <ac:spMk id="34" creationId="{69DF410B-7BD9-0148-A6D4-BB622634BAAD}"/>
          </ac:spMkLst>
        </pc:spChg>
        <pc:spChg chg="del">
          <ac:chgData name="Rahul Sudhakar Kulkarni" userId="a61ff142-3504-478b-bc21-c75d898c2f10" providerId="ADAL" clId="{069E650D-28CB-4110-A298-EF6415CF8767}" dt="2026-08-27T11:07:10.877" v="760" actId="478"/>
          <ac:spMkLst>
            <pc:docMk/>
            <pc:sldMk cId="378159588" sldId="330"/>
            <ac:spMk id="35" creationId="{13F7DB63-FC00-CCB4-094B-1D19075C204D}"/>
          </ac:spMkLst>
        </pc:spChg>
        <pc:spChg chg="mod">
          <ac:chgData name="Rahul Sudhakar Kulkarni" userId="a61ff142-3504-478b-bc21-c75d898c2f10" providerId="ADAL" clId="{069E650D-28CB-4110-A298-EF6415CF8767}" dt="2026-08-27T11:07:40.037" v="764" actId="1076"/>
          <ac:spMkLst>
            <pc:docMk/>
            <pc:sldMk cId="378159588" sldId="330"/>
            <ac:spMk id="54" creationId="{42DB0C58-DD2B-5DC4-0185-9AC7BAC7A842}"/>
          </ac:spMkLst>
        </pc:spChg>
        <pc:spChg chg="mod">
          <ac:chgData name="Rahul Sudhakar Kulkarni" userId="a61ff142-3504-478b-bc21-c75d898c2f10" providerId="ADAL" clId="{069E650D-28CB-4110-A298-EF6415CF8767}" dt="2026-08-27T11:11:34.498" v="771" actId="1076"/>
          <ac:spMkLst>
            <pc:docMk/>
            <pc:sldMk cId="378159588" sldId="330"/>
            <ac:spMk id="55" creationId="{AC15655C-FEAA-5449-70A1-F05EBA8F0218}"/>
          </ac:spMkLst>
        </pc:spChg>
        <pc:spChg chg="mod">
          <ac:chgData name="Rahul Sudhakar Kulkarni" userId="a61ff142-3504-478b-bc21-c75d898c2f10" providerId="ADAL" clId="{069E650D-28CB-4110-A298-EF6415CF8767}" dt="2026-08-27T11:12:23.626" v="779" actId="2711"/>
          <ac:spMkLst>
            <pc:docMk/>
            <pc:sldMk cId="378159588" sldId="330"/>
            <ac:spMk id="56" creationId="{9EA008F5-1F64-6168-C7D0-76C87DCC2495}"/>
          </ac:spMkLst>
        </pc:spChg>
        <pc:spChg chg="mod">
          <ac:chgData name="Rahul Sudhakar Kulkarni" userId="a61ff142-3504-478b-bc21-c75d898c2f10" providerId="ADAL" clId="{069E650D-28CB-4110-A298-EF6415CF8767}" dt="2026-08-27T11:13:01.146" v="783" actId="2711"/>
          <ac:spMkLst>
            <pc:docMk/>
            <pc:sldMk cId="378159588" sldId="330"/>
            <ac:spMk id="57" creationId="{02102D02-F080-2533-0589-BC90C863B988}"/>
          </ac:spMkLst>
        </pc:spChg>
        <pc:spChg chg="mod">
          <ac:chgData name="Rahul Sudhakar Kulkarni" userId="a61ff142-3504-478b-bc21-c75d898c2f10" providerId="ADAL" clId="{069E650D-28CB-4110-A298-EF6415CF8767}" dt="2026-08-27T11:13:37.818" v="788" actId="2711"/>
          <ac:spMkLst>
            <pc:docMk/>
            <pc:sldMk cId="378159588" sldId="330"/>
            <ac:spMk id="58" creationId="{DFA0B0DE-A25B-B1DC-3300-EFBB06C419BC}"/>
          </ac:spMkLst>
        </pc:spChg>
        <pc:spChg chg="mod">
          <ac:chgData name="Rahul Sudhakar Kulkarni" userId="a61ff142-3504-478b-bc21-c75d898c2f10" providerId="ADAL" clId="{069E650D-28CB-4110-A298-EF6415CF8767}" dt="2026-08-27T11:14:43.822" v="799"/>
          <ac:spMkLst>
            <pc:docMk/>
            <pc:sldMk cId="378159588" sldId="330"/>
            <ac:spMk id="59" creationId="{4CF640EE-71A4-9240-06B2-78B63EDEFE8F}"/>
          </ac:spMkLst>
        </pc:spChg>
        <pc:spChg chg="mod">
          <ac:chgData name="Rahul Sudhakar Kulkarni" userId="a61ff142-3504-478b-bc21-c75d898c2f10" providerId="ADAL" clId="{069E650D-28CB-4110-A298-EF6415CF8767}" dt="2026-08-27T11:15:06.676" v="802" actId="1076"/>
          <ac:spMkLst>
            <pc:docMk/>
            <pc:sldMk cId="378159588" sldId="330"/>
            <ac:spMk id="60" creationId="{27DAEEB1-DE0C-3A7B-A652-C95B8C80BBC0}"/>
          </ac:spMkLst>
        </pc:spChg>
        <pc:spChg chg="mod">
          <ac:chgData name="Rahul Sudhakar Kulkarni" userId="a61ff142-3504-478b-bc21-c75d898c2f10" providerId="ADAL" clId="{069E650D-28CB-4110-A298-EF6415CF8767}" dt="2026-08-27T11:11:50.566" v="775" actId="14100"/>
          <ac:spMkLst>
            <pc:docMk/>
            <pc:sldMk cId="378159588" sldId="330"/>
            <ac:spMk id="62" creationId="{2EC29599-7A3D-5E41-FCBE-925C19D81FE7}"/>
          </ac:spMkLst>
        </pc:spChg>
        <pc:spChg chg="mod">
          <ac:chgData name="Rahul Sudhakar Kulkarni" userId="a61ff142-3504-478b-bc21-c75d898c2f10" providerId="ADAL" clId="{069E650D-28CB-4110-A298-EF6415CF8767}" dt="2026-08-27T11:12:33.736" v="780" actId="14100"/>
          <ac:spMkLst>
            <pc:docMk/>
            <pc:sldMk cId="378159588" sldId="330"/>
            <ac:spMk id="63" creationId="{97FF5370-89A3-EEF6-4F54-6AE398B9E588}"/>
          </ac:spMkLst>
        </pc:spChg>
        <pc:spChg chg="mod">
          <ac:chgData name="Rahul Sudhakar Kulkarni" userId="a61ff142-3504-478b-bc21-c75d898c2f10" providerId="ADAL" clId="{069E650D-28CB-4110-A298-EF6415CF8767}" dt="2026-08-27T11:13:14.589" v="785" actId="14100"/>
          <ac:spMkLst>
            <pc:docMk/>
            <pc:sldMk cId="378159588" sldId="330"/>
            <ac:spMk id="64" creationId="{4CDF6D88-4372-E850-CF2E-AC89A706977B}"/>
          </ac:spMkLst>
        </pc:spChg>
        <pc:spChg chg="mod">
          <ac:chgData name="Rahul Sudhakar Kulkarni" userId="a61ff142-3504-478b-bc21-c75d898c2f10" providerId="ADAL" clId="{069E650D-28CB-4110-A298-EF6415CF8767}" dt="2026-08-27T11:13:51.775" v="790" actId="14100"/>
          <ac:spMkLst>
            <pc:docMk/>
            <pc:sldMk cId="378159588" sldId="330"/>
            <ac:spMk id="65" creationId="{F00DDA7A-362E-10C4-D694-0D8E39EFC36C}"/>
          </ac:spMkLst>
        </pc:spChg>
        <pc:spChg chg="mod">
          <ac:chgData name="Rahul Sudhakar Kulkarni" userId="a61ff142-3504-478b-bc21-c75d898c2f10" providerId="ADAL" clId="{069E650D-28CB-4110-A298-EF6415CF8767}" dt="2026-08-27T11:14:29.456" v="797" actId="14100"/>
          <ac:spMkLst>
            <pc:docMk/>
            <pc:sldMk cId="378159588" sldId="330"/>
            <ac:spMk id="66" creationId="{32ED1FF7-5C72-671A-5F15-AB1FC3F683BD}"/>
          </ac:spMkLst>
        </pc:spChg>
        <pc:spChg chg="mod">
          <ac:chgData name="Rahul Sudhakar Kulkarni" userId="a61ff142-3504-478b-bc21-c75d898c2f10" providerId="ADAL" clId="{069E650D-28CB-4110-A298-EF6415CF8767}" dt="2026-08-27T11:15:11.796" v="803" actId="14100"/>
          <ac:spMkLst>
            <pc:docMk/>
            <pc:sldMk cId="378159588" sldId="330"/>
            <ac:spMk id="67" creationId="{D8711DD7-5236-0871-9D50-00F7B517C0B1}"/>
          </ac:spMkLst>
        </pc:spChg>
        <pc:spChg chg="mod">
          <ac:chgData name="Rahul Sudhakar Kulkarni" userId="a61ff142-3504-478b-bc21-c75d898c2f10" providerId="ADAL" clId="{069E650D-28CB-4110-A298-EF6415CF8767}" dt="2026-08-27T11:14:43.822" v="799"/>
          <ac:spMkLst>
            <pc:docMk/>
            <pc:sldMk cId="378159588" sldId="330"/>
            <ac:spMk id="68" creationId="{5DCBD938-35C9-7507-43FD-C9B3B14D8212}"/>
          </ac:spMkLst>
        </pc:spChg>
        <pc:spChg chg="mod">
          <ac:chgData name="Rahul Sudhakar Kulkarni" userId="a61ff142-3504-478b-bc21-c75d898c2f10" providerId="ADAL" clId="{069E650D-28CB-4110-A298-EF6415CF8767}" dt="2026-08-27T11:14:43.822" v="799"/>
          <ac:spMkLst>
            <pc:docMk/>
            <pc:sldMk cId="378159588" sldId="330"/>
            <ac:spMk id="69" creationId="{BE8880E9-4C07-671B-D5CB-4D05AEB54FB6}"/>
          </ac:spMkLst>
        </pc:spChg>
        <pc:spChg chg="mod">
          <ac:chgData name="Rahul Sudhakar Kulkarni" userId="a61ff142-3504-478b-bc21-c75d898c2f10" providerId="ADAL" clId="{069E650D-28CB-4110-A298-EF6415CF8767}" dt="2026-08-27T11:13:22.580" v="786" actId="1076"/>
          <ac:spMkLst>
            <pc:docMk/>
            <pc:sldMk cId="378159588" sldId="330"/>
            <ac:spMk id="70" creationId="{950BB110-2E0D-4A6A-32A5-2DB05A3EE94E}"/>
          </ac:spMkLst>
        </pc:spChg>
        <pc:spChg chg="mod">
          <ac:chgData name="Rahul Sudhakar Kulkarni" userId="a61ff142-3504-478b-bc21-c75d898c2f10" providerId="ADAL" clId="{069E650D-28CB-4110-A298-EF6415CF8767}" dt="2026-08-27T11:14:43.822" v="799"/>
          <ac:spMkLst>
            <pc:docMk/>
            <pc:sldMk cId="378159588" sldId="330"/>
            <ac:spMk id="73" creationId="{8E5F49C7-07BF-53E8-C898-7130CE63D76A}"/>
          </ac:spMkLst>
        </pc:spChg>
        <pc:spChg chg="mod">
          <ac:chgData name="Rahul Sudhakar Kulkarni" userId="a61ff142-3504-478b-bc21-c75d898c2f10" providerId="ADAL" clId="{069E650D-28CB-4110-A298-EF6415CF8767}" dt="2026-08-27T11:14:43.822" v="799"/>
          <ac:spMkLst>
            <pc:docMk/>
            <pc:sldMk cId="378159588" sldId="330"/>
            <ac:spMk id="77" creationId="{19B525F4-BE2A-DAC7-4DE1-6F5C3FA36434}"/>
          </ac:spMkLst>
        </pc:spChg>
        <pc:spChg chg="mod">
          <ac:chgData name="Rahul Sudhakar Kulkarni" userId="a61ff142-3504-478b-bc21-c75d898c2f10" providerId="ADAL" clId="{069E650D-28CB-4110-A298-EF6415CF8767}" dt="2026-08-27T11:14:49.650" v="800" actId="2711"/>
          <ac:spMkLst>
            <pc:docMk/>
            <pc:sldMk cId="378159588" sldId="330"/>
            <ac:spMk id="78" creationId="{6BE75F58-6672-7896-BFE2-4DBF061FF439}"/>
          </ac:spMkLst>
        </pc:spChg>
        <pc:spChg chg="mod">
          <ac:chgData name="Rahul Sudhakar Kulkarni" userId="a61ff142-3504-478b-bc21-c75d898c2f10" providerId="ADAL" clId="{069E650D-28CB-4110-A298-EF6415CF8767}" dt="2026-08-27T11:11:55.936" v="776" actId="1076"/>
          <ac:spMkLst>
            <pc:docMk/>
            <pc:sldMk cId="378159588" sldId="330"/>
            <ac:spMk id="81" creationId="{ED439F17-1A24-321E-532D-AD9B221842EC}"/>
          </ac:spMkLst>
        </pc:spChg>
        <pc:spChg chg="mod">
          <ac:chgData name="Rahul Sudhakar Kulkarni" userId="a61ff142-3504-478b-bc21-c75d898c2f10" providerId="ADAL" clId="{069E650D-28CB-4110-A298-EF6415CF8767}" dt="2026-08-27T11:12:40.807" v="781" actId="1076"/>
          <ac:spMkLst>
            <pc:docMk/>
            <pc:sldMk cId="378159588" sldId="330"/>
            <ac:spMk id="82" creationId="{6CABAC0E-85D0-A4A8-2F95-98BC6EE7FF38}"/>
          </ac:spMkLst>
        </pc:spChg>
        <pc:spChg chg="mod">
          <ac:chgData name="Rahul Sudhakar Kulkarni" userId="a61ff142-3504-478b-bc21-c75d898c2f10" providerId="ADAL" clId="{069E650D-28CB-4110-A298-EF6415CF8767}" dt="2026-08-27T11:14:43.822" v="799"/>
          <ac:spMkLst>
            <pc:docMk/>
            <pc:sldMk cId="378159588" sldId="330"/>
            <ac:spMk id="83" creationId="{73B6657D-E86D-3BAD-E4EA-97BC54D3CD84}"/>
          </ac:spMkLst>
        </pc:spChg>
        <pc:spChg chg="mod">
          <ac:chgData name="Rahul Sudhakar Kulkarni" userId="a61ff142-3504-478b-bc21-c75d898c2f10" providerId="ADAL" clId="{069E650D-28CB-4110-A298-EF6415CF8767}" dt="2026-08-27T11:14:43.822" v="799"/>
          <ac:spMkLst>
            <pc:docMk/>
            <pc:sldMk cId="378159588" sldId="330"/>
            <ac:spMk id="84" creationId="{51899DCC-FEB3-7731-BCBC-0CC136D58862}"/>
          </ac:spMkLst>
        </pc:spChg>
        <pc:spChg chg="mod">
          <ac:chgData name="Rahul Sudhakar Kulkarni" userId="a61ff142-3504-478b-bc21-c75d898c2f10" providerId="ADAL" clId="{069E650D-28CB-4110-A298-EF6415CF8767}" dt="2026-08-27T11:14:25.689" v="796" actId="1076"/>
          <ac:spMkLst>
            <pc:docMk/>
            <pc:sldMk cId="378159588" sldId="330"/>
            <ac:spMk id="85" creationId="{1D877A92-DABF-1BEF-AD3E-52F135776536}"/>
          </ac:spMkLst>
        </pc:spChg>
        <pc:spChg chg="mod">
          <ac:chgData name="Rahul Sudhakar Kulkarni" userId="a61ff142-3504-478b-bc21-c75d898c2f10" providerId="ADAL" clId="{069E650D-28CB-4110-A298-EF6415CF8767}" dt="2026-08-27T11:15:06.676" v="802" actId="1076"/>
          <ac:spMkLst>
            <pc:docMk/>
            <pc:sldMk cId="378159588" sldId="330"/>
            <ac:spMk id="86" creationId="{741A5BE7-9813-3137-DEB3-4AA2CB3603C5}"/>
          </ac:spMkLst>
        </pc:spChg>
        <pc:spChg chg="mod">
          <ac:chgData name="Rahul Sudhakar Kulkarni" userId="a61ff142-3504-478b-bc21-c75d898c2f10" providerId="ADAL" clId="{069E650D-28CB-4110-A298-EF6415CF8767}" dt="2026-08-27T11:14:43.822" v="799"/>
          <ac:spMkLst>
            <pc:docMk/>
            <pc:sldMk cId="378159588" sldId="330"/>
            <ac:spMk id="134" creationId="{76705BC5-E14E-7385-6ED4-1993E6ABE3C7}"/>
          </ac:spMkLst>
        </pc:spChg>
        <pc:spChg chg="mod">
          <ac:chgData name="Rahul Sudhakar Kulkarni" userId="a61ff142-3504-478b-bc21-c75d898c2f10" providerId="ADAL" clId="{069E650D-28CB-4110-A298-EF6415CF8767}" dt="2026-08-27T11:14:43.822" v="799"/>
          <ac:spMkLst>
            <pc:docMk/>
            <pc:sldMk cId="378159588" sldId="330"/>
            <ac:spMk id="136" creationId="{4CC36128-291A-C99F-A6D7-7AC61FC14B02}"/>
          </ac:spMkLst>
        </pc:spChg>
        <pc:spChg chg="mod">
          <ac:chgData name="Rahul Sudhakar Kulkarni" userId="a61ff142-3504-478b-bc21-c75d898c2f10" providerId="ADAL" clId="{069E650D-28CB-4110-A298-EF6415CF8767}" dt="2026-08-27T11:15:16.047" v="804" actId="14100"/>
          <ac:spMkLst>
            <pc:docMk/>
            <pc:sldMk cId="378159588" sldId="330"/>
            <ac:spMk id="139" creationId="{3B6E2038-8BE5-1240-44EA-4BFDDE8333D0}"/>
          </ac:spMkLst>
        </pc:spChg>
        <pc:grpChg chg="mod topLvl">
          <ac:chgData name="Rahul Sudhakar Kulkarni" userId="a61ff142-3504-478b-bc21-c75d898c2f10" providerId="ADAL" clId="{069E650D-28CB-4110-A298-EF6415CF8767}" dt="2026-08-27T11:07:32.481" v="763" actId="1076"/>
          <ac:grpSpMkLst>
            <pc:docMk/>
            <pc:sldMk cId="378159588" sldId="330"/>
            <ac:grpSpMk id="17" creationId="{ADB0CEF6-67E1-EC9A-16AA-0078D1B535CD}"/>
          </ac:grpSpMkLst>
        </pc:grpChg>
        <pc:grpChg chg="del">
          <ac:chgData name="Rahul Sudhakar Kulkarni" userId="a61ff142-3504-478b-bc21-c75d898c2f10" providerId="ADAL" clId="{069E650D-28CB-4110-A298-EF6415CF8767}" dt="2026-08-27T11:07:28.198" v="762" actId="478"/>
          <ac:grpSpMkLst>
            <pc:docMk/>
            <pc:sldMk cId="378159588" sldId="330"/>
            <ac:grpSpMk id="51" creationId="{250DB051-BA0E-7832-73F0-AFF067F06034}"/>
          </ac:grpSpMkLst>
        </pc:grpChg>
        <pc:grpChg chg="del">
          <ac:chgData name="Rahul Sudhakar Kulkarni" userId="a61ff142-3504-478b-bc21-c75d898c2f10" providerId="ADAL" clId="{069E650D-28CB-4110-A298-EF6415CF8767}" dt="2026-08-27T11:07:28.198" v="762" actId="478"/>
          <ac:grpSpMkLst>
            <pc:docMk/>
            <pc:sldMk cId="378159588" sldId="330"/>
            <ac:grpSpMk id="52" creationId="{90BC5A8F-005F-44AD-4A50-3146E9680E74}"/>
          </ac:grpSpMkLst>
        </pc:grpChg>
        <pc:grpChg chg="mod">
          <ac:chgData name="Rahul Sudhakar Kulkarni" userId="a61ff142-3504-478b-bc21-c75d898c2f10" providerId="ADAL" clId="{069E650D-28CB-4110-A298-EF6415CF8767}" dt="2026-08-27T11:15:27.238" v="805" actId="1076"/>
          <ac:grpSpMkLst>
            <pc:docMk/>
            <pc:sldMk cId="378159588" sldId="330"/>
            <ac:grpSpMk id="130" creationId="{8CC672AD-D713-FFB9-E660-ADD0E0EFF600}"/>
          </ac:grpSpMkLst>
        </pc:grpChg>
        <pc:grpChg chg="mod">
          <ac:chgData name="Rahul Sudhakar Kulkarni" userId="a61ff142-3504-478b-bc21-c75d898c2f10" providerId="ADAL" clId="{069E650D-28CB-4110-A298-EF6415CF8767}" dt="2026-08-27T11:15:27.238" v="805" actId="1076"/>
          <ac:grpSpMkLst>
            <pc:docMk/>
            <pc:sldMk cId="378159588" sldId="330"/>
            <ac:grpSpMk id="131" creationId="{059FDE54-B458-F9A7-E1FE-37DB79792A28}"/>
          </ac:grpSpMkLst>
        </pc:grpChg>
        <pc:grpChg chg="del">
          <ac:chgData name="Rahul Sudhakar Kulkarni" userId="a61ff142-3504-478b-bc21-c75d898c2f10" providerId="ADAL" clId="{069E650D-28CB-4110-A298-EF6415CF8767}" dt="2026-08-27T11:08:10.807" v="765" actId="478"/>
          <ac:grpSpMkLst>
            <pc:docMk/>
            <pc:sldMk cId="378159588" sldId="330"/>
            <ac:grpSpMk id="132" creationId="{4D4F107C-66A6-E453-9C66-C309B885F4CC}"/>
          </ac:grpSpMkLst>
        </pc:grpChg>
        <pc:grpChg chg="mod">
          <ac:chgData name="Rahul Sudhakar Kulkarni" userId="a61ff142-3504-478b-bc21-c75d898c2f10" providerId="ADAL" clId="{069E650D-28CB-4110-A298-EF6415CF8767}" dt="2026-08-27T11:07:40.037" v="764" actId="1076"/>
          <ac:grpSpMkLst>
            <pc:docMk/>
            <pc:sldMk cId="378159588" sldId="330"/>
            <ac:grpSpMk id="140" creationId="{3E91C1FC-3B42-412A-AD2C-CB7BE149DE08}"/>
          </ac:grpSpMkLst>
        </pc:grpChg>
        <pc:grpChg chg="mod">
          <ac:chgData name="Rahul Sudhakar Kulkarni" userId="a61ff142-3504-478b-bc21-c75d898c2f10" providerId="ADAL" clId="{069E650D-28CB-4110-A298-EF6415CF8767}" dt="2026-08-27T11:15:47.392" v="807" actId="1076"/>
          <ac:grpSpMkLst>
            <pc:docMk/>
            <pc:sldMk cId="378159588" sldId="330"/>
            <ac:grpSpMk id="148" creationId="{F598E703-75D3-72C0-B509-BDA64FB87196}"/>
          </ac:grpSpMkLst>
        </pc:grpChg>
        <pc:grpChg chg="mod">
          <ac:chgData name="Rahul Sudhakar Kulkarni" userId="a61ff142-3504-478b-bc21-c75d898c2f10" providerId="ADAL" clId="{069E650D-28CB-4110-A298-EF6415CF8767}" dt="2026-08-27T11:15:33.881" v="806" actId="1076"/>
          <ac:grpSpMkLst>
            <pc:docMk/>
            <pc:sldMk cId="378159588" sldId="330"/>
            <ac:grpSpMk id="157" creationId="{0F90A2A0-599B-8727-89EF-544FCFE678B3}"/>
          </ac:grpSpMkLst>
        </pc:grpChg>
        <pc:cxnChg chg="del mod">
          <ac:chgData name="Rahul Sudhakar Kulkarni" userId="a61ff142-3504-478b-bc21-c75d898c2f10" providerId="ADAL" clId="{069E650D-28CB-4110-A298-EF6415CF8767}" dt="2026-08-27T11:07:28.198" v="762" actId="478"/>
          <ac:cxnSpMkLst>
            <pc:docMk/>
            <pc:sldMk cId="378159588" sldId="330"/>
            <ac:cxnSpMk id="37" creationId="{A45A7A1F-618E-8449-D79F-70CCFF7DCDD6}"/>
          </ac:cxnSpMkLst>
        </pc:cxnChg>
        <pc:cxnChg chg="del mod">
          <ac:chgData name="Rahul Sudhakar Kulkarni" userId="a61ff142-3504-478b-bc21-c75d898c2f10" providerId="ADAL" clId="{069E650D-28CB-4110-A298-EF6415CF8767}" dt="2026-08-27T11:07:28.198" v="762" actId="478"/>
          <ac:cxnSpMkLst>
            <pc:docMk/>
            <pc:sldMk cId="378159588" sldId="330"/>
            <ac:cxnSpMk id="41" creationId="{3E5FDF8B-4073-8B2A-5325-41ADDBC98EB9}"/>
          </ac:cxnSpMkLst>
        </pc:cxnChg>
        <pc:cxnChg chg="del mod topLvl">
          <ac:chgData name="Rahul Sudhakar Kulkarni" userId="a61ff142-3504-478b-bc21-c75d898c2f10" providerId="ADAL" clId="{069E650D-28CB-4110-A298-EF6415CF8767}" dt="2026-08-27T11:07:28.198" v="762" actId="478"/>
          <ac:cxnSpMkLst>
            <pc:docMk/>
            <pc:sldMk cId="378159588" sldId="330"/>
            <ac:cxnSpMk id="50" creationId="{660A717A-E3D7-0928-EA8A-D1B30CDE7E5C}"/>
          </ac:cxnSpMkLst>
        </pc:cxnChg>
      </pc:sldChg>
      <pc:sldChg chg="delSp modSp mod modCm">
        <pc:chgData name="Rahul Sudhakar Kulkarni" userId="a61ff142-3504-478b-bc21-c75d898c2f10" providerId="ADAL" clId="{069E650D-28CB-4110-A298-EF6415CF8767}" dt="2026-08-27T11:09:29.292" v="767" actId="478"/>
        <pc:sldMkLst>
          <pc:docMk/>
          <pc:sldMk cId="2681872425" sldId="332"/>
        </pc:sldMkLst>
        <pc:spChg chg="mod">
          <ac:chgData name="Rahul Sudhakar Kulkarni" userId="a61ff142-3504-478b-bc21-c75d898c2f10" providerId="ADAL" clId="{069E650D-28CB-4110-A298-EF6415CF8767}" dt="2026-08-27T11:03:30.159" v="726" actId="20577"/>
          <ac:spMkLst>
            <pc:docMk/>
            <pc:sldMk cId="2681872425" sldId="332"/>
            <ac:spMk id="4" creationId="{6D6F91FE-CB0F-8A59-90C1-8C1ADC4F15C0}"/>
          </ac:spMkLst>
        </pc:spChg>
        <pc:spChg chg="del">
          <ac:chgData name="Rahul Sudhakar Kulkarni" userId="a61ff142-3504-478b-bc21-c75d898c2f10" providerId="ADAL" clId="{069E650D-28CB-4110-A298-EF6415CF8767}" dt="2026-08-27T11:09:29.292" v="767" actId="478"/>
          <ac:spMkLst>
            <pc:docMk/>
            <pc:sldMk cId="2681872425" sldId="332"/>
            <ac:spMk id="5" creationId="{4123F6FB-21BE-8F72-9B3C-64CEC96ACB9F}"/>
          </ac:spMkLst>
        </pc:spChg>
        <pc:spChg chg="mod">
          <ac:chgData name="Rahul Sudhakar Kulkarni" userId="a61ff142-3504-478b-bc21-c75d898c2f10" providerId="ADAL" clId="{069E650D-28CB-4110-A298-EF6415CF8767}" dt="2026-08-27T11:00:32.987" v="542" actId="20577"/>
          <ac:spMkLst>
            <pc:docMk/>
            <pc:sldMk cId="2681872425" sldId="332"/>
            <ac:spMk id="11" creationId="{CAD9C4AB-D789-FF7C-ADB0-7B3DAA9B2084}"/>
          </ac:spMkLst>
        </pc:spChg>
        <pc:spChg chg="mod">
          <ac:chgData name="Rahul Sudhakar Kulkarni" userId="a61ff142-3504-478b-bc21-c75d898c2f10" providerId="ADAL" clId="{069E650D-28CB-4110-A298-EF6415CF8767}" dt="2026-08-27T11:00:45.308" v="576" actId="20577"/>
          <ac:spMkLst>
            <pc:docMk/>
            <pc:sldMk cId="2681872425" sldId="332"/>
            <ac:spMk id="13" creationId="{E9268271-17D0-F3D1-4811-ED3673C61F47}"/>
          </ac:spMkLst>
        </pc:spChg>
        <pc:spChg chg="mod">
          <ac:chgData name="Rahul Sudhakar Kulkarni" userId="a61ff142-3504-478b-bc21-c75d898c2f10" providerId="ADAL" clId="{069E650D-28CB-4110-A298-EF6415CF8767}" dt="2026-08-27T11:00:57.002" v="605" actId="20577"/>
          <ac:spMkLst>
            <pc:docMk/>
            <pc:sldMk cId="2681872425" sldId="332"/>
            <ac:spMk id="15" creationId="{34357D96-4131-468C-7188-DF640CFA9CE5}"/>
          </ac:spMkLst>
        </pc:spChg>
        <pc:spChg chg="mod">
          <ac:chgData name="Rahul Sudhakar Kulkarni" userId="a61ff142-3504-478b-bc21-c75d898c2f10" providerId="ADAL" clId="{069E650D-28CB-4110-A298-EF6415CF8767}" dt="2026-08-27T11:01:42.013" v="668" actId="20577"/>
          <ac:spMkLst>
            <pc:docMk/>
            <pc:sldMk cId="2681872425" sldId="332"/>
            <ac:spMk id="17" creationId="{8D1CAC06-419D-4DAC-6C3C-F64AFFF35FF3}"/>
          </ac:spMkLst>
        </pc:spChg>
        <pc:spChg chg="mod">
          <ac:chgData name="Rahul Sudhakar Kulkarni" userId="a61ff142-3504-478b-bc21-c75d898c2f10" providerId="ADAL" clId="{069E650D-28CB-4110-A298-EF6415CF8767}" dt="2026-08-27T11:02:31.877" v="692" actId="20577"/>
          <ac:spMkLst>
            <pc:docMk/>
            <pc:sldMk cId="2681872425" sldId="332"/>
            <ac:spMk id="18" creationId="{F6C711A7-96FE-BFFC-B714-11CD6D2C50A5}"/>
          </ac:spMkLst>
        </pc:spChg>
        <pc:spChg chg="mod">
          <ac:chgData name="Rahul Sudhakar Kulkarni" userId="a61ff142-3504-478b-bc21-c75d898c2f10" providerId="ADAL" clId="{069E650D-28CB-4110-A298-EF6415CF8767}" dt="2026-08-27T11:03:58.322" v="733" actId="20577"/>
          <ac:spMkLst>
            <pc:docMk/>
            <pc:sldMk cId="2681872425" sldId="332"/>
            <ac:spMk id="20" creationId="{D2BB358C-A984-674B-D3BD-7798746CECAB}"/>
          </ac:spMkLst>
        </pc:spChg>
        <pc:spChg chg="mod">
          <ac:chgData name="Rahul Sudhakar Kulkarni" userId="a61ff142-3504-478b-bc21-c75d898c2f10" providerId="ADAL" clId="{069E650D-28CB-4110-A298-EF6415CF8767}" dt="2026-08-27T11:02:42.092" v="707" actId="20577"/>
          <ac:spMkLst>
            <pc:docMk/>
            <pc:sldMk cId="2681872425" sldId="332"/>
            <ac:spMk id="26" creationId="{856890DD-A7CD-38DB-0973-9E99DE0DBE4E}"/>
          </ac:spMkLst>
        </pc:spChg>
        <pc:spChg chg="mod">
          <ac:chgData name="Rahul Sudhakar Kulkarni" userId="a61ff142-3504-478b-bc21-c75d898c2f10" providerId="ADAL" clId="{069E650D-28CB-4110-A298-EF6415CF8767}" dt="2026-08-27T11:04:25.872" v="745" actId="6549"/>
          <ac:spMkLst>
            <pc:docMk/>
            <pc:sldMk cId="2681872425" sldId="332"/>
            <ac:spMk id="30" creationId="{94821CD0-795F-9DCA-6140-D2EC90320342}"/>
          </ac:spMkLst>
        </pc:spChg>
        <pc:spChg chg="mod">
          <ac:chgData name="Rahul Sudhakar Kulkarni" userId="a61ff142-3504-478b-bc21-c75d898c2f10" providerId="ADAL" clId="{069E650D-28CB-4110-A298-EF6415CF8767}" dt="2026-08-27T11:02:02.212" v="669" actId="6549"/>
          <ac:spMkLst>
            <pc:docMk/>
            <pc:sldMk cId="2681872425" sldId="332"/>
            <ac:spMk id="33" creationId="{3C18E0C1-61BF-1C45-C168-B15D2F82578E}"/>
          </ac:spMkLst>
        </pc:spChg>
        <pc:spChg chg="mod">
          <ac:chgData name="Rahul Sudhakar Kulkarni" userId="a61ff142-3504-478b-bc21-c75d898c2f10" providerId="ADAL" clId="{069E650D-28CB-4110-A298-EF6415CF8767}" dt="2026-08-27T11:03:12.050" v="715" actId="20577"/>
          <ac:spMkLst>
            <pc:docMk/>
            <pc:sldMk cId="2681872425" sldId="332"/>
            <ac:spMk id="35" creationId="{9D9A0EDA-F1D5-AA25-93EE-587BC8CF24DE}"/>
          </ac:spMkLst>
        </pc:spChg>
        <pc:spChg chg="mod">
          <ac:chgData name="Rahul Sudhakar Kulkarni" userId="a61ff142-3504-478b-bc21-c75d898c2f10" providerId="ADAL" clId="{069E650D-28CB-4110-A298-EF6415CF8767}" dt="2026-08-27T11:02:23.433" v="689" actId="20577"/>
          <ac:spMkLst>
            <pc:docMk/>
            <pc:sldMk cId="2681872425" sldId="332"/>
            <ac:spMk id="39" creationId="{2A0F8A37-135D-C38A-1918-D2C9893D1C34}"/>
          </ac:spMkLst>
        </pc:spChg>
        <pc:spChg chg="mod">
          <ac:chgData name="Rahul Sudhakar Kulkarni" userId="a61ff142-3504-478b-bc21-c75d898c2f10" providerId="ADAL" clId="{069E650D-28CB-4110-A298-EF6415CF8767}" dt="2026-08-27T11:04:41.749" v="747" actId="6549"/>
          <ac:spMkLst>
            <pc:docMk/>
            <pc:sldMk cId="2681872425" sldId="332"/>
            <ac:spMk id="42" creationId="{59C69692-7089-004D-877A-653AED4F4359}"/>
          </ac:spMkLst>
        </pc:spChg>
        <pc:spChg chg="mod">
          <ac:chgData name="Rahul Sudhakar Kulkarni" userId="a61ff142-3504-478b-bc21-c75d898c2f10" providerId="ADAL" clId="{069E650D-28CB-4110-A298-EF6415CF8767}" dt="2026-08-27T11:04:51.812" v="749" actId="20577"/>
          <ac:spMkLst>
            <pc:docMk/>
            <pc:sldMk cId="2681872425" sldId="332"/>
            <ac:spMk id="48" creationId="{EFB2D3A1-29BD-2AA2-631C-C21359D8FB39}"/>
          </ac:spMkLst>
        </pc:spChg>
        <pc:extLst>
          <p:ext xmlns:p="http://schemas.openxmlformats.org/presentationml/2006/main" uri="{D6D511B9-2390-475A-947B-AFAB55BFBCF1}">
            <pc226:cmChg xmlns:pc226="http://schemas.microsoft.com/office/powerpoint/2022/06/main/command" chg="mod">
              <pc226:chgData name="Rahul Sudhakar Kulkarni" userId="a61ff142-3504-478b-bc21-c75d898c2f10" providerId="ADAL" clId="{069E650D-28CB-4110-A298-EF6415CF8767}" dt="2026-08-27T11:02:42.092" v="707" actId="20577"/>
              <pc2:cmMkLst xmlns:pc2="http://schemas.microsoft.com/office/powerpoint/2019/9/main/command">
                <pc:docMk/>
                <pc:sldMk cId="2681872425" sldId="332"/>
                <pc2:cmMk id="{984DEF4B-23C2-4125-80F6-A57D5752E50B}"/>
              </pc2:cmMkLst>
            </pc226:cmChg>
          </p:ext>
        </pc:extLst>
      </pc:sldChg>
      <pc:sldChg chg="addSp delSp modSp mod">
        <pc:chgData name="Rahul Sudhakar Kulkarni" userId="a61ff142-3504-478b-bc21-c75d898c2f10" providerId="ADAL" clId="{069E650D-28CB-4110-A298-EF6415CF8767}" dt="2026-08-27T11:50:05.503" v="1068" actId="20577"/>
        <pc:sldMkLst>
          <pc:docMk/>
          <pc:sldMk cId="2599688549" sldId="333"/>
        </pc:sldMkLst>
        <pc:spChg chg="del">
          <ac:chgData name="Rahul Sudhakar Kulkarni" userId="a61ff142-3504-478b-bc21-c75d898c2f10" providerId="ADAL" clId="{069E650D-28CB-4110-A298-EF6415CF8767}" dt="2026-08-27T11:47:35.820" v="933" actId="478"/>
          <ac:spMkLst>
            <pc:docMk/>
            <pc:sldMk cId="2599688549" sldId="333"/>
            <ac:spMk id="7" creationId="{B768C8B1-F034-1CD4-8EE7-29326D8E04FE}"/>
          </ac:spMkLst>
        </pc:spChg>
        <pc:spChg chg="mod">
          <ac:chgData name="Rahul Sudhakar Kulkarni" userId="a61ff142-3504-478b-bc21-c75d898c2f10" providerId="ADAL" clId="{069E650D-28CB-4110-A298-EF6415CF8767}" dt="2026-08-27T11:47:41.609" v="934" actId="1076"/>
          <ac:spMkLst>
            <pc:docMk/>
            <pc:sldMk cId="2599688549" sldId="333"/>
            <ac:spMk id="8" creationId="{7919D2EE-833F-F31B-A9B5-13F5210E3A45}"/>
          </ac:spMkLst>
        </pc:spChg>
        <pc:spChg chg="mod">
          <ac:chgData name="Rahul Sudhakar Kulkarni" userId="a61ff142-3504-478b-bc21-c75d898c2f10" providerId="ADAL" clId="{069E650D-28CB-4110-A298-EF6415CF8767}" dt="2026-08-27T11:50:05.503" v="1068" actId="20577"/>
          <ac:spMkLst>
            <pc:docMk/>
            <pc:sldMk cId="2599688549" sldId="333"/>
            <ac:spMk id="20" creationId="{D16F20B2-E852-2E5A-BFE9-B0DE0939BE2A}"/>
          </ac:spMkLst>
        </pc:spChg>
        <pc:cxnChg chg="add mod">
          <ac:chgData name="Rahul Sudhakar Kulkarni" userId="a61ff142-3504-478b-bc21-c75d898c2f10" providerId="ADAL" clId="{069E650D-28CB-4110-A298-EF6415CF8767}" dt="2026-08-27T11:49:19.393" v="1026" actId="1076"/>
          <ac:cxnSpMkLst>
            <pc:docMk/>
            <pc:sldMk cId="2599688549" sldId="333"/>
            <ac:cxnSpMk id="2" creationId="{0644F4D1-BF19-325F-78A0-CEAB4BA4390B}"/>
          </ac:cxnSpMkLst>
        </pc:cxnChg>
        <pc:cxnChg chg="mod">
          <ac:chgData name="Rahul Sudhakar Kulkarni" userId="a61ff142-3504-478b-bc21-c75d898c2f10" providerId="ADAL" clId="{069E650D-28CB-4110-A298-EF6415CF8767}" dt="2026-08-27T11:48:48.899" v="999" actId="1076"/>
          <ac:cxnSpMkLst>
            <pc:docMk/>
            <pc:sldMk cId="2599688549" sldId="333"/>
            <ac:cxnSpMk id="148" creationId="{3C1B3642-823B-B2A0-99F5-22F9D15E17B2}"/>
          </ac:cxnSpMkLst>
        </pc:cxnChg>
      </pc:sldChg>
      <pc:sldChg chg="addSp delSp modSp mod">
        <pc:chgData name="Rahul Sudhakar Kulkarni" userId="a61ff142-3504-478b-bc21-c75d898c2f10" providerId="ADAL" clId="{069E650D-28CB-4110-A298-EF6415CF8767}" dt="2026-08-27T11:59:39.921" v="1102" actId="2711"/>
        <pc:sldMkLst>
          <pc:docMk/>
          <pc:sldMk cId="4266840583" sldId="335"/>
        </pc:sldMkLst>
        <pc:spChg chg="mod">
          <ac:chgData name="Rahul Sudhakar Kulkarni" userId="a61ff142-3504-478b-bc21-c75d898c2f10" providerId="ADAL" clId="{069E650D-28CB-4110-A298-EF6415CF8767}" dt="2026-08-27T11:57:54.016" v="1081" actId="27636"/>
          <ac:spMkLst>
            <pc:docMk/>
            <pc:sldMk cId="4266840583" sldId="335"/>
            <ac:spMk id="5" creationId="{155F12B6-60DC-37F3-1F5A-FA34F9168CD9}"/>
          </ac:spMkLst>
        </pc:spChg>
        <pc:spChg chg="del">
          <ac:chgData name="Rahul Sudhakar Kulkarni" userId="a61ff142-3504-478b-bc21-c75d898c2f10" providerId="ADAL" clId="{069E650D-28CB-4110-A298-EF6415CF8767}" dt="2026-08-27T11:56:53.594" v="1075" actId="478"/>
          <ac:spMkLst>
            <pc:docMk/>
            <pc:sldMk cId="4266840583" sldId="335"/>
            <ac:spMk id="8" creationId="{D436E8A0-8E6A-7006-2B5C-E5208F71E3D1}"/>
          </ac:spMkLst>
        </pc:spChg>
        <pc:spChg chg="del">
          <ac:chgData name="Rahul Sudhakar Kulkarni" userId="a61ff142-3504-478b-bc21-c75d898c2f10" providerId="ADAL" clId="{069E650D-28CB-4110-A298-EF6415CF8767}" dt="2026-08-27T11:57:14.512" v="1076" actId="478"/>
          <ac:spMkLst>
            <pc:docMk/>
            <pc:sldMk cId="4266840583" sldId="335"/>
            <ac:spMk id="10" creationId="{E59AE7C8-C433-75E5-3226-218E8552B460}"/>
          </ac:spMkLst>
        </pc:spChg>
        <pc:spChg chg="del">
          <ac:chgData name="Rahul Sudhakar Kulkarni" userId="a61ff142-3504-478b-bc21-c75d898c2f10" providerId="ADAL" clId="{069E650D-28CB-4110-A298-EF6415CF8767}" dt="2026-08-27T11:57:45.337" v="1078" actId="478"/>
          <ac:spMkLst>
            <pc:docMk/>
            <pc:sldMk cId="4266840583" sldId="335"/>
            <ac:spMk id="11" creationId="{D7B032A8-FD55-DF3C-1122-FBDD14AF2EDF}"/>
          </ac:spMkLst>
        </pc:spChg>
        <pc:spChg chg="del">
          <ac:chgData name="Rahul Sudhakar Kulkarni" userId="a61ff142-3504-478b-bc21-c75d898c2f10" providerId="ADAL" clId="{069E650D-28CB-4110-A298-EF6415CF8767}" dt="2026-08-27T11:57:45.337" v="1078" actId="478"/>
          <ac:spMkLst>
            <pc:docMk/>
            <pc:sldMk cId="4266840583" sldId="335"/>
            <ac:spMk id="13" creationId="{9C78E232-6A1E-4A13-8AEE-56B4BD44C38E}"/>
          </ac:spMkLst>
        </pc:spChg>
        <pc:spChg chg="del">
          <ac:chgData name="Rahul Sudhakar Kulkarni" userId="a61ff142-3504-478b-bc21-c75d898c2f10" providerId="ADAL" clId="{069E650D-28CB-4110-A298-EF6415CF8767}" dt="2026-08-27T11:57:14.512" v="1076" actId="478"/>
          <ac:spMkLst>
            <pc:docMk/>
            <pc:sldMk cId="4266840583" sldId="335"/>
            <ac:spMk id="14" creationId="{EB6196D1-A6F7-6838-DA1F-1962F15F50BE}"/>
          </ac:spMkLst>
        </pc:spChg>
        <pc:spChg chg="del">
          <ac:chgData name="Rahul Sudhakar Kulkarni" userId="a61ff142-3504-478b-bc21-c75d898c2f10" providerId="ADAL" clId="{069E650D-28CB-4110-A298-EF6415CF8767}" dt="2026-08-27T11:57:45.337" v="1078" actId="478"/>
          <ac:spMkLst>
            <pc:docMk/>
            <pc:sldMk cId="4266840583" sldId="335"/>
            <ac:spMk id="15" creationId="{0B7CC329-F4CD-FAA0-DEBC-41ABC5BC9FF7}"/>
          </ac:spMkLst>
        </pc:spChg>
        <pc:spChg chg="del">
          <ac:chgData name="Rahul Sudhakar Kulkarni" userId="a61ff142-3504-478b-bc21-c75d898c2f10" providerId="ADAL" clId="{069E650D-28CB-4110-A298-EF6415CF8767}" dt="2026-08-27T11:57:28.102" v="1077" actId="478"/>
          <ac:spMkLst>
            <pc:docMk/>
            <pc:sldMk cId="4266840583" sldId="335"/>
            <ac:spMk id="16" creationId="{E0EAED23-802B-4542-D710-B8C3667A826D}"/>
          </ac:spMkLst>
        </pc:spChg>
        <pc:spChg chg="del">
          <ac:chgData name="Rahul Sudhakar Kulkarni" userId="a61ff142-3504-478b-bc21-c75d898c2f10" providerId="ADAL" clId="{069E650D-28CB-4110-A298-EF6415CF8767}" dt="2026-08-27T11:57:14.512" v="1076" actId="478"/>
          <ac:spMkLst>
            <pc:docMk/>
            <pc:sldMk cId="4266840583" sldId="335"/>
            <ac:spMk id="17" creationId="{9F429F8A-ED1B-8D0D-AFA4-149F7AE1D700}"/>
          </ac:spMkLst>
        </pc:spChg>
        <pc:spChg chg="del">
          <ac:chgData name="Rahul Sudhakar Kulkarni" userId="a61ff142-3504-478b-bc21-c75d898c2f10" providerId="ADAL" clId="{069E650D-28CB-4110-A298-EF6415CF8767}" dt="2026-08-27T11:57:28.102" v="1077" actId="478"/>
          <ac:spMkLst>
            <pc:docMk/>
            <pc:sldMk cId="4266840583" sldId="335"/>
            <ac:spMk id="18" creationId="{52982605-F4B7-63D9-4274-F456439EA7B6}"/>
          </ac:spMkLst>
        </pc:spChg>
        <pc:spChg chg="del">
          <ac:chgData name="Rahul Sudhakar Kulkarni" userId="a61ff142-3504-478b-bc21-c75d898c2f10" providerId="ADAL" clId="{069E650D-28CB-4110-A298-EF6415CF8767}" dt="2026-08-27T11:57:28.102" v="1077" actId="478"/>
          <ac:spMkLst>
            <pc:docMk/>
            <pc:sldMk cId="4266840583" sldId="335"/>
            <ac:spMk id="19" creationId="{B48A2668-9236-9F75-674C-5A5F0172C5F4}"/>
          </ac:spMkLst>
        </pc:spChg>
        <pc:spChg chg="del">
          <ac:chgData name="Rahul Sudhakar Kulkarni" userId="a61ff142-3504-478b-bc21-c75d898c2f10" providerId="ADAL" clId="{069E650D-28CB-4110-A298-EF6415CF8767}" dt="2026-08-27T11:57:14.512" v="1076" actId="478"/>
          <ac:spMkLst>
            <pc:docMk/>
            <pc:sldMk cId="4266840583" sldId="335"/>
            <ac:spMk id="20" creationId="{F6E22D63-980E-D4C5-BFE3-EC9B50FC8883}"/>
          </ac:spMkLst>
        </pc:spChg>
        <pc:spChg chg="del">
          <ac:chgData name="Rahul Sudhakar Kulkarni" userId="a61ff142-3504-478b-bc21-c75d898c2f10" providerId="ADAL" clId="{069E650D-28CB-4110-A298-EF6415CF8767}" dt="2026-08-27T11:57:28.102" v="1077" actId="478"/>
          <ac:spMkLst>
            <pc:docMk/>
            <pc:sldMk cId="4266840583" sldId="335"/>
            <ac:spMk id="21" creationId="{EA1198D5-F5B8-6E5F-E07E-66962449966A}"/>
          </ac:spMkLst>
        </pc:spChg>
        <pc:spChg chg="del">
          <ac:chgData name="Rahul Sudhakar Kulkarni" userId="a61ff142-3504-478b-bc21-c75d898c2f10" providerId="ADAL" clId="{069E650D-28CB-4110-A298-EF6415CF8767}" dt="2026-08-27T11:57:45.337" v="1078" actId="478"/>
          <ac:spMkLst>
            <pc:docMk/>
            <pc:sldMk cId="4266840583" sldId="335"/>
            <ac:spMk id="22" creationId="{23C13A40-9A66-C1C6-61D2-DBE60518CCBC}"/>
          </ac:spMkLst>
        </pc:spChg>
        <pc:spChg chg="del">
          <ac:chgData name="Rahul Sudhakar Kulkarni" userId="a61ff142-3504-478b-bc21-c75d898c2f10" providerId="ADAL" clId="{069E650D-28CB-4110-A298-EF6415CF8767}" dt="2026-08-27T11:57:45.337" v="1078" actId="478"/>
          <ac:spMkLst>
            <pc:docMk/>
            <pc:sldMk cId="4266840583" sldId="335"/>
            <ac:spMk id="23" creationId="{14F72C26-3A24-1658-3A67-2CE91B4F8786}"/>
          </ac:spMkLst>
        </pc:spChg>
        <pc:spChg chg="del">
          <ac:chgData name="Rahul Sudhakar Kulkarni" userId="a61ff142-3504-478b-bc21-c75d898c2f10" providerId="ADAL" clId="{069E650D-28CB-4110-A298-EF6415CF8767}" dt="2026-08-27T11:57:14.512" v="1076" actId="478"/>
          <ac:spMkLst>
            <pc:docMk/>
            <pc:sldMk cId="4266840583" sldId="335"/>
            <ac:spMk id="24" creationId="{2BB93896-ACCA-E9B3-633B-0430233A3607}"/>
          </ac:spMkLst>
        </pc:spChg>
        <pc:spChg chg="del">
          <ac:chgData name="Rahul Sudhakar Kulkarni" userId="a61ff142-3504-478b-bc21-c75d898c2f10" providerId="ADAL" clId="{069E650D-28CB-4110-A298-EF6415CF8767}" dt="2026-08-27T11:57:45.337" v="1078" actId="478"/>
          <ac:spMkLst>
            <pc:docMk/>
            <pc:sldMk cId="4266840583" sldId="335"/>
            <ac:spMk id="27" creationId="{7BC2A6E4-0230-E4BE-F063-F8166FDD11A5}"/>
          </ac:spMkLst>
        </pc:spChg>
        <pc:spChg chg="del">
          <ac:chgData name="Rahul Sudhakar Kulkarni" userId="a61ff142-3504-478b-bc21-c75d898c2f10" providerId="ADAL" clId="{069E650D-28CB-4110-A298-EF6415CF8767}" dt="2026-08-27T11:57:14.512" v="1076" actId="478"/>
          <ac:spMkLst>
            <pc:docMk/>
            <pc:sldMk cId="4266840583" sldId="335"/>
            <ac:spMk id="28" creationId="{6FE20B8F-2A34-E3C4-3F94-F4DC1412D869}"/>
          </ac:spMkLst>
        </pc:spChg>
        <pc:spChg chg="del">
          <ac:chgData name="Rahul Sudhakar Kulkarni" userId="a61ff142-3504-478b-bc21-c75d898c2f10" providerId="ADAL" clId="{069E650D-28CB-4110-A298-EF6415CF8767}" dt="2026-08-27T11:57:50.439" v="1079" actId="478"/>
          <ac:spMkLst>
            <pc:docMk/>
            <pc:sldMk cId="4266840583" sldId="335"/>
            <ac:spMk id="30" creationId="{87A4C049-A84A-92B3-1C9F-F3F08C93349F}"/>
          </ac:spMkLst>
        </pc:spChg>
        <pc:spChg chg="del">
          <ac:chgData name="Rahul Sudhakar Kulkarni" userId="a61ff142-3504-478b-bc21-c75d898c2f10" providerId="ADAL" clId="{069E650D-28CB-4110-A298-EF6415CF8767}" dt="2026-08-27T11:57:14.512" v="1076" actId="478"/>
          <ac:spMkLst>
            <pc:docMk/>
            <pc:sldMk cId="4266840583" sldId="335"/>
            <ac:spMk id="32" creationId="{D67D79FF-8BB9-165E-0883-B251B20710BD}"/>
          </ac:spMkLst>
        </pc:spChg>
        <pc:spChg chg="del">
          <ac:chgData name="Rahul Sudhakar Kulkarni" userId="a61ff142-3504-478b-bc21-c75d898c2f10" providerId="ADAL" clId="{069E650D-28CB-4110-A298-EF6415CF8767}" dt="2026-08-27T11:57:28.102" v="1077" actId="478"/>
          <ac:spMkLst>
            <pc:docMk/>
            <pc:sldMk cId="4266840583" sldId="335"/>
            <ac:spMk id="33" creationId="{FA808788-2175-3CA3-0326-CADA3651F11D}"/>
          </ac:spMkLst>
        </pc:spChg>
        <pc:spChg chg="del">
          <ac:chgData name="Rahul Sudhakar Kulkarni" userId="a61ff142-3504-478b-bc21-c75d898c2f10" providerId="ADAL" clId="{069E650D-28CB-4110-A298-EF6415CF8767}" dt="2026-08-27T11:57:28.102" v="1077" actId="478"/>
          <ac:spMkLst>
            <pc:docMk/>
            <pc:sldMk cId="4266840583" sldId="335"/>
            <ac:spMk id="34" creationId="{CB6E3F1F-0F45-1F49-EF2C-62BD6D57D547}"/>
          </ac:spMkLst>
        </pc:spChg>
        <pc:spChg chg="del">
          <ac:chgData name="Rahul Sudhakar Kulkarni" userId="a61ff142-3504-478b-bc21-c75d898c2f10" providerId="ADAL" clId="{069E650D-28CB-4110-A298-EF6415CF8767}" dt="2026-08-27T11:57:14.512" v="1076" actId="478"/>
          <ac:spMkLst>
            <pc:docMk/>
            <pc:sldMk cId="4266840583" sldId="335"/>
            <ac:spMk id="35" creationId="{A0CF64B9-F150-8652-6F2D-C7133B5456AC}"/>
          </ac:spMkLst>
        </pc:spChg>
        <pc:spChg chg="del">
          <ac:chgData name="Rahul Sudhakar Kulkarni" userId="a61ff142-3504-478b-bc21-c75d898c2f10" providerId="ADAL" clId="{069E650D-28CB-4110-A298-EF6415CF8767}" dt="2026-08-27T11:57:14.512" v="1076" actId="478"/>
          <ac:spMkLst>
            <pc:docMk/>
            <pc:sldMk cId="4266840583" sldId="335"/>
            <ac:spMk id="36" creationId="{92961CA2-E237-DD38-6EBB-1E616053F41E}"/>
          </ac:spMkLst>
        </pc:spChg>
        <pc:spChg chg="del">
          <ac:chgData name="Rahul Sudhakar Kulkarni" userId="a61ff142-3504-478b-bc21-c75d898c2f10" providerId="ADAL" clId="{069E650D-28CB-4110-A298-EF6415CF8767}" dt="2026-08-27T11:57:28.102" v="1077" actId="478"/>
          <ac:spMkLst>
            <pc:docMk/>
            <pc:sldMk cId="4266840583" sldId="335"/>
            <ac:spMk id="38" creationId="{8411A595-C472-52DA-A9BF-41BE8C1C3228}"/>
          </ac:spMkLst>
        </pc:spChg>
        <pc:spChg chg="del">
          <ac:chgData name="Rahul Sudhakar Kulkarni" userId="a61ff142-3504-478b-bc21-c75d898c2f10" providerId="ADAL" clId="{069E650D-28CB-4110-A298-EF6415CF8767}" dt="2026-08-27T11:57:45.337" v="1078" actId="478"/>
          <ac:spMkLst>
            <pc:docMk/>
            <pc:sldMk cId="4266840583" sldId="335"/>
            <ac:spMk id="45" creationId="{01A4B77E-0C38-EA96-B4EF-46EF25CAB18D}"/>
          </ac:spMkLst>
        </pc:spChg>
        <pc:spChg chg="del">
          <ac:chgData name="Rahul Sudhakar Kulkarni" userId="a61ff142-3504-478b-bc21-c75d898c2f10" providerId="ADAL" clId="{069E650D-28CB-4110-A298-EF6415CF8767}" dt="2026-08-27T11:57:14.512" v="1076" actId="478"/>
          <ac:spMkLst>
            <pc:docMk/>
            <pc:sldMk cId="4266840583" sldId="335"/>
            <ac:spMk id="47" creationId="{86A48195-54AD-BE39-8B34-CEEE20CE345C}"/>
          </ac:spMkLst>
        </pc:spChg>
        <pc:spChg chg="add mod">
          <ac:chgData name="Rahul Sudhakar Kulkarni" userId="a61ff142-3504-478b-bc21-c75d898c2f10" providerId="ADAL" clId="{069E650D-28CB-4110-A298-EF6415CF8767}" dt="2026-08-27T11:58:01.626" v="1082" actId="1076"/>
          <ac:spMkLst>
            <pc:docMk/>
            <pc:sldMk cId="4266840583" sldId="335"/>
            <ac:spMk id="50" creationId="{A487C1BB-5549-FA96-5C86-47A682EB5395}"/>
          </ac:spMkLst>
        </pc:spChg>
        <pc:spChg chg="del">
          <ac:chgData name="Rahul Sudhakar Kulkarni" userId="a61ff142-3504-478b-bc21-c75d898c2f10" providerId="ADAL" clId="{069E650D-28CB-4110-A298-EF6415CF8767}" dt="2026-08-27T11:57:28.102" v="1077" actId="478"/>
          <ac:spMkLst>
            <pc:docMk/>
            <pc:sldMk cId="4266840583" sldId="335"/>
            <ac:spMk id="51" creationId="{CA8C415F-201A-1F3D-B904-31BCCFD9CEA6}"/>
          </ac:spMkLst>
        </pc:spChg>
        <pc:spChg chg="del">
          <ac:chgData name="Rahul Sudhakar Kulkarni" userId="a61ff142-3504-478b-bc21-c75d898c2f10" providerId="ADAL" clId="{069E650D-28CB-4110-A298-EF6415CF8767}" dt="2026-08-27T11:57:28.102" v="1077" actId="478"/>
          <ac:spMkLst>
            <pc:docMk/>
            <pc:sldMk cId="4266840583" sldId="335"/>
            <ac:spMk id="53" creationId="{B054F90F-260A-F2B2-7FA9-6D06D3E771DA}"/>
          </ac:spMkLst>
        </pc:spChg>
        <pc:spChg chg="del">
          <ac:chgData name="Rahul Sudhakar Kulkarni" userId="a61ff142-3504-478b-bc21-c75d898c2f10" providerId="ADAL" clId="{069E650D-28CB-4110-A298-EF6415CF8767}" dt="2026-08-27T11:57:45.337" v="1078" actId="478"/>
          <ac:spMkLst>
            <pc:docMk/>
            <pc:sldMk cId="4266840583" sldId="335"/>
            <ac:spMk id="55" creationId="{BDD1CBBA-E15D-FEC9-9BEE-6ABCEAEEF8B8}"/>
          </ac:spMkLst>
        </pc:spChg>
        <pc:spChg chg="del">
          <ac:chgData name="Rahul Sudhakar Kulkarni" userId="a61ff142-3504-478b-bc21-c75d898c2f10" providerId="ADAL" clId="{069E650D-28CB-4110-A298-EF6415CF8767}" dt="2026-08-27T11:57:45.337" v="1078" actId="478"/>
          <ac:spMkLst>
            <pc:docMk/>
            <pc:sldMk cId="4266840583" sldId="335"/>
            <ac:spMk id="57" creationId="{F0C4B8BE-5EF9-DE2C-E01C-DA252F5245B5}"/>
          </ac:spMkLst>
        </pc:spChg>
        <pc:spChg chg="del">
          <ac:chgData name="Rahul Sudhakar Kulkarni" userId="a61ff142-3504-478b-bc21-c75d898c2f10" providerId="ADAL" clId="{069E650D-28CB-4110-A298-EF6415CF8767}" dt="2026-08-27T11:57:28.102" v="1077" actId="478"/>
          <ac:spMkLst>
            <pc:docMk/>
            <pc:sldMk cId="4266840583" sldId="335"/>
            <ac:spMk id="59" creationId="{0C3AACA2-DCA2-5277-3262-6B22034CBC28}"/>
          </ac:spMkLst>
        </pc:spChg>
        <pc:spChg chg="del">
          <ac:chgData name="Rahul Sudhakar Kulkarni" userId="a61ff142-3504-478b-bc21-c75d898c2f10" providerId="ADAL" clId="{069E650D-28CB-4110-A298-EF6415CF8767}" dt="2026-08-27T11:58:17.287" v="1084" actId="478"/>
          <ac:spMkLst>
            <pc:docMk/>
            <pc:sldMk cId="4266840583" sldId="335"/>
            <ac:spMk id="61" creationId="{CBC08909-5DAE-611B-14B5-2FC4D4167950}"/>
          </ac:spMkLst>
        </pc:spChg>
        <pc:spChg chg="del">
          <ac:chgData name="Rahul Sudhakar Kulkarni" userId="a61ff142-3504-478b-bc21-c75d898c2f10" providerId="ADAL" clId="{069E650D-28CB-4110-A298-EF6415CF8767}" dt="2026-08-27T11:58:12.004" v="1083" actId="478"/>
          <ac:spMkLst>
            <pc:docMk/>
            <pc:sldMk cId="4266840583" sldId="335"/>
            <ac:spMk id="63" creationId="{F91EF437-5ADB-D5CC-05B1-AC1BD6BE3F9F}"/>
          </ac:spMkLst>
        </pc:spChg>
        <pc:spChg chg="del">
          <ac:chgData name="Rahul Sudhakar Kulkarni" userId="a61ff142-3504-478b-bc21-c75d898c2f10" providerId="ADAL" clId="{069E650D-28CB-4110-A298-EF6415CF8767}" dt="2026-08-27T11:58:22.126" v="1085" actId="478"/>
          <ac:spMkLst>
            <pc:docMk/>
            <pc:sldMk cId="4266840583" sldId="335"/>
            <ac:spMk id="64" creationId="{B95C679F-0538-BFDE-BEB2-4746A80FBEB4}"/>
          </ac:spMkLst>
        </pc:spChg>
        <pc:spChg chg="del">
          <ac:chgData name="Rahul Sudhakar Kulkarni" userId="a61ff142-3504-478b-bc21-c75d898c2f10" providerId="ADAL" clId="{069E650D-28CB-4110-A298-EF6415CF8767}" dt="2026-08-27T11:58:22.126" v="1085" actId="478"/>
          <ac:spMkLst>
            <pc:docMk/>
            <pc:sldMk cId="4266840583" sldId="335"/>
            <ac:spMk id="65" creationId="{9A56B7D8-4D67-FB23-43A7-2D2C721F027B}"/>
          </ac:spMkLst>
        </pc:spChg>
        <pc:spChg chg="del">
          <ac:chgData name="Rahul Sudhakar Kulkarni" userId="a61ff142-3504-478b-bc21-c75d898c2f10" providerId="ADAL" clId="{069E650D-28CB-4110-A298-EF6415CF8767}" dt="2026-08-27T11:58:22.126" v="1085" actId="478"/>
          <ac:spMkLst>
            <pc:docMk/>
            <pc:sldMk cId="4266840583" sldId="335"/>
            <ac:spMk id="66" creationId="{8E05226A-6C91-469E-A194-4327712A707A}"/>
          </ac:spMkLst>
        </pc:spChg>
        <pc:spChg chg="del">
          <ac:chgData name="Rahul Sudhakar Kulkarni" userId="a61ff142-3504-478b-bc21-c75d898c2f10" providerId="ADAL" clId="{069E650D-28CB-4110-A298-EF6415CF8767}" dt="2026-08-27T11:58:22.126" v="1085" actId="478"/>
          <ac:spMkLst>
            <pc:docMk/>
            <pc:sldMk cId="4266840583" sldId="335"/>
            <ac:spMk id="67" creationId="{BD2C8BD0-9D0D-14A4-90D2-34A25EE50B2A}"/>
          </ac:spMkLst>
        </pc:spChg>
        <pc:spChg chg="add mod">
          <ac:chgData name="Rahul Sudhakar Kulkarni" userId="a61ff142-3504-478b-bc21-c75d898c2f10" providerId="ADAL" clId="{069E650D-28CB-4110-A298-EF6415CF8767}" dt="2026-08-27T11:58:01.626" v="1082" actId="1076"/>
          <ac:spMkLst>
            <pc:docMk/>
            <pc:sldMk cId="4266840583" sldId="335"/>
            <ac:spMk id="68" creationId="{BA4CDD4D-9821-9819-02AE-D63F2EFBC5D7}"/>
          </ac:spMkLst>
        </pc:spChg>
        <pc:spChg chg="add mod">
          <ac:chgData name="Rahul Sudhakar Kulkarni" userId="a61ff142-3504-478b-bc21-c75d898c2f10" providerId="ADAL" clId="{069E650D-28CB-4110-A298-EF6415CF8767}" dt="2026-08-27T11:58:01.626" v="1082" actId="1076"/>
          <ac:spMkLst>
            <pc:docMk/>
            <pc:sldMk cId="4266840583" sldId="335"/>
            <ac:spMk id="74" creationId="{6818C22A-90ED-7C55-BD13-6B8FD67F4D0D}"/>
          </ac:spMkLst>
        </pc:spChg>
        <pc:spChg chg="del">
          <ac:chgData name="Rahul Sudhakar Kulkarni" userId="a61ff142-3504-478b-bc21-c75d898c2f10" providerId="ADAL" clId="{069E650D-28CB-4110-A298-EF6415CF8767}" dt="2026-08-27T11:58:22.126" v="1085" actId="478"/>
          <ac:spMkLst>
            <pc:docMk/>
            <pc:sldMk cId="4266840583" sldId="335"/>
            <ac:spMk id="75" creationId="{2A56C51B-7F54-937C-24ED-D5044BF851E6}"/>
          </ac:spMkLst>
        </pc:spChg>
        <pc:spChg chg="del">
          <ac:chgData name="Rahul Sudhakar Kulkarni" userId="a61ff142-3504-478b-bc21-c75d898c2f10" providerId="ADAL" clId="{069E650D-28CB-4110-A298-EF6415CF8767}" dt="2026-08-27T11:58:22.126" v="1085" actId="478"/>
          <ac:spMkLst>
            <pc:docMk/>
            <pc:sldMk cId="4266840583" sldId="335"/>
            <ac:spMk id="76" creationId="{3B8A3441-2EEC-96D0-CBBB-E9FBA8676D82}"/>
          </ac:spMkLst>
        </pc:spChg>
        <pc:spChg chg="add mod">
          <ac:chgData name="Rahul Sudhakar Kulkarni" userId="a61ff142-3504-478b-bc21-c75d898c2f10" providerId="ADAL" clId="{069E650D-28CB-4110-A298-EF6415CF8767}" dt="2026-08-27T11:58:01.626" v="1082" actId="1076"/>
          <ac:spMkLst>
            <pc:docMk/>
            <pc:sldMk cId="4266840583" sldId="335"/>
            <ac:spMk id="78" creationId="{5CEC27F9-5DD0-FBA2-C332-80D068AC80D0}"/>
          </ac:spMkLst>
        </pc:spChg>
        <pc:spChg chg="mod">
          <ac:chgData name="Rahul Sudhakar Kulkarni" userId="a61ff142-3504-478b-bc21-c75d898c2f10" providerId="ADAL" clId="{069E650D-28CB-4110-A298-EF6415CF8767}" dt="2026-08-27T11:59:39.921" v="1102" actId="2711"/>
          <ac:spMkLst>
            <pc:docMk/>
            <pc:sldMk cId="4266840583" sldId="335"/>
            <ac:spMk id="79" creationId="{A5D07CA7-8175-D516-B826-50AAE421B9B8}"/>
          </ac:spMkLst>
        </pc:spChg>
        <pc:spChg chg="del">
          <ac:chgData name="Rahul Sudhakar Kulkarni" userId="a61ff142-3504-478b-bc21-c75d898c2f10" providerId="ADAL" clId="{069E650D-28CB-4110-A298-EF6415CF8767}" dt="2026-08-27T11:57:45.337" v="1078" actId="478"/>
          <ac:spMkLst>
            <pc:docMk/>
            <pc:sldMk cId="4266840583" sldId="335"/>
            <ac:spMk id="85" creationId="{0FD0B522-3676-DC26-EB62-B44471DA25C3}"/>
          </ac:spMkLst>
        </pc:spChg>
        <pc:spChg chg="add mod">
          <ac:chgData name="Rahul Sudhakar Kulkarni" userId="a61ff142-3504-478b-bc21-c75d898c2f10" providerId="ADAL" clId="{069E650D-28CB-4110-A298-EF6415CF8767}" dt="2026-08-27T11:58:01.626" v="1082" actId="1076"/>
          <ac:spMkLst>
            <pc:docMk/>
            <pc:sldMk cId="4266840583" sldId="335"/>
            <ac:spMk id="93" creationId="{9982D8A8-3060-6581-C33D-444B11B18DCD}"/>
          </ac:spMkLst>
        </pc:spChg>
        <pc:spChg chg="add mod">
          <ac:chgData name="Rahul Sudhakar Kulkarni" userId="a61ff142-3504-478b-bc21-c75d898c2f10" providerId="ADAL" clId="{069E650D-28CB-4110-A298-EF6415CF8767}" dt="2026-08-27T11:58:01.626" v="1082" actId="1076"/>
          <ac:spMkLst>
            <pc:docMk/>
            <pc:sldMk cId="4266840583" sldId="335"/>
            <ac:spMk id="97" creationId="{11BD3A31-BECD-B1BE-2C95-FA7231A7636A}"/>
          </ac:spMkLst>
        </pc:spChg>
        <pc:spChg chg="add mod">
          <ac:chgData name="Rahul Sudhakar Kulkarni" userId="a61ff142-3504-478b-bc21-c75d898c2f10" providerId="ADAL" clId="{069E650D-28CB-4110-A298-EF6415CF8767}" dt="2026-08-27T11:58:01.626" v="1082" actId="1076"/>
          <ac:spMkLst>
            <pc:docMk/>
            <pc:sldMk cId="4266840583" sldId="335"/>
            <ac:spMk id="102" creationId="{ACB2C862-B31A-3FBB-3935-73F5CB81195E}"/>
          </ac:spMkLst>
        </pc:spChg>
        <pc:spChg chg="add mod">
          <ac:chgData name="Rahul Sudhakar Kulkarni" userId="a61ff142-3504-478b-bc21-c75d898c2f10" providerId="ADAL" clId="{069E650D-28CB-4110-A298-EF6415CF8767}" dt="2026-08-27T11:58:01.626" v="1082" actId="1076"/>
          <ac:spMkLst>
            <pc:docMk/>
            <pc:sldMk cId="4266840583" sldId="335"/>
            <ac:spMk id="109" creationId="{0D318A5B-F51F-5CEF-BE88-670D322233AF}"/>
          </ac:spMkLst>
        </pc:spChg>
        <pc:spChg chg="add mod">
          <ac:chgData name="Rahul Sudhakar Kulkarni" userId="a61ff142-3504-478b-bc21-c75d898c2f10" providerId="ADAL" clId="{069E650D-28CB-4110-A298-EF6415CF8767}" dt="2026-08-27T11:58:01.626" v="1082" actId="1076"/>
          <ac:spMkLst>
            <pc:docMk/>
            <pc:sldMk cId="4266840583" sldId="335"/>
            <ac:spMk id="118" creationId="{FC811CF5-C6FE-D4D0-37F9-2F526E75871F}"/>
          </ac:spMkLst>
        </pc:spChg>
        <pc:spChg chg="add mod">
          <ac:chgData name="Rahul Sudhakar Kulkarni" userId="a61ff142-3504-478b-bc21-c75d898c2f10" providerId="ADAL" clId="{069E650D-28CB-4110-A298-EF6415CF8767}" dt="2026-08-27T11:58:01.626" v="1082" actId="1076"/>
          <ac:spMkLst>
            <pc:docMk/>
            <pc:sldMk cId="4266840583" sldId="335"/>
            <ac:spMk id="121" creationId="{A517EED6-811C-8054-D741-6F8E485CB8A5}"/>
          </ac:spMkLst>
        </pc:spChg>
        <pc:spChg chg="add mod">
          <ac:chgData name="Rahul Sudhakar Kulkarni" userId="a61ff142-3504-478b-bc21-c75d898c2f10" providerId="ADAL" clId="{069E650D-28CB-4110-A298-EF6415CF8767}" dt="2026-08-27T11:58:51.065" v="1092"/>
          <ac:spMkLst>
            <pc:docMk/>
            <pc:sldMk cId="4266840583" sldId="335"/>
            <ac:spMk id="123" creationId="{846297D1-C8CC-8094-E00A-F6BB8423555D}"/>
          </ac:spMkLst>
        </pc:spChg>
        <pc:spChg chg="add mod">
          <ac:chgData name="Rahul Sudhakar Kulkarni" userId="a61ff142-3504-478b-bc21-c75d898c2f10" providerId="ADAL" clId="{069E650D-28CB-4110-A298-EF6415CF8767}" dt="2026-08-27T11:58:51.065" v="1092"/>
          <ac:spMkLst>
            <pc:docMk/>
            <pc:sldMk cId="4266840583" sldId="335"/>
            <ac:spMk id="124" creationId="{356D2C71-89A8-213B-2783-76C7436E9273}"/>
          </ac:spMkLst>
        </pc:spChg>
        <pc:spChg chg="add mod">
          <ac:chgData name="Rahul Sudhakar Kulkarni" userId="a61ff142-3504-478b-bc21-c75d898c2f10" providerId="ADAL" clId="{069E650D-28CB-4110-A298-EF6415CF8767}" dt="2026-08-27T11:59:10.484" v="1096" actId="1076"/>
          <ac:spMkLst>
            <pc:docMk/>
            <pc:sldMk cId="4266840583" sldId="335"/>
            <ac:spMk id="125" creationId="{0EFB2F7B-2F37-2149-9075-B466544D067A}"/>
          </ac:spMkLst>
        </pc:spChg>
        <pc:spChg chg="del mod">
          <ac:chgData name="Rahul Sudhakar Kulkarni" userId="a61ff142-3504-478b-bc21-c75d898c2f10" providerId="ADAL" clId="{069E650D-28CB-4110-A298-EF6415CF8767}" dt="2026-08-27T11:59:20.296" v="1097" actId="478"/>
          <ac:spMkLst>
            <pc:docMk/>
            <pc:sldMk cId="4266840583" sldId="335"/>
            <ac:spMk id="126" creationId="{1A140B41-9804-9D68-BB39-577E975F9023}"/>
          </ac:spMkLst>
        </pc:spChg>
        <pc:spChg chg="add mod">
          <ac:chgData name="Rahul Sudhakar Kulkarni" userId="a61ff142-3504-478b-bc21-c75d898c2f10" providerId="ADAL" clId="{069E650D-28CB-4110-A298-EF6415CF8767}" dt="2026-08-27T11:59:10.484" v="1096" actId="1076"/>
          <ac:spMkLst>
            <pc:docMk/>
            <pc:sldMk cId="4266840583" sldId="335"/>
            <ac:spMk id="129" creationId="{EDCC67AC-4E45-1BAC-58BE-3803AE245B3E}"/>
          </ac:spMkLst>
        </pc:spChg>
        <pc:spChg chg="add mod">
          <ac:chgData name="Rahul Sudhakar Kulkarni" userId="a61ff142-3504-478b-bc21-c75d898c2f10" providerId="ADAL" clId="{069E650D-28CB-4110-A298-EF6415CF8767}" dt="2026-08-27T11:59:10.484" v="1096" actId="1076"/>
          <ac:spMkLst>
            <pc:docMk/>
            <pc:sldMk cId="4266840583" sldId="335"/>
            <ac:spMk id="130" creationId="{2A083CF8-5844-B26C-9379-7020AE8C4302}"/>
          </ac:spMkLst>
        </pc:spChg>
        <pc:spChg chg="add mod">
          <ac:chgData name="Rahul Sudhakar Kulkarni" userId="a61ff142-3504-478b-bc21-c75d898c2f10" providerId="ADAL" clId="{069E650D-28CB-4110-A298-EF6415CF8767}" dt="2026-08-27T11:59:10.484" v="1096" actId="1076"/>
          <ac:spMkLst>
            <pc:docMk/>
            <pc:sldMk cId="4266840583" sldId="335"/>
            <ac:spMk id="132" creationId="{4F79D183-4402-537C-2A0A-FF8117B7F431}"/>
          </ac:spMkLst>
        </pc:spChg>
        <pc:spChg chg="add mod">
          <ac:chgData name="Rahul Sudhakar Kulkarni" userId="a61ff142-3504-478b-bc21-c75d898c2f10" providerId="ADAL" clId="{069E650D-28CB-4110-A298-EF6415CF8767}" dt="2026-08-27T11:59:10.484" v="1096" actId="1076"/>
          <ac:spMkLst>
            <pc:docMk/>
            <pc:sldMk cId="4266840583" sldId="335"/>
            <ac:spMk id="133" creationId="{C4991A38-E5C2-2E54-A0AB-6BA5817CE612}"/>
          </ac:spMkLst>
        </pc:spChg>
        <pc:spChg chg="add mod">
          <ac:chgData name="Rahul Sudhakar Kulkarni" userId="a61ff142-3504-478b-bc21-c75d898c2f10" providerId="ADAL" clId="{069E650D-28CB-4110-A298-EF6415CF8767}" dt="2026-08-27T11:59:10.484" v="1096" actId="1076"/>
          <ac:spMkLst>
            <pc:docMk/>
            <pc:sldMk cId="4266840583" sldId="335"/>
            <ac:spMk id="136" creationId="{74A6A210-2AE5-E3F9-A334-C854CFDE7C29}"/>
          </ac:spMkLst>
        </pc:spChg>
        <pc:spChg chg="add mod">
          <ac:chgData name="Rahul Sudhakar Kulkarni" userId="a61ff142-3504-478b-bc21-c75d898c2f10" providerId="ADAL" clId="{069E650D-28CB-4110-A298-EF6415CF8767}" dt="2026-08-27T11:59:10.484" v="1096" actId="1076"/>
          <ac:spMkLst>
            <pc:docMk/>
            <pc:sldMk cId="4266840583" sldId="335"/>
            <ac:spMk id="137" creationId="{509B592E-FCF0-C3A7-11DD-14A2763F865E}"/>
          </ac:spMkLst>
        </pc:spChg>
        <pc:spChg chg="add mod">
          <ac:chgData name="Rahul Sudhakar Kulkarni" userId="a61ff142-3504-478b-bc21-c75d898c2f10" providerId="ADAL" clId="{069E650D-28CB-4110-A298-EF6415CF8767}" dt="2026-08-27T11:59:10.484" v="1096" actId="1076"/>
          <ac:spMkLst>
            <pc:docMk/>
            <pc:sldMk cId="4266840583" sldId="335"/>
            <ac:spMk id="138" creationId="{BFEB36EB-59AB-93E0-F2EF-868CBF51367E}"/>
          </ac:spMkLst>
        </pc:spChg>
        <pc:spChg chg="add mod">
          <ac:chgData name="Rahul Sudhakar Kulkarni" userId="a61ff142-3504-478b-bc21-c75d898c2f10" providerId="ADAL" clId="{069E650D-28CB-4110-A298-EF6415CF8767}" dt="2026-08-27T11:59:10.484" v="1096" actId="1076"/>
          <ac:spMkLst>
            <pc:docMk/>
            <pc:sldMk cId="4266840583" sldId="335"/>
            <ac:spMk id="139" creationId="{AD2D052C-6062-EACF-86D0-2A5BD2F7A27D}"/>
          </ac:spMkLst>
        </pc:spChg>
        <pc:spChg chg="add mod">
          <ac:chgData name="Rahul Sudhakar Kulkarni" userId="a61ff142-3504-478b-bc21-c75d898c2f10" providerId="ADAL" clId="{069E650D-28CB-4110-A298-EF6415CF8767}" dt="2026-08-27T11:59:10.484" v="1096" actId="1076"/>
          <ac:spMkLst>
            <pc:docMk/>
            <pc:sldMk cId="4266840583" sldId="335"/>
            <ac:spMk id="141" creationId="{4ADC5502-9BC2-3E8B-C414-46ACD4422175}"/>
          </ac:spMkLst>
        </pc:spChg>
        <pc:spChg chg="add mod">
          <ac:chgData name="Rahul Sudhakar Kulkarni" userId="a61ff142-3504-478b-bc21-c75d898c2f10" providerId="ADAL" clId="{069E650D-28CB-4110-A298-EF6415CF8767}" dt="2026-08-27T11:59:25.082" v="1100" actId="1076"/>
          <ac:spMkLst>
            <pc:docMk/>
            <pc:sldMk cId="4266840583" sldId="335"/>
            <ac:spMk id="144" creationId="{992C02F8-8370-53DE-B481-A85C5F7256F1}"/>
          </ac:spMkLst>
        </pc:spChg>
        <pc:spChg chg="add mod">
          <ac:chgData name="Rahul Sudhakar Kulkarni" userId="a61ff142-3504-478b-bc21-c75d898c2f10" providerId="ADAL" clId="{069E650D-28CB-4110-A298-EF6415CF8767}" dt="2026-08-27T11:59:25.082" v="1100" actId="1076"/>
          <ac:spMkLst>
            <pc:docMk/>
            <pc:sldMk cId="4266840583" sldId="335"/>
            <ac:spMk id="145" creationId="{ADF0FFD5-85C0-2854-C611-287C591BC239}"/>
          </ac:spMkLst>
        </pc:spChg>
        <pc:grpChg chg="del">
          <ac:chgData name="Rahul Sudhakar Kulkarni" userId="a61ff142-3504-478b-bc21-c75d898c2f10" providerId="ADAL" clId="{069E650D-28CB-4110-A298-EF6415CF8767}" dt="2026-08-27T11:58:17.287" v="1084" actId="478"/>
          <ac:grpSpMkLst>
            <pc:docMk/>
            <pc:sldMk cId="4266840583" sldId="335"/>
            <ac:grpSpMk id="9" creationId="{CE4F660B-11B2-E564-C742-656F50645AF1}"/>
          </ac:grpSpMkLst>
        </pc:grpChg>
      </pc:sldChg>
      <pc:sldChg chg="del ord">
        <pc:chgData name="Rahul Sudhakar Kulkarni" userId="a61ff142-3504-478b-bc21-c75d898c2f10" providerId="ADAL" clId="{069E650D-28CB-4110-A298-EF6415CF8767}" dt="2026-08-28T03:31:58.332" v="1252" actId="47"/>
        <pc:sldMkLst>
          <pc:docMk/>
          <pc:sldMk cId="2045325366" sldId="2146848418"/>
        </pc:sldMkLst>
      </pc:sldChg>
      <pc:sldChg chg="addSp delSp modSp new mod">
        <pc:chgData name="Rahul Sudhakar Kulkarni" userId="a61ff142-3504-478b-bc21-c75d898c2f10" providerId="ADAL" clId="{069E650D-28CB-4110-A298-EF6415CF8767}" dt="2026-08-27T12:19:58.442" v="1225" actId="27636"/>
        <pc:sldMkLst>
          <pc:docMk/>
          <pc:sldMk cId="1886353312" sldId="2146848419"/>
        </pc:sldMkLst>
        <pc:spChg chg="add">
          <ac:chgData name="Rahul Sudhakar Kulkarni" userId="a61ff142-3504-478b-bc21-c75d898c2f10" providerId="ADAL" clId="{069E650D-28CB-4110-A298-EF6415CF8767}" dt="2026-08-27T10:22:14.047" v="389" actId="22"/>
          <ac:spMkLst>
            <pc:docMk/>
            <pc:sldMk cId="1886353312" sldId="2146848419"/>
            <ac:spMk id="3" creationId="{066746D3-F403-A38B-7DF9-38427CA4CC0F}"/>
          </ac:spMkLst>
        </pc:spChg>
        <pc:spChg chg="add mod">
          <ac:chgData name="Rahul Sudhakar Kulkarni" userId="a61ff142-3504-478b-bc21-c75d898c2f10" providerId="ADAL" clId="{069E650D-28CB-4110-A298-EF6415CF8767}" dt="2026-08-27T10:24:55.197" v="391" actId="1076"/>
          <ac:spMkLst>
            <pc:docMk/>
            <pc:sldMk cId="1886353312" sldId="2146848419"/>
            <ac:spMk id="5" creationId="{18939159-D3C2-8274-4A96-EE879FBCA199}"/>
          </ac:spMkLst>
        </pc:spChg>
        <pc:spChg chg="add mod">
          <ac:chgData name="Rahul Sudhakar Kulkarni" userId="a61ff142-3504-478b-bc21-c75d898c2f10" providerId="ADAL" clId="{069E650D-28CB-4110-A298-EF6415CF8767}" dt="2026-08-27T10:24:55.197" v="391" actId="1076"/>
          <ac:spMkLst>
            <pc:docMk/>
            <pc:sldMk cId="1886353312" sldId="2146848419"/>
            <ac:spMk id="7" creationId="{3B4218BD-D16A-A25C-7BB5-A789C705B85C}"/>
          </ac:spMkLst>
        </pc:spChg>
        <pc:spChg chg="add del mod">
          <ac:chgData name="Rahul Sudhakar Kulkarni" userId="a61ff142-3504-478b-bc21-c75d898c2f10" providerId="ADAL" clId="{069E650D-28CB-4110-A298-EF6415CF8767}" dt="2026-08-27T12:19:04.941" v="1199" actId="478"/>
          <ac:spMkLst>
            <pc:docMk/>
            <pc:sldMk cId="1886353312" sldId="2146848419"/>
            <ac:spMk id="9" creationId="{A057E81F-3F51-3FFF-7534-8A9F17101FCB}"/>
          </ac:spMkLst>
        </pc:spChg>
        <pc:spChg chg="add del mod">
          <ac:chgData name="Rahul Sudhakar Kulkarni" userId="a61ff142-3504-478b-bc21-c75d898c2f10" providerId="ADAL" clId="{069E650D-28CB-4110-A298-EF6415CF8767}" dt="2026-08-27T12:19:04.941" v="1199" actId="478"/>
          <ac:spMkLst>
            <pc:docMk/>
            <pc:sldMk cId="1886353312" sldId="2146848419"/>
            <ac:spMk id="11" creationId="{7A9656DC-C28F-5B4B-689D-A75456CF1DE4}"/>
          </ac:spMkLst>
        </pc:spChg>
        <pc:spChg chg="add del mod">
          <ac:chgData name="Rahul Sudhakar Kulkarni" userId="a61ff142-3504-478b-bc21-c75d898c2f10" providerId="ADAL" clId="{069E650D-28CB-4110-A298-EF6415CF8767}" dt="2026-08-27T12:19:24.755" v="1202" actId="478"/>
          <ac:spMkLst>
            <pc:docMk/>
            <pc:sldMk cId="1886353312" sldId="2146848419"/>
            <ac:spMk id="13" creationId="{AA35B049-9014-0096-37D8-908249D22D35}"/>
          </ac:spMkLst>
        </pc:spChg>
        <pc:spChg chg="add del mod">
          <ac:chgData name="Rahul Sudhakar Kulkarni" userId="a61ff142-3504-478b-bc21-c75d898c2f10" providerId="ADAL" clId="{069E650D-28CB-4110-A298-EF6415CF8767}" dt="2026-08-27T12:19:24.755" v="1202" actId="478"/>
          <ac:spMkLst>
            <pc:docMk/>
            <pc:sldMk cId="1886353312" sldId="2146848419"/>
            <ac:spMk id="15" creationId="{085335A7-C756-94D3-7A80-79AF36EB2243}"/>
          </ac:spMkLst>
        </pc:spChg>
        <pc:spChg chg="add del mod">
          <ac:chgData name="Rahul Sudhakar Kulkarni" userId="a61ff142-3504-478b-bc21-c75d898c2f10" providerId="ADAL" clId="{069E650D-28CB-4110-A298-EF6415CF8767}" dt="2026-08-27T12:19:24.755" v="1202" actId="478"/>
          <ac:spMkLst>
            <pc:docMk/>
            <pc:sldMk cId="1886353312" sldId="2146848419"/>
            <ac:spMk id="17" creationId="{D9560897-6459-7F00-7993-7D77F4BB8727}"/>
          </ac:spMkLst>
        </pc:spChg>
        <pc:spChg chg="add del mod">
          <ac:chgData name="Rahul Sudhakar Kulkarni" userId="a61ff142-3504-478b-bc21-c75d898c2f10" providerId="ADAL" clId="{069E650D-28CB-4110-A298-EF6415CF8767}" dt="2026-08-27T12:19:24.755" v="1202" actId="478"/>
          <ac:spMkLst>
            <pc:docMk/>
            <pc:sldMk cId="1886353312" sldId="2146848419"/>
            <ac:spMk id="19" creationId="{7C587EE7-55F1-AA01-E280-42AF816D9B14}"/>
          </ac:spMkLst>
        </pc:spChg>
        <pc:spChg chg="add mod">
          <ac:chgData name="Rahul Sudhakar Kulkarni" userId="a61ff142-3504-478b-bc21-c75d898c2f10" providerId="ADAL" clId="{069E650D-28CB-4110-A298-EF6415CF8767}" dt="2026-08-27T10:28:08.226" v="397" actId="1076"/>
          <ac:spMkLst>
            <pc:docMk/>
            <pc:sldMk cId="1886353312" sldId="2146848419"/>
            <ac:spMk id="21" creationId="{32CA0622-6B50-2F25-560E-1287CED515CF}"/>
          </ac:spMkLst>
        </pc:spChg>
        <pc:spChg chg="add mod">
          <ac:chgData name="Rahul Sudhakar Kulkarni" userId="a61ff142-3504-478b-bc21-c75d898c2f10" providerId="ADAL" clId="{069E650D-28CB-4110-A298-EF6415CF8767}" dt="2026-08-27T10:28:08.226" v="397" actId="1076"/>
          <ac:spMkLst>
            <pc:docMk/>
            <pc:sldMk cId="1886353312" sldId="2146848419"/>
            <ac:spMk id="23" creationId="{506185DE-AF2B-762D-8E99-E2B5E25BD7AE}"/>
          </ac:spMkLst>
        </pc:spChg>
        <pc:spChg chg="add del mod">
          <ac:chgData name="Rahul Sudhakar Kulkarni" userId="a61ff142-3504-478b-bc21-c75d898c2f10" providerId="ADAL" clId="{069E650D-28CB-4110-A298-EF6415CF8767}" dt="2026-08-27T12:19:35.411" v="1208" actId="478"/>
          <ac:spMkLst>
            <pc:docMk/>
            <pc:sldMk cId="1886353312" sldId="2146848419"/>
            <ac:spMk id="25" creationId="{D6CDB2CA-41FB-1802-59A6-8838FC7F64ED}"/>
          </ac:spMkLst>
        </pc:spChg>
        <pc:spChg chg="add del mod">
          <ac:chgData name="Rahul Sudhakar Kulkarni" userId="a61ff142-3504-478b-bc21-c75d898c2f10" providerId="ADAL" clId="{069E650D-28CB-4110-A298-EF6415CF8767}" dt="2026-08-27T12:19:35.411" v="1208" actId="478"/>
          <ac:spMkLst>
            <pc:docMk/>
            <pc:sldMk cId="1886353312" sldId="2146848419"/>
            <ac:spMk id="27" creationId="{E6BDC49F-18DF-1FEF-0E44-2EB45C05A1D1}"/>
          </ac:spMkLst>
        </pc:spChg>
        <pc:spChg chg="add">
          <ac:chgData name="Rahul Sudhakar Kulkarni" userId="a61ff142-3504-478b-bc21-c75d898c2f10" providerId="ADAL" clId="{069E650D-28CB-4110-A298-EF6415CF8767}" dt="2026-08-27T12:19:06.051" v="1200" actId="22"/>
          <ac:spMkLst>
            <pc:docMk/>
            <pc:sldMk cId="1886353312" sldId="2146848419"/>
            <ac:spMk id="29" creationId="{ECB85C4E-E4DC-6386-2053-71D6B50E6F6C}"/>
          </ac:spMkLst>
        </pc:spChg>
        <pc:spChg chg="add">
          <ac:chgData name="Rahul Sudhakar Kulkarni" userId="a61ff142-3504-478b-bc21-c75d898c2f10" providerId="ADAL" clId="{069E650D-28CB-4110-A298-EF6415CF8767}" dt="2026-08-27T12:19:06.051" v="1200" actId="22"/>
          <ac:spMkLst>
            <pc:docMk/>
            <pc:sldMk cId="1886353312" sldId="2146848419"/>
            <ac:spMk id="31" creationId="{AAFAA49C-DE79-C251-258B-9541BCE8D989}"/>
          </ac:spMkLst>
        </pc:spChg>
        <pc:spChg chg="add">
          <ac:chgData name="Rahul Sudhakar Kulkarni" userId="a61ff142-3504-478b-bc21-c75d898c2f10" providerId="ADAL" clId="{069E650D-28CB-4110-A298-EF6415CF8767}" dt="2026-08-27T12:19:06.051" v="1200" actId="22"/>
          <ac:spMkLst>
            <pc:docMk/>
            <pc:sldMk cId="1886353312" sldId="2146848419"/>
            <ac:spMk id="33" creationId="{FC990158-33B0-1314-8BB5-332C7A0DDF11}"/>
          </ac:spMkLst>
        </pc:spChg>
        <pc:spChg chg="add">
          <ac:chgData name="Rahul Sudhakar Kulkarni" userId="a61ff142-3504-478b-bc21-c75d898c2f10" providerId="ADAL" clId="{069E650D-28CB-4110-A298-EF6415CF8767}" dt="2026-08-27T12:19:06.051" v="1200" actId="22"/>
          <ac:spMkLst>
            <pc:docMk/>
            <pc:sldMk cId="1886353312" sldId="2146848419"/>
            <ac:spMk id="35" creationId="{A7EA56BF-8F08-18AF-5163-128B04B04A99}"/>
          </ac:spMkLst>
        </pc:spChg>
        <pc:spChg chg="add">
          <ac:chgData name="Rahul Sudhakar Kulkarni" userId="a61ff142-3504-478b-bc21-c75d898c2f10" providerId="ADAL" clId="{069E650D-28CB-4110-A298-EF6415CF8767}" dt="2026-08-27T12:19:06.051" v="1200" actId="22"/>
          <ac:spMkLst>
            <pc:docMk/>
            <pc:sldMk cId="1886353312" sldId="2146848419"/>
            <ac:spMk id="37" creationId="{BFA3B5E7-DC31-EB0C-4426-429F91A3DFF5}"/>
          </ac:spMkLst>
        </pc:spChg>
        <pc:spChg chg="add">
          <ac:chgData name="Rahul Sudhakar Kulkarni" userId="a61ff142-3504-478b-bc21-c75d898c2f10" providerId="ADAL" clId="{069E650D-28CB-4110-A298-EF6415CF8767}" dt="2026-08-27T12:19:06.051" v="1200" actId="22"/>
          <ac:spMkLst>
            <pc:docMk/>
            <pc:sldMk cId="1886353312" sldId="2146848419"/>
            <ac:spMk id="39" creationId="{C3FDD509-7F60-DAEB-ED76-9932F27EF545}"/>
          </ac:spMkLst>
        </pc:spChg>
        <pc:spChg chg="add">
          <ac:chgData name="Rahul Sudhakar Kulkarni" userId="a61ff142-3504-478b-bc21-c75d898c2f10" providerId="ADAL" clId="{069E650D-28CB-4110-A298-EF6415CF8767}" dt="2026-08-27T12:19:06.051" v="1200" actId="22"/>
          <ac:spMkLst>
            <pc:docMk/>
            <pc:sldMk cId="1886353312" sldId="2146848419"/>
            <ac:spMk id="41" creationId="{7F986048-9524-4636-82E6-674E1A426B3F}"/>
          </ac:spMkLst>
        </pc:spChg>
        <pc:spChg chg="add mod">
          <ac:chgData name="Rahul Sudhakar Kulkarni" userId="a61ff142-3504-478b-bc21-c75d898c2f10" providerId="ADAL" clId="{069E650D-28CB-4110-A298-EF6415CF8767}" dt="2026-08-27T12:19:06.059" v="1201" actId="27636"/>
          <ac:spMkLst>
            <pc:docMk/>
            <pc:sldMk cId="1886353312" sldId="2146848419"/>
            <ac:spMk id="43" creationId="{C15E1565-47C8-79BE-C3F7-E8B62C09B098}"/>
          </ac:spMkLst>
        </pc:spChg>
        <pc:spChg chg="add">
          <ac:chgData name="Rahul Sudhakar Kulkarni" userId="a61ff142-3504-478b-bc21-c75d898c2f10" providerId="ADAL" clId="{069E650D-28CB-4110-A298-EF6415CF8767}" dt="2026-08-27T12:19:25.645" v="1203" actId="22"/>
          <ac:spMkLst>
            <pc:docMk/>
            <pc:sldMk cId="1886353312" sldId="2146848419"/>
            <ac:spMk id="45" creationId="{701441EB-F026-20C7-50C0-1FDD0E6A6D28}"/>
          </ac:spMkLst>
        </pc:spChg>
        <pc:spChg chg="add">
          <ac:chgData name="Rahul Sudhakar Kulkarni" userId="a61ff142-3504-478b-bc21-c75d898c2f10" providerId="ADAL" clId="{069E650D-28CB-4110-A298-EF6415CF8767}" dt="2026-08-27T12:19:25.645" v="1203" actId="22"/>
          <ac:spMkLst>
            <pc:docMk/>
            <pc:sldMk cId="1886353312" sldId="2146848419"/>
            <ac:spMk id="49" creationId="{EDE21C8E-4331-00A5-ACF6-66088D8C3CC6}"/>
          </ac:spMkLst>
        </pc:spChg>
        <pc:spChg chg="add">
          <ac:chgData name="Rahul Sudhakar Kulkarni" userId="a61ff142-3504-478b-bc21-c75d898c2f10" providerId="ADAL" clId="{069E650D-28CB-4110-A298-EF6415CF8767}" dt="2026-08-27T12:19:25.645" v="1203" actId="22"/>
          <ac:spMkLst>
            <pc:docMk/>
            <pc:sldMk cId="1886353312" sldId="2146848419"/>
            <ac:spMk id="51" creationId="{A891B243-6903-62D1-BD35-1C4790BEEFD5}"/>
          </ac:spMkLst>
        </pc:spChg>
        <pc:spChg chg="add">
          <ac:chgData name="Rahul Sudhakar Kulkarni" userId="a61ff142-3504-478b-bc21-c75d898c2f10" providerId="ADAL" clId="{069E650D-28CB-4110-A298-EF6415CF8767}" dt="2026-08-27T12:19:25.645" v="1203" actId="22"/>
          <ac:spMkLst>
            <pc:docMk/>
            <pc:sldMk cId="1886353312" sldId="2146848419"/>
            <ac:spMk id="53" creationId="{A3914D50-C43D-8A02-17DB-C5AD0ED6605E}"/>
          </ac:spMkLst>
        </pc:spChg>
        <pc:spChg chg="add">
          <ac:chgData name="Rahul Sudhakar Kulkarni" userId="a61ff142-3504-478b-bc21-c75d898c2f10" providerId="ADAL" clId="{069E650D-28CB-4110-A298-EF6415CF8767}" dt="2026-08-27T12:19:25.645" v="1203" actId="22"/>
          <ac:spMkLst>
            <pc:docMk/>
            <pc:sldMk cId="1886353312" sldId="2146848419"/>
            <ac:spMk id="57" creationId="{D9523E3E-5444-C050-0A15-B45B490231FA}"/>
          </ac:spMkLst>
        </pc:spChg>
        <pc:spChg chg="add">
          <ac:chgData name="Rahul Sudhakar Kulkarni" userId="a61ff142-3504-478b-bc21-c75d898c2f10" providerId="ADAL" clId="{069E650D-28CB-4110-A298-EF6415CF8767}" dt="2026-08-27T12:19:25.645" v="1203" actId="22"/>
          <ac:spMkLst>
            <pc:docMk/>
            <pc:sldMk cId="1886353312" sldId="2146848419"/>
            <ac:spMk id="61" creationId="{BE4E8B7A-5FD6-71E8-1AEF-487D8A748991}"/>
          </ac:spMkLst>
        </pc:spChg>
        <pc:spChg chg="add mod">
          <ac:chgData name="Rahul Sudhakar Kulkarni" userId="a61ff142-3504-478b-bc21-c75d898c2f10" providerId="ADAL" clId="{069E650D-28CB-4110-A298-EF6415CF8767}" dt="2026-08-27T12:19:25.657" v="1205" actId="27636"/>
          <ac:spMkLst>
            <pc:docMk/>
            <pc:sldMk cId="1886353312" sldId="2146848419"/>
            <ac:spMk id="63" creationId="{64470DE5-7837-691D-AC3F-0FC1E4243726}"/>
          </ac:spMkLst>
        </pc:spChg>
        <pc:spChg chg="mod">
          <ac:chgData name="Rahul Sudhakar Kulkarni" userId="a61ff142-3504-478b-bc21-c75d898c2f10" providerId="ADAL" clId="{069E650D-28CB-4110-A298-EF6415CF8767}" dt="2026-08-27T12:19:25.657" v="1206" actId="27636"/>
          <ac:spMkLst>
            <pc:docMk/>
            <pc:sldMk cId="1886353312" sldId="2146848419"/>
            <ac:spMk id="71" creationId="{18BD81CE-FE25-9F63-11AB-E1441CEDE3AB}"/>
          </ac:spMkLst>
        </pc:spChg>
        <pc:spChg chg="add">
          <ac:chgData name="Rahul Sudhakar Kulkarni" userId="a61ff142-3504-478b-bc21-c75d898c2f10" providerId="ADAL" clId="{069E650D-28CB-4110-A298-EF6415CF8767}" dt="2026-08-27T12:19:25.645" v="1203" actId="22"/>
          <ac:spMkLst>
            <pc:docMk/>
            <pc:sldMk cId="1886353312" sldId="2146848419"/>
            <ac:spMk id="77" creationId="{A98BF5EC-2BFA-CB7B-5728-5EFAC2A35C55}"/>
          </ac:spMkLst>
        </pc:spChg>
        <pc:spChg chg="add mod">
          <ac:chgData name="Rahul Sudhakar Kulkarni" userId="a61ff142-3504-478b-bc21-c75d898c2f10" providerId="ADAL" clId="{069E650D-28CB-4110-A298-EF6415CF8767}" dt="2026-08-27T12:19:25.655" v="1204" actId="27636"/>
          <ac:spMkLst>
            <pc:docMk/>
            <pc:sldMk cId="1886353312" sldId="2146848419"/>
            <ac:spMk id="79" creationId="{2F1012D7-1B8E-1F08-6D6F-D05A9AAA31A7}"/>
          </ac:spMkLst>
        </pc:spChg>
        <pc:spChg chg="add">
          <ac:chgData name="Rahul Sudhakar Kulkarni" userId="a61ff142-3504-478b-bc21-c75d898c2f10" providerId="ADAL" clId="{069E650D-28CB-4110-A298-EF6415CF8767}" dt="2026-08-27T12:19:25.645" v="1203" actId="22"/>
          <ac:spMkLst>
            <pc:docMk/>
            <pc:sldMk cId="1886353312" sldId="2146848419"/>
            <ac:spMk id="85" creationId="{9009AA34-2A3F-6D48-446C-855D1EFAC574}"/>
          </ac:spMkLst>
        </pc:spChg>
        <pc:spChg chg="mod">
          <ac:chgData name="Rahul Sudhakar Kulkarni" userId="a61ff142-3504-478b-bc21-c75d898c2f10" providerId="ADAL" clId="{069E650D-28CB-4110-A298-EF6415CF8767}" dt="2026-08-27T12:19:25.661" v="1207" actId="27636"/>
          <ac:spMkLst>
            <pc:docMk/>
            <pc:sldMk cId="1886353312" sldId="2146848419"/>
            <ac:spMk id="87" creationId="{BA48ED06-C820-72F6-9BD1-39026ADEFCE5}"/>
          </ac:spMkLst>
        </pc:spChg>
        <pc:spChg chg="del">
          <ac:chgData name="Rahul Sudhakar Kulkarni" userId="a61ff142-3504-478b-bc21-c75d898c2f10" providerId="ADAL" clId="{069E650D-28CB-4110-A298-EF6415CF8767}" dt="2026-08-27T12:19:58.326" v="1217" actId="22"/>
          <ac:spMkLst>
            <pc:docMk/>
            <pc:sldMk cId="1886353312" sldId="2146848419"/>
            <ac:spMk id="89" creationId="{D1AD1D36-D5B5-87E4-6455-00F73CEE9EE2}"/>
          </ac:spMkLst>
        </pc:spChg>
        <pc:spChg chg="add">
          <ac:chgData name="Rahul Sudhakar Kulkarni" userId="a61ff142-3504-478b-bc21-c75d898c2f10" providerId="ADAL" clId="{069E650D-28CB-4110-A298-EF6415CF8767}" dt="2026-08-27T12:19:43.255" v="1209" actId="22"/>
          <ac:spMkLst>
            <pc:docMk/>
            <pc:sldMk cId="1886353312" sldId="2146848419"/>
            <ac:spMk id="91" creationId="{624AC8D5-63B5-8229-F98F-453B3B4DB70C}"/>
          </ac:spMkLst>
        </pc:spChg>
        <pc:spChg chg="add del mod">
          <ac:chgData name="Rahul Sudhakar Kulkarni" userId="a61ff142-3504-478b-bc21-c75d898c2f10" providerId="ADAL" clId="{069E650D-28CB-4110-A298-EF6415CF8767}" dt="2026-08-27T12:19:58.326" v="1217" actId="22"/>
          <ac:spMkLst>
            <pc:docMk/>
            <pc:sldMk cId="1886353312" sldId="2146848419"/>
            <ac:spMk id="93" creationId="{1A9A51F8-63B5-13A6-94AD-8FFFE7AF9E87}"/>
          </ac:spMkLst>
        </pc:spChg>
        <pc:spChg chg="add">
          <ac:chgData name="Rahul Sudhakar Kulkarni" userId="a61ff142-3504-478b-bc21-c75d898c2f10" providerId="ADAL" clId="{069E650D-28CB-4110-A298-EF6415CF8767}" dt="2026-08-27T12:19:43.255" v="1209" actId="22"/>
          <ac:spMkLst>
            <pc:docMk/>
            <pc:sldMk cId="1886353312" sldId="2146848419"/>
            <ac:spMk id="103" creationId="{E3300155-F548-EE1E-4417-A0E8D9CA3E60}"/>
          </ac:spMkLst>
        </pc:spChg>
        <pc:spChg chg="mod">
          <ac:chgData name="Rahul Sudhakar Kulkarni" userId="a61ff142-3504-478b-bc21-c75d898c2f10" providerId="ADAL" clId="{069E650D-28CB-4110-A298-EF6415CF8767}" dt="2026-08-27T12:19:43.300" v="1213" actId="27636"/>
          <ac:spMkLst>
            <pc:docMk/>
            <pc:sldMk cId="1886353312" sldId="2146848419"/>
            <ac:spMk id="105" creationId="{050384F9-2A52-1D03-5E50-D66897E0A509}"/>
          </ac:spMkLst>
        </pc:spChg>
        <pc:spChg chg="del">
          <ac:chgData name="Rahul Sudhakar Kulkarni" userId="a61ff142-3504-478b-bc21-c75d898c2f10" providerId="ADAL" clId="{069E650D-28CB-4110-A298-EF6415CF8767}" dt="2026-08-27T12:19:58.326" v="1217" actId="22"/>
          <ac:spMkLst>
            <pc:docMk/>
            <pc:sldMk cId="1886353312" sldId="2146848419"/>
            <ac:spMk id="107" creationId="{C9DA477B-87DD-1B00-5C3E-394B0BF0661F}"/>
          </ac:spMkLst>
        </pc:spChg>
        <pc:spChg chg="add del">
          <ac:chgData name="Rahul Sudhakar Kulkarni" userId="a61ff142-3504-478b-bc21-c75d898c2f10" providerId="ADAL" clId="{069E650D-28CB-4110-A298-EF6415CF8767}" dt="2026-08-27T12:19:58.326" v="1217" actId="22"/>
          <ac:spMkLst>
            <pc:docMk/>
            <pc:sldMk cId="1886353312" sldId="2146848419"/>
            <ac:spMk id="109" creationId="{500D606A-45DC-DADB-E858-EE85D2BC2434}"/>
          </ac:spMkLst>
        </pc:spChg>
        <pc:spChg chg="add del">
          <ac:chgData name="Rahul Sudhakar Kulkarni" userId="a61ff142-3504-478b-bc21-c75d898c2f10" providerId="ADAL" clId="{069E650D-28CB-4110-A298-EF6415CF8767}" dt="2026-08-27T12:19:58.326" v="1217" actId="22"/>
          <ac:spMkLst>
            <pc:docMk/>
            <pc:sldMk cId="1886353312" sldId="2146848419"/>
            <ac:spMk id="111" creationId="{E084C2A2-CB83-38D6-EF2F-4D1D2DEAF312}"/>
          </ac:spMkLst>
        </pc:spChg>
        <pc:spChg chg="add">
          <ac:chgData name="Rahul Sudhakar Kulkarni" userId="a61ff142-3504-478b-bc21-c75d898c2f10" providerId="ADAL" clId="{069E650D-28CB-4110-A298-EF6415CF8767}" dt="2026-08-27T12:19:43.255" v="1209" actId="22"/>
          <ac:spMkLst>
            <pc:docMk/>
            <pc:sldMk cId="1886353312" sldId="2146848419"/>
            <ac:spMk id="113" creationId="{72E60692-2214-614C-2510-CF8C0119622E}"/>
          </ac:spMkLst>
        </pc:spChg>
        <pc:spChg chg="mod">
          <ac:chgData name="Rahul Sudhakar Kulkarni" userId="a61ff142-3504-478b-bc21-c75d898c2f10" providerId="ADAL" clId="{069E650D-28CB-4110-A298-EF6415CF8767}" dt="2026-08-27T12:19:43.309" v="1216" actId="27636"/>
          <ac:spMkLst>
            <pc:docMk/>
            <pc:sldMk cId="1886353312" sldId="2146848419"/>
            <ac:spMk id="115" creationId="{9B66EA19-98BC-56A2-369B-66857FC9503A}"/>
          </ac:spMkLst>
        </pc:spChg>
        <pc:spChg chg="add">
          <ac:chgData name="Rahul Sudhakar Kulkarni" userId="a61ff142-3504-478b-bc21-c75d898c2f10" providerId="ADAL" clId="{069E650D-28CB-4110-A298-EF6415CF8767}" dt="2026-08-27T12:19:43.255" v="1209" actId="22"/>
          <ac:spMkLst>
            <pc:docMk/>
            <pc:sldMk cId="1886353312" sldId="2146848419"/>
            <ac:spMk id="117" creationId="{7F9015F0-54F2-E2CC-31B3-992F539884C5}"/>
          </ac:spMkLst>
        </pc:spChg>
        <pc:spChg chg="add del">
          <ac:chgData name="Rahul Sudhakar Kulkarni" userId="a61ff142-3504-478b-bc21-c75d898c2f10" providerId="ADAL" clId="{069E650D-28CB-4110-A298-EF6415CF8767}" dt="2026-08-27T12:19:58.326" v="1217" actId="22"/>
          <ac:spMkLst>
            <pc:docMk/>
            <pc:sldMk cId="1886353312" sldId="2146848419"/>
            <ac:spMk id="123" creationId="{23B6E3F8-CD97-5000-3EA2-CDDD3A56D028}"/>
          </ac:spMkLst>
        </pc:spChg>
        <pc:spChg chg="mod">
          <ac:chgData name="Rahul Sudhakar Kulkarni" userId="a61ff142-3504-478b-bc21-c75d898c2f10" providerId="ADAL" clId="{069E650D-28CB-4110-A298-EF6415CF8767}" dt="2026-08-27T12:19:43.303" v="1214" actId="27636"/>
          <ac:spMkLst>
            <pc:docMk/>
            <pc:sldMk cId="1886353312" sldId="2146848419"/>
            <ac:spMk id="125" creationId="{6CCC08BF-3851-EA97-16A1-BEAF091B1F8B}"/>
          </ac:spMkLst>
        </pc:spChg>
        <pc:spChg chg="del">
          <ac:chgData name="Rahul Sudhakar Kulkarni" userId="a61ff142-3504-478b-bc21-c75d898c2f10" providerId="ADAL" clId="{069E650D-28CB-4110-A298-EF6415CF8767}" dt="2026-08-27T12:19:58.326" v="1217" actId="22"/>
          <ac:spMkLst>
            <pc:docMk/>
            <pc:sldMk cId="1886353312" sldId="2146848419"/>
            <ac:spMk id="127" creationId="{8255D1C4-DE4A-CA90-648E-A88680A0447D}"/>
          </ac:spMkLst>
        </pc:spChg>
        <pc:spChg chg="del">
          <ac:chgData name="Rahul Sudhakar Kulkarni" userId="a61ff142-3504-478b-bc21-c75d898c2f10" providerId="ADAL" clId="{069E650D-28CB-4110-A298-EF6415CF8767}" dt="2026-08-27T12:19:58.326" v="1217" actId="22"/>
          <ac:spMkLst>
            <pc:docMk/>
            <pc:sldMk cId="1886353312" sldId="2146848419"/>
            <ac:spMk id="133" creationId="{AD5577E1-0CDF-A02C-D809-A4ED97305970}"/>
          </ac:spMkLst>
        </pc:spChg>
        <pc:spChg chg="mod">
          <ac:chgData name="Rahul Sudhakar Kulkarni" userId="a61ff142-3504-478b-bc21-c75d898c2f10" providerId="ADAL" clId="{069E650D-28CB-4110-A298-EF6415CF8767}" dt="2026-08-27T12:19:43.294" v="1211" actId="27636"/>
          <ac:spMkLst>
            <pc:docMk/>
            <pc:sldMk cId="1886353312" sldId="2146848419"/>
            <ac:spMk id="135" creationId="{6CB102E8-6181-A9DF-9D11-0334148BC131}"/>
          </ac:spMkLst>
        </pc:spChg>
        <pc:spChg chg="add">
          <ac:chgData name="Rahul Sudhakar Kulkarni" userId="a61ff142-3504-478b-bc21-c75d898c2f10" providerId="ADAL" clId="{069E650D-28CB-4110-A298-EF6415CF8767}" dt="2026-08-27T12:19:43.255" v="1209" actId="22"/>
          <ac:spMkLst>
            <pc:docMk/>
            <pc:sldMk cId="1886353312" sldId="2146848419"/>
            <ac:spMk id="143" creationId="{29DCA760-9624-5556-C4B6-DE75DEF919F2}"/>
          </ac:spMkLst>
        </pc:spChg>
        <pc:spChg chg="mod">
          <ac:chgData name="Rahul Sudhakar Kulkarni" userId="a61ff142-3504-478b-bc21-c75d898c2f10" providerId="ADAL" clId="{069E650D-28CB-4110-A298-EF6415CF8767}" dt="2026-08-27T12:19:43.307" v="1215" actId="27636"/>
          <ac:spMkLst>
            <pc:docMk/>
            <pc:sldMk cId="1886353312" sldId="2146848419"/>
            <ac:spMk id="145" creationId="{0D3941DA-252E-C3AE-00EB-ED3EDAC48EB4}"/>
          </ac:spMkLst>
        </pc:spChg>
        <pc:spChg chg="del">
          <ac:chgData name="Rahul Sudhakar Kulkarni" userId="a61ff142-3504-478b-bc21-c75d898c2f10" providerId="ADAL" clId="{069E650D-28CB-4110-A298-EF6415CF8767}" dt="2026-08-27T12:19:58.326" v="1217" actId="22"/>
          <ac:spMkLst>
            <pc:docMk/>
            <pc:sldMk cId="1886353312" sldId="2146848419"/>
            <ac:spMk id="151" creationId="{1C94A63C-A912-1C6C-7F73-E9E8830650F8}"/>
          </ac:spMkLst>
        </pc:spChg>
        <pc:spChg chg="del">
          <ac:chgData name="Rahul Sudhakar Kulkarni" userId="a61ff142-3504-478b-bc21-c75d898c2f10" providerId="ADAL" clId="{069E650D-28CB-4110-A298-EF6415CF8767}" dt="2026-08-27T12:19:58.326" v="1217" actId="22"/>
          <ac:spMkLst>
            <pc:docMk/>
            <pc:sldMk cId="1886353312" sldId="2146848419"/>
            <ac:spMk id="153" creationId="{48B581AA-2D2F-A998-DD0D-1042F901530C}"/>
          </ac:spMkLst>
        </pc:spChg>
        <pc:spChg chg="add mod">
          <ac:chgData name="Rahul Sudhakar Kulkarni" userId="a61ff142-3504-478b-bc21-c75d898c2f10" providerId="ADAL" clId="{069E650D-28CB-4110-A298-EF6415CF8767}" dt="2026-08-27T12:19:43.290" v="1210" actId="27636"/>
          <ac:spMkLst>
            <pc:docMk/>
            <pc:sldMk cId="1886353312" sldId="2146848419"/>
            <ac:spMk id="155" creationId="{CE0C9EFC-84DD-B9EF-C065-9CEFA1610116}"/>
          </ac:spMkLst>
        </pc:spChg>
        <pc:spChg chg="add mod">
          <ac:chgData name="Rahul Sudhakar Kulkarni" userId="a61ff142-3504-478b-bc21-c75d898c2f10" providerId="ADAL" clId="{069E650D-28CB-4110-A298-EF6415CF8767}" dt="2026-08-27T12:19:58.434" v="1223" actId="27636"/>
          <ac:spMkLst>
            <pc:docMk/>
            <pc:sldMk cId="1886353312" sldId="2146848419"/>
            <ac:spMk id="158" creationId="{6C6DF320-207C-ADA5-405D-752B9D00A427}"/>
          </ac:spMkLst>
        </pc:spChg>
        <pc:spChg chg="add mod">
          <ac:chgData name="Rahul Sudhakar Kulkarni" userId="a61ff142-3504-478b-bc21-c75d898c2f10" providerId="ADAL" clId="{069E650D-28CB-4110-A298-EF6415CF8767}" dt="2026-08-27T12:19:58.343" v="1218"/>
          <ac:spMkLst>
            <pc:docMk/>
            <pc:sldMk cId="1886353312" sldId="2146848419"/>
            <ac:spMk id="161" creationId="{188573D6-1CBF-A233-C8B8-B1C7C2EBDF12}"/>
          </ac:spMkLst>
        </pc:spChg>
        <pc:spChg chg="add mod">
          <ac:chgData name="Rahul Sudhakar Kulkarni" userId="a61ff142-3504-478b-bc21-c75d898c2f10" providerId="ADAL" clId="{069E650D-28CB-4110-A298-EF6415CF8767}" dt="2026-08-27T12:19:58.343" v="1218"/>
          <ac:spMkLst>
            <pc:docMk/>
            <pc:sldMk cId="1886353312" sldId="2146848419"/>
            <ac:spMk id="162" creationId="{F05362AF-12EF-2974-D954-20F190A769A5}"/>
          </ac:spMkLst>
        </pc:spChg>
        <pc:spChg chg="add mod">
          <ac:chgData name="Rahul Sudhakar Kulkarni" userId="a61ff142-3504-478b-bc21-c75d898c2f10" providerId="ADAL" clId="{069E650D-28CB-4110-A298-EF6415CF8767}" dt="2026-08-27T12:19:58.343" v="1218"/>
          <ac:spMkLst>
            <pc:docMk/>
            <pc:sldMk cId="1886353312" sldId="2146848419"/>
            <ac:spMk id="163" creationId="{0352F25B-40BA-5DDF-66D8-154716A077EF}"/>
          </ac:spMkLst>
        </pc:spChg>
        <pc:spChg chg="add mod">
          <ac:chgData name="Rahul Sudhakar Kulkarni" userId="a61ff142-3504-478b-bc21-c75d898c2f10" providerId="ADAL" clId="{069E650D-28CB-4110-A298-EF6415CF8767}" dt="2026-08-27T12:19:58.438" v="1224" actId="27636"/>
          <ac:spMkLst>
            <pc:docMk/>
            <pc:sldMk cId="1886353312" sldId="2146848419"/>
            <ac:spMk id="164" creationId="{7BDEAEE3-2F48-DBFD-B370-084CCF4A172F}"/>
          </ac:spMkLst>
        </pc:spChg>
        <pc:spChg chg="add mod">
          <ac:chgData name="Rahul Sudhakar Kulkarni" userId="a61ff142-3504-478b-bc21-c75d898c2f10" providerId="ADAL" clId="{069E650D-28CB-4110-A298-EF6415CF8767}" dt="2026-08-27T12:19:58.343" v="1218"/>
          <ac:spMkLst>
            <pc:docMk/>
            <pc:sldMk cId="1886353312" sldId="2146848419"/>
            <ac:spMk id="168" creationId="{3B81DF58-D250-538E-037E-D5EA9F794AA8}"/>
          </ac:spMkLst>
        </pc:spChg>
        <pc:spChg chg="mod">
          <ac:chgData name="Rahul Sudhakar Kulkarni" userId="a61ff142-3504-478b-bc21-c75d898c2f10" providerId="ADAL" clId="{069E650D-28CB-4110-A298-EF6415CF8767}" dt="2026-08-27T12:19:58.414" v="1219" actId="27636"/>
          <ac:spMkLst>
            <pc:docMk/>
            <pc:sldMk cId="1886353312" sldId="2146848419"/>
            <ac:spMk id="169" creationId="{510E5A8F-3331-D52A-A19D-DB5C2043BD6D}"/>
          </ac:spMkLst>
        </pc:spChg>
        <pc:spChg chg="add mod">
          <ac:chgData name="Rahul Sudhakar Kulkarni" userId="a61ff142-3504-478b-bc21-c75d898c2f10" providerId="ADAL" clId="{069E650D-28CB-4110-A298-EF6415CF8767}" dt="2026-08-27T12:19:58.343" v="1218"/>
          <ac:spMkLst>
            <pc:docMk/>
            <pc:sldMk cId="1886353312" sldId="2146848419"/>
            <ac:spMk id="172" creationId="{7EF9AC3F-0966-FBDC-7191-17FEC8CB072A}"/>
          </ac:spMkLst>
        </pc:spChg>
        <pc:spChg chg="mod">
          <ac:chgData name="Rahul Sudhakar Kulkarni" userId="a61ff142-3504-478b-bc21-c75d898c2f10" providerId="ADAL" clId="{069E650D-28CB-4110-A298-EF6415CF8767}" dt="2026-08-27T12:19:58.421" v="1220" actId="27636"/>
          <ac:spMkLst>
            <pc:docMk/>
            <pc:sldMk cId="1886353312" sldId="2146848419"/>
            <ac:spMk id="174" creationId="{5B9B67F2-8B83-CE61-771E-94236A38535D}"/>
          </ac:spMkLst>
        </pc:spChg>
        <pc:spChg chg="add mod">
          <ac:chgData name="Rahul Sudhakar Kulkarni" userId="a61ff142-3504-478b-bc21-c75d898c2f10" providerId="ADAL" clId="{069E650D-28CB-4110-A298-EF6415CF8767}" dt="2026-08-27T12:19:58.343" v="1218"/>
          <ac:spMkLst>
            <pc:docMk/>
            <pc:sldMk cId="1886353312" sldId="2146848419"/>
            <ac:spMk id="178" creationId="{71FC21C0-FF37-3EA9-F7CE-FDEF89A7485A}"/>
          </ac:spMkLst>
        </pc:spChg>
        <pc:spChg chg="mod">
          <ac:chgData name="Rahul Sudhakar Kulkarni" userId="a61ff142-3504-478b-bc21-c75d898c2f10" providerId="ADAL" clId="{069E650D-28CB-4110-A298-EF6415CF8767}" dt="2026-08-27T12:19:58.430" v="1222" actId="27636"/>
          <ac:spMkLst>
            <pc:docMk/>
            <pc:sldMk cId="1886353312" sldId="2146848419"/>
            <ac:spMk id="179" creationId="{71FA2805-3F5E-050A-0A5E-19FF705AFCB1}"/>
          </ac:spMkLst>
        </pc:spChg>
        <pc:spChg chg="add mod">
          <ac:chgData name="Rahul Sudhakar Kulkarni" userId="a61ff142-3504-478b-bc21-c75d898c2f10" providerId="ADAL" clId="{069E650D-28CB-4110-A298-EF6415CF8767}" dt="2026-08-27T12:19:58.343" v="1218"/>
          <ac:spMkLst>
            <pc:docMk/>
            <pc:sldMk cId="1886353312" sldId="2146848419"/>
            <ac:spMk id="181" creationId="{EF201813-18E8-67AB-93B7-E2CD2DF2E4EE}"/>
          </ac:spMkLst>
        </pc:spChg>
        <pc:spChg chg="mod">
          <ac:chgData name="Rahul Sudhakar Kulkarni" userId="a61ff142-3504-478b-bc21-c75d898c2f10" providerId="ADAL" clId="{069E650D-28CB-4110-A298-EF6415CF8767}" dt="2026-08-27T12:19:58.426" v="1221" actId="27636"/>
          <ac:spMkLst>
            <pc:docMk/>
            <pc:sldMk cId="1886353312" sldId="2146848419"/>
            <ac:spMk id="184" creationId="{61F0DC6E-2E6C-A629-370E-883B3DC30EDC}"/>
          </ac:spMkLst>
        </pc:spChg>
        <pc:spChg chg="add mod">
          <ac:chgData name="Rahul Sudhakar Kulkarni" userId="a61ff142-3504-478b-bc21-c75d898c2f10" providerId="ADAL" clId="{069E650D-28CB-4110-A298-EF6415CF8767}" dt="2026-08-27T12:19:58.343" v="1218"/>
          <ac:spMkLst>
            <pc:docMk/>
            <pc:sldMk cId="1886353312" sldId="2146848419"/>
            <ac:spMk id="188" creationId="{08BA1DB5-C9F9-A0AB-90BA-F8979213FCEB}"/>
          </ac:spMkLst>
        </pc:spChg>
        <pc:spChg chg="mod">
          <ac:chgData name="Rahul Sudhakar Kulkarni" userId="a61ff142-3504-478b-bc21-c75d898c2f10" providerId="ADAL" clId="{069E650D-28CB-4110-A298-EF6415CF8767}" dt="2026-08-27T12:19:58.442" v="1225" actId="27636"/>
          <ac:spMkLst>
            <pc:docMk/>
            <pc:sldMk cId="1886353312" sldId="2146848419"/>
            <ac:spMk id="189" creationId="{408CA7ED-DFA8-13B4-99DA-B0A6E9BF664F}"/>
          </ac:spMkLst>
        </pc:spChg>
      </pc:sldChg>
      <pc:sldChg chg="add del ord">
        <pc:chgData name="Rahul Sudhakar Kulkarni" userId="a61ff142-3504-478b-bc21-c75d898c2f10" providerId="ADAL" clId="{069E650D-28CB-4110-A298-EF6415CF8767}" dt="2026-08-28T03:31:58.332" v="1252" actId="47"/>
        <pc:sldMkLst>
          <pc:docMk/>
          <pc:sldMk cId="650027900" sldId="2146848420"/>
        </pc:sldMkLst>
      </pc:sldChg>
      <pc:sldChg chg="add del ord">
        <pc:chgData name="Rahul Sudhakar Kulkarni" userId="a61ff142-3504-478b-bc21-c75d898c2f10" providerId="ADAL" clId="{069E650D-28CB-4110-A298-EF6415CF8767}" dt="2026-08-28T03:31:58.332" v="1252" actId="47"/>
        <pc:sldMkLst>
          <pc:docMk/>
          <pc:sldMk cId="2775342399" sldId="2146848421"/>
        </pc:sldMkLst>
      </pc:sldChg>
      <pc:sldChg chg="add del ord">
        <pc:chgData name="Rahul Sudhakar Kulkarni" userId="a61ff142-3504-478b-bc21-c75d898c2f10" providerId="ADAL" clId="{069E650D-28CB-4110-A298-EF6415CF8767}" dt="2026-08-28T03:31:58.332" v="1252" actId="47"/>
        <pc:sldMkLst>
          <pc:docMk/>
          <pc:sldMk cId="3407105989" sldId="2146848422"/>
        </pc:sldMkLst>
      </pc:sldChg>
      <pc:sldChg chg="addSp delSp modSp add mod">
        <pc:chgData name="Rahul Sudhakar Kulkarni" userId="a61ff142-3504-478b-bc21-c75d898c2f10" providerId="ADAL" clId="{069E650D-28CB-4110-A298-EF6415CF8767}" dt="2026-08-27T11:37:33.953" v="932" actId="14100"/>
        <pc:sldMkLst>
          <pc:docMk/>
          <pc:sldMk cId="2629490761" sldId="2146848423"/>
        </pc:sldMkLst>
        <pc:spChg chg="del mod">
          <ac:chgData name="Rahul Sudhakar Kulkarni" userId="a61ff142-3504-478b-bc21-c75d898c2f10" providerId="ADAL" clId="{069E650D-28CB-4110-A298-EF6415CF8767}" dt="2026-08-27T11:25:33.958" v="830" actId="478"/>
          <ac:spMkLst>
            <pc:docMk/>
            <pc:sldMk cId="2629490761" sldId="2146848423"/>
            <ac:spMk id="2" creationId="{5E2D5EF8-C43C-1F66-8C02-961F197BC683}"/>
          </ac:spMkLst>
        </pc:spChg>
        <pc:spChg chg="add del mod">
          <ac:chgData name="Rahul Sudhakar Kulkarni" userId="a61ff142-3504-478b-bc21-c75d898c2f10" providerId="ADAL" clId="{069E650D-28CB-4110-A298-EF6415CF8767}" dt="2026-08-27T11:34:28.062" v="901" actId="478"/>
          <ac:spMkLst>
            <pc:docMk/>
            <pc:sldMk cId="2629490761" sldId="2146848423"/>
            <ac:spMk id="4" creationId="{E5C15FAB-A218-BD1B-870E-27619CF7AE5C}"/>
          </ac:spMkLst>
        </pc:spChg>
        <pc:spChg chg="del">
          <ac:chgData name="Rahul Sudhakar Kulkarni" userId="a61ff142-3504-478b-bc21-c75d898c2f10" providerId="ADAL" clId="{069E650D-28CB-4110-A298-EF6415CF8767}" dt="2026-08-27T11:23:12.056" v="812" actId="478"/>
          <ac:spMkLst>
            <pc:docMk/>
            <pc:sldMk cId="2629490761" sldId="2146848423"/>
            <ac:spMk id="7" creationId="{4FD50302-BD67-9E11-0F38-6FF4D6A23996}"/>
          </ac:spMkLst>
        </pc:spChg>
        <pc:spChg chg="add del mod">
          <ac:chgData name="Rahul Sudhakar Kulkarni" userId="a61ff142-3504-478b-bc21-c75d898c2f10" providerId="ADAL" clId="{069E650D-28CB-4110-A298-EF6415CF8767}" dt="2026-08-27T11:34:26.454" v="900" actId="478"/>
          <ac:spMkLst>
            <pc:docMk/>
            <pc:sldMk cId="2629490761" sldId="2146848423"/>
            <ac:spMk id="8" creationId="{D7EEC818-9997-24D4-6356-5470E3E4E0D6}"/>
          </ac:spMkLst>
        </pc:spChg>
        <pc:spChg chg="mod">
          <ac:chgData name="Rahul Sudhakar Kulkarni" userId="a61ff142-3504-478b-bc21-c75d898c2f10" providerId="ADAL" clId="{069E650D-28CB-4110-A298-EF6415CF8767}" dt="2026-08-27T11:37:33.953" v="932" actId="14100"/>
          <ac:spMkLst>
            <pc:docMk/>
            <pc:sldMk cId="2629490761" sldId="2146848423"/>
            <ac:spMk id="11" creationId="{8AA3380E-F3E5-E39A-EF8E-DE1340D10D88}"/>
          </ac:spMkLst>
        </pc:spChg>
        <pc:spChg chg="add mod">
          <ac:chgData name="Rahul Sudhakar Kulkarni" userId="a61ff142-3504-478b-bc21-c75d898c2f10" providerId="ADAL" clId="{069E650D-28CB-4110-A298-EF6415CF8767}" dt="2026-08-27T11:34:40.502" v="906" actId="1076"/>
          <ac:spMkLst>
            <pc:docMk/>
            <pc:sldMk cId="2629490761" sldId="2146848423"/>
            <ac:spMk id="12" creationId="{FE1BD05F-EB4A-E2AF-2919-4B6262958357}"/>
          </ac:spMkLst>
        </pc:spChg>
        <pc:spChg chg="mod">
          <ac:chgData name="Rahul Sudhakar Kulkarni" userId="a61ff142-3504-478b-bc21-c75d898c2f10" providerId="ADAL" clId="{069E650D-28CB-4110-A298-EF6415CF8767}" dt="2026-08-27T11:28:06.275" v="842" actId="1076"/>
          <ac:spMkLst>
            <pc:docMk/>
            <pc:sldMk cId="2629490761" sldId="2146848423"/>
            <ac:spMk id="13" creationId="{6F0BA899-4D90-7F40-4F3A-EB97342E5FC8}"/>
          </ac:spMkLst>
        </pc:spChg>
        <pc:spChg chg="mod">
          <ac:chgData name="Rahul Sudhakar Kulkarni" userId="a61ff142-3504-478b-bc21-c75d898c2f10" providerId="ADAL" clId="{069E650D-28CB-4110-A298-EF6415CF8767}" dt="2026-08-27T11:24:59.545" v="823" actId="1076"/>
          <ac:spMkLst>
            <pc:docMk/>
            <pc:sldMk cId="2629490761" sldId="2146848423"/>
            <ac:spMk id="14" creationId="{7AD92025-FF87-AE43-9369-869D0FF0C0C7}"/>
          </ac:spMkLst>
        </pc:spChg>
        <pc:spChg chg="mod">
          <ac:chgData name="Rahul Sudhakar Kulkarni" userId="a61ff142-3504-478b-bc21-c75d898c2f10" providerId="ADAL" clId="{069E650D-28CB-4110-A298-EF6415CF8767}" dt="2026-08-27T11:31:41.108" v="872" actId="255"/>
          <ac:spMkLst>
            <pc:docMk/>
            <pc:sldMk cId="2629490761" sldId="2146848423"/>
            <ac:spMk id="15" creationId="{35D2B858-DAE1-83E2-E783-21FF2A93287B}"/>
          </ac:spMkLst>
        </pc:spChg>
        <pc:spChg chg="mod">
          <ac:chgData name="Rahul Sudhakar Kulkarni" userId="a61ff142-3504-478b-bc21-c75d898c2f10" providerId="ADAL" clId="{069E650D-28CB-4110-A298-EF6415CF8767}" dt="2026-08-27T11:24:59.545" v="823" actId="1076"/>
          <ac:spMkLst>
            <pc:docMk/>
            <pc:sldMk cId="2629490761" sldId="2146848423"/>
            <ac:spMk id="17" creationId="{9F86D403-8DB1-3F83-10C6-AF3093976717}"/>
          </ac:spMkLst>
        </pc:spChg>
        <pc:spChg chg="mod">
          <ac:chgData name="Rahul Sudhakar Kulkarni" userId="a61ff142-3504-478b-bc21-c75d898c2f10" providerId="ADAL" clId="{069E650D-28CB-4110-A298-EF6415CF8767}" dt="2026-08-27T11:25:10.055" v="824" actId="1076"/>
          <ac:spMkLst>
            <pc:docMk/>
            <pc:sldMk cId="2629490761" sldId="2146848423"/>
            <ac:spMk id="19" creationId="{E118C1EE-D5AE-20FC-E19D-D59F87DA13AB}"/>
          </ac:spMkLst>
        </pc:spChg>
        <pc:spChg chg="mod">
          <ac:chgData name="Rahul Sudhakar Kulkarni" userId="a61ff142-3504-478b-bc21-c75d898c2f10" providerId="ADAL" clId="{069E650D-28CB-4110-A298-EF6415CF8767}" dt="2026-08-27T11:25:10.055" v="824" actId="1076"/>
          <ac:spMkLst>
            <pc:docMk/>
            <pc:sldMk cId="2629490761" sldId="2146848423"/>
            <ac:spMk id="20" creationId="{FD70ADC6-93D8-9035-C80A-E5FB5D295EFB}"/>
          </ac:spMkLst>
        </pc:spChg>
        <pc:spChg chg="mod">
          <ac:chgData name="Rahul Sudhakar Kulkarni" userId="a61ff142-3504-478b-bc21-c75d898c2f10" providerId="ADAL" clId="{069E650D-28CB-4110-A298-EF6415CF8767}" dt="2026-08-27T11:25:10.055" v="824" actId="1076"/>
          <ac:spMkLst>
            <pc:docMk/>
            <pc:sldMk cId="2629490761" sldId="2146848423"/>
            <ac:spMk id="21" creationId="{99C4DCEB-F110-D3A9-5FA2-3A4B8E84D987}"/>
          </ac:spMkLst>
        </pc:spChg>
        <pc:spChg chg="mod">
          <ac:chgData name="Rahul Sudhakar Kulkarni" userId="a61ff142-3504-478b-bc21-c75d898c2f10" providerId="ADAL" clId="{069E650D-28CB-4110-A298-EF6415CF8767}" dt="2026-08-27T11:31:11.404" v="867"/>
          <ac:spMkLst>
            <pc:docMk/>
            <pc:sldMk cId="2629490761" sldId="2146848423"/>
            <ac:spMk id="22" creationId="{91D91B09-DC47-9D52-8A9E-BCAD35881E65}"/>
          </ac:spMkLst>
        </pc:spChg>
        <pc:spChg chg="add mod">
          <ac:chgData name="Rahul Sudhakar Kulkarni" userId="a61ff142-3504-478b-bc21-c75d898c2f10" providerId="ADAL" clId="{069E650D-28CB-4110-A298-EF6415CF8767}" dt="2026-08-27T11:34:45.882" v="908" actId="1076"/>
          <ac:spMkLst>
            <pc:docMk/>
            <pc:sldMk cId="2629490761" sldId="2146848423"/>
            <ac:spMk id="29" creationId="{512F3483-9509-21EC-BAA7-78968D30AC8E}"/>
          </ac:spMkLst>
        </pc:spChg>
        <pc:spChg chg="mod">
          <ac:chgData name="Rahul Sudhakar Kulkarni" userId="a61ff142-3504-478b-bc21-c75d898c2f10" providerId="ADAL" clId="{069E650D-28CB-4110-A298-EF6415CF8767}" dt="2026-08-27T11:27:58.549" v="841" actId="1076"/>
          <ac:spMkLst>
            <pc:docMk/>
            <pc:sldMk cId="2629490761" sldId="2146848423"/>
            <ac:spMk id="30" creationId="{D38C0673-0F7C-1673-7E58-2DA4622B2E4D}"/>
          </ac:spMkLst>
        </pc:spChg>
        <pc:spChg chg="mod">
          <ac:chgData name="Rahul Sudhakar Kulkarni" userId="a61ff142-3504-478b-bc21-c75d898c2f10" providerId="ADAL" clId="{069E650D-28CB-4110-A298-EF6415CF8767}" dt="2026-08-27T11:28:14.647" v="843" actId="1076"/>
          <ac:spMkLst>
            <pc:docMk/>
            <pc:sldMk cId="2629490761" sldId="2146848423"/>
            <ac:spMk id="31" creationId="{5687E2CC-63F7-9B5C-18F6-8CFB9C291E6C}"/>
          </ac:spMkLst>
        </pc:spChg>
        <pc:spChg chg="mod">
          <ac:chgData name="Rahul Sudhakar Kulkarni" userId="a61ff142-3504-478b-bc21-c75d898c2f10" providerId="ADAL" clId="{069E650D-28CB-4110-A298-EF6415CF8767}" dt="2026-08-27T11:30:58.873" v="866" actId="12"/>
          <ac:spMkLst>
            <pc:docMk/>
            <pc:sldMk cId="2629490761" sldId="2146848423"/>
            <ac:spMk id="32" creationId="{AE1555D1-3CBF-C3AB-BB20-F28D988A97C6}"/>
          </ac:spMkLst>
        </pc:spChg>
        <pc:spChg chg="mod">
          <ac:chgData name="Rahul Sudhakar Kulkarni" userId="a61ff142-3504-478b-bc21-c75d898c2f10" providerId="ADAL" clId="{069E650D-28CB-4110-A298-EF6415CF8767}" dt="2026-08-27T11:23:58.525" v="817" actId="1076"/>
          <ac:spMkLst>
            <pc:docMk/>
            <pc:sldMk cId="2629490761" sldId="2146848423"/>
            <ac:spMk id="33" creationId="{86CCB292-5480-C175-6285-D0903ABFB749}"/>
          </ac:spMkLst>
        </pc:spChg>
        <pc:spChg chg="mod">
          <ac:chgData name="Rahul Sudhakar Kulkarni" userId="a61ff142-3504-478b-bc21-c75d898c2f10" providerId="ADAL" clId="{069E650D-28CB-4110-A298-EF6415CF8767}" dt="2026-08-27T11:23:58.525" v="817" actId="1076"/>
          <ac:spMkLst>
            <pc:docMk/>
            <pc:sldMk cId="2629490761" sldId="2146848423"/>
            <ac:spMk id="34" creationId="{EC4A470A-A695-CF27-ABA8-1C415306D0A9}"/>
          </ac:spMkLst>
        </pc:spChg>
        <pc:spChg chg="mod">
          <ac:chgData name="Rahul Sudhakar Kulkarni" userId="a61ff142-3504-478b-bc21-c75d898c2f10" providerId="ADAL" clId="{069E650D-28CB-4110-A298-EF6415CF8767}" dt="2026-08-27T11:31:19.135" v="869" actId="12"/>
          <ac:spMkLst>
            <pc:docMk/>
            <pc:sldMk cId="2629490761" sldId="2146848423"/>
            <ac:spMk id="35" creationId="{CE8315B1-95C1-FE92-C7F4-D484790728EF}"/>
          </ac:spMkLst>
        </pc:spChg>
        <pc:spChg chg="mod">
          <ac:chgData name="Rahul Sudhakar Kulkarni" userId="a61ff142-3504-478b-bc21-c75d898c2f10" providerId="ADAL" clId="{069E650D-28CB-4110-A298-EF6415CF8767}" dt="2026-08-27T11:24:59.545" v="823" actId="1076"/>
          <ac:spMkLst>
            <pc:docMk/>
            <pc:sldMk cId="2629490761" sldId="2146848423"/>
            <ac:spMk id="36" creationId="{33AFBBF3-A8AE-7FC2-35F4-75AEEE0990CE}"/>
          </ac:spMkLst>
        </pc:spChg>
        <pc:spChg chg="mod">
          <ac:chgData name="Rahul Sudhakar Kulkarni" userId="a61ff142-3504-478b-bc21-c75d898c2f10" providerId="ADAL" clId="{069E650D-28CB-4110-A298-EF6415CF8767}" dt="2026-08-27T11:31:11.404" v="867"/>
          <ac:spMkLst>
            <pc:docMk/>
            <pc:sldMk cId="2629490761" sldId="2146848423"/>
            <ac:spMk id="37" creationId="{B42415E3-944F-09B4-3DE0-8AE9CBC60CB9}"/>
          </ac:spMkLst>
        </pc:spChg>
        <pc:spChg chg="mod">
          <ac:chgData name="Rahul Sudhakar Kulkarni" userId="a61ff142-3504-478b-bc21-c75d898c2f10" providerId="ADAL" clId="{069E650D-28CB-4110-A298-EF6415CF8767}" dt="2026-08-27T11:28:20.365" v="844" actId="1076"/>
          <ac:spMkLst>
            <pc:docMk/>
            <pc:sldMk cId="2629490761" sldId="2146848423"/>
            <ac:spMk id="38" creationId="{385E5522-5258-DBF9-D0DD-9C2724C6BEB6}"/>
          </ac:spMkLst>
        </pc:spChg>
        <pc:spChg chg="add mod">
          <ac:chgData name="Rahul Sudhakar Kulkarni" userId="a61ff142-3504-478b-bc21-c75d898c2f10" providerId="ADAL" clId="{069E650D-28CB-4110-A298-EF6415CF8767}" dt="2026-08-27T11:34:51.903" v="910" actId="1076"/>
          <ac:spMkLst>
            <pc:docMk/>
            <pc:sldMk cId="2629490761" sldId="2146848423"/>
            <ac:spMk id="42" creationId="{6152A4A0-D5CD-8099-CCC4-9BD6B0618234}"/>
          </ac:spMkLst>
        </pc:spChg>
        <pc:spChg chg="mod">
          <ac:chgData name="Rahul Sudhakar Kulkarni" userId="a61ff142-3504-478b-bc21-c75d898c2f10" providerId="ADAL" clId="{069E650D-28CB-4110-A298-EF6415CF8767}" dt="2026-08-27T11:31:11.404" v="867"/>
          <ac:spMkLst>
            <pc:docMk/>
            <pc:sldMk cId="2629490761" sldId="2146848423"/>
            <ac:spMk id="47" creationId="{21CB0F52-1053-78F6-4991-1B59C06C03B2}"/>
          </ac:spMkLst>
        </pc:spChg>
        <pc:spChg chg="mod">
          <ac:chgData name="Rahul Sudhakar Kulkarni" userId="a61ff142-3504-478b-bc21-c75d898c2f10" providerId="ADAL" clId="{069E650D-28CB-4110-A298-EF6415CF8767}" dt="2026-08-27T11:31:11.404" v="867"/>
          <ac:spMkLst>
            <pc:docMk/>
            <pc:sldMk cId="2629490761" sldId="2146848423"/>
            <ac:spMk id="50" creationId="{3B8017EB-D1B8-E60E-56F5-AD7C8B6143A2}"/>
          </ac:spMkLst>
        </pc:spChg>
        <pc:spChg chg="del">
          <ac:chgData name="Rahul Sudhakar Kulkarni" userId="a61ff142-3504-478b-bc21-c75d898c2f10" providerId="ADAL" clId="{069E650D-28CB-4110-A298-EF6415CF8767}" dt="2026-08-27T11:25:22.245" v="826" actId="478"/>
          <ac:spMkLst>
            <pc:docMk/>
            <pc:sldMk cId="2629490761" sldId="2146848423"/>
            <ac:spMk id="54" creationId="{A404E3EF-461D-3C89-EDFF-C20C618B12E7}"/>
          </ac:spMkLst>
        </pc:spChg>
        <pc:spChg chg="del mod">
          <ac:chgData name="Rahul Sudhakar Kulkarni" userId="a61ff142-3504-478b-bc21-c75d898c2f10" providerId="ADAL" clId="{069E650D-28CB-4110-A298-EF6415CF8767}" dt="2026-08-27T11:34:15.279" v="895" actId="478"/>
          <ac:spMkLst>
            <pc:docMk/>
            <pc:sldMk cId="2629490761" sldId="2146848423"/>
            <ac:spMk id="55" creationId="{9EE1C3BE-C0C4-BD8F-1DCE-43331DA84BEA}"/>
          </ac:spMkLst>
        </pc:spChg>
        <pc:spChg chg="mod">
          <ac:chgData name="Rahul Sudhakar Kulkarni" userId="a61ff142-3504-478b-bc21-c75d898c2f10" providerId="ADAL" clId="{069E650D-28CB-4110-A298-EF6415CF8767}" dt="2026-08-27T11:31:11.404" v="867"/>
          <ac:spMkLst>
            <pc:docMk/>
            <pc:sldMk cId="2629490761" sldId="2146848423"/>
            <ac:spMk id="56" creationId="{2CE77910-9BE2-6B3E-B46B-C0D72688A1B6}"/>
          </ac:spMkLst>
        </pc:spChg>
        <pc:spChg chg="mod">
          <ac:chgData name="Rahul Sudhakar Kulkarni" userId="a61ff142-3504-478b-bc21-c75d898c2f10" providerId="ADAL" clId="{069E650D-28CB-4110-A298-EF6415CF8767}" dt="2026-08-27T11:37:26.097" v="930" actId="1076"/>
          <ac:spMkLst>
            <pc:docMk/>
            <pc:sldMk cId="2629490761" sldId="2146848423"/>
            <ac:spMk id="57" creationId="{CACC0CF2-36BB-EBD7-1737-4E765171B10F}"/>
          </ac:spMkLst>
        </pc:spChg>
        <pc:spChg chg="del">
          <ac:chgData name="Rahul Sudhakar Kulkarni" userId="a61ff142-3504-478b-bc21-c75d898c2f10" providerId="ADAL" clId="{069E650D-28CB-4110-A298-EF6415CF8767}" dt="2026-08-27T11:25:30.801" v="829" actId="478"/>
          <ac:spMkLst>
            <pc:docMk/>
            <pc:sldMk cId="2629490761" sldId="2146848423"/>
            <ac:spMk id="59" creationId="{0CA09A14-0194-440B-89FA-ECB8C16E0BD9}"/>
          </ac:spMkLst>
        </pc:spChg>
        <pc:spChg chg="del mod">
          <ac:chgData name="Rahul Sudhakar Kulkarni" userId="a61ff142-3504-478b-bc21-c75d898c2f10" providerId="ADAL" clId="{069E650D-28CB-4110-A298-EF6415CF8767}" dt="2026-08-27T11:32:55.913" v="877" actId="478"/>
          <ac:spMkLst>
            <pc:docMk/>
            <pc:sldMk cId="2629490761" sldId="2146848423"/>
            <ac:spMk id="60" creationId="{DD0BE62B-B6B8-0AD6-240D-1E56AA653452}"/>
          </ac:spMkLst>
        </pc:spChg>
        <pc:spChg chg="mod">
          <ac:chgData name="Rahul Sudhakar Kulkarni" userId="a61ff142-3504-478b-bc21-c75d898c2f10" providerId="ADAL" clId="{069E650D-28CB-4110-A298-EF6415CF8767}" dt="2026-08-27T11:36:54.272" v="929" actId="6549"/>
          <ac:spMkLst>
            <pc:docMk/>
            <pc:sldMk cId="2629490761" sldId="2146848423"/>
            <ac:spMk id="63" creationId="{FE904C6A-C2AD-6803-E7E7-DEA586E3AB27}"/>
          </ac:spMkLst>
        </pc:spChg>
        <pc:spChg chg="mod">
          <ac:chgData name="Rahul Sudhakar Kulkarni" userId="a61ff142-3504-478b-bc21-c75d898c2f10" providerId="ADAL" clId="{069E650D-28CB-4110-A298-EF6415CF8767}" dt="2026-08-27T11:33:07.403" v="880" actId="6549"/>
          <ac:spMkLst>
            <pc:docMk/>
            <pc:sldMk cId="2629490761" sldId="2146848423"/>
            <ac:spMk id="65" creationId="{A014D37B-9C86-5434-4D0B-F6B037095BA3}"/>
          </ac:spMkLst>
        </pc:spChg>
        <pc:spChg chg="del mod">
          <ac:chgData name="Rahul Sudhakar Kulkarni" userId="a61ff142-3504-478b-bc21-c75d898c2f10" providerId="ADAL" clId="{069E650D-28CB-4110-A298-EF6415CF8767}" dt="2026-08-27T11:34:15.279" v="895" actId="478"/>
          <ac:spMkLst>
            <pc:docMk/>
            <pc:sldMk cId="2629490761" sldId="2146848423"/>
            <ac:spMk id="66" creationId="{6490890F-089F-8BA8-4C6B-99B8F062D6E4}"/>
          </ac:spMkLst>
        </pc:spChg>
        <pc:spChg chg="mod">
          <ac:chgData name="Rahul Sudhakar Kulkarni" userId="a61ff142-3504-478b-bc21-c75d898c2f10" providerId="ADAL" clId="{069E650D-28CB-4110-A298-EF6415CF8767}" dt="2026-08-27T11:34:58.922" v="913" actId="1076"/>
          <ac:spMkLst>
            <pc:docMk/>
            <pc:sldMk cId="2629490761" sldId="2146848423"/>
            <ac:spMk id="67" creationId="{69317555-4BBC-5425-0EA9-3491ED972D16}"/>
          </ac:spMkLst>
        </pc:spChg>
        <pc:spChg chg="del mod">
          <ac:chgData name="Rahul Sudhakar Kulkarni" userId="a61ff142-3504-478b-bc21-c75d898c2f10" providerId="ADAL" clId="{069E650D-28CB-4110-A298-EF6415CF8767}" dt="2026-08-27T11:32:52.584" v="876" actId="478"/>
          <ac:spMkLst>
            <pc:docMk/>
            <pc:sldMk cId="2629490761" sldId="2146848423"/>
            <ac:spMk id="68" creationId="{AA2A3276-67B1-4814-B683-D6202FE3C8A1}"/>
          </ac:spMkLst>
        </pc:spChg>
        <pc:spChg chg="del mod">
          <ac:chgData name="Rahul Sudhakar Kulkarni" userId="a61ff142-3504-478b-bc21-c75d898c2f10" providerId="ADAL" clId="{069E650D-28CB-4110-A298-EF6415CF8767}" dt="2026-08-27T11:33:32.999" v="884" actId="478"/>
          <ac:spMkLst>
            <pc:docMk/>
            <pc:sldMk cId="2629490761" sldId="2146848423"/>
            <ac:spMk id="69" creationId="{BD0E827A-69FE-14A1-65A1-A9D204E47AEB}"/>
          </ac:spMkLst>
        </pc:spChg>
        <pc:spChg chg="del mod">
          <ac:chgData name="Rahul Sudhakar Kulkarni" userId="a61ff142-3504-478b-bc21-c75d898c2f10" providerId="ADAL" clId="{069E650D-28CB-4110-A298-EF6415CF8767}" dt="2026-08-27T11:33:40.709" v="885" actId="478"/>
          <ac:spMkLst>
            <pc:docMk/>
            <pc:sldMk cId="2629490761" sldId="2146848423"/>
            <ac:spMk id="70" creationId="{A31D10A2-9A01-C741-BD8B-9438D5F69D08}"/>
          </ac:spMkLst>
        </pc:spChg>
        <pc:spChg chg="del mod">
          <ac:chgData name="Rahul Sudhakar Kulkarni" userId="a61ff142-3504-478b-bc21-c75d898c2f10" providerId="ADAL" clId="{069E650D-28CB-4110-A298-EF6415CF8767}" dt="2026-08-27T11:33:51.365" v="889" actId="478"/>
          <ac:spMkLst>
            <pc:docMk/>
            <pc:sldMk cId="2629490761" sldId="2146848423"/>
            <ac:spMk id="71" creationId="{FA5E14A5-4931-27DA-5DF2-3EF08A8F24E7}"/>
          </ac:spMkLst>
        </pc:spChg>
        <pc:spChg chg="del">
          <ac:chgData name="Rahul Sudhakar Kulkarni" userId="a61ff142-3504-478b-bc21-c75d898c2f10" providerId="ADAL" clId="{069E650D-28CB-4110-A298-EF6415CF8767}" dt="2026-08-27T11:33:40.709" v="885" actId="478"/>
          <ac:spMkLst>
            <pc:docMk/>
            <pc:sldMk cId="2629490761" sldId="2146848423"/>
            <ac:spMk id="72" creationId="{775F62A1-E19E-C939-C249-A5D995F72F27}"/>
          </ac:spMkLst>
        </pc:spChg>
        <pc:spChg chg="del">
          <ac:chgData name="Rahul Sudhakar Kulkarni" userId="a61ff142-3504-478b-bc21-c75d898c2f10" providerId="ADAL" clId="{069E650D-28CB-4110-A298-EF6415CF8767}" dt="2026-08-27T11:33:40.709" v="885" actId="478"/>
          <ac:spMkLst>
            <pc:docMk/>
            <pc:sldMk cId="2629490761" sldId="2146848423"/>
            <ac:spMk id="73" creationId="{35D19D0D-2075-E6FC-B1D7-63F3A4C50CD9}"/>
          </ac:spMkLst>
        </pc:spChg>
        <pc:spChg chg="del">
          <ac:chgData name="Rahul Sudhakar Kulkarni" userId="a61ff142-3504-478b-bc21-c75d898c2f10" providerId="ADAL" clId="{069E650D-28CB-4110-A298-EF6415CF8767}" dt="2026-08-27T11:33:40.709" v="885" actId="478"/>
          <ac:spMkLst>
            <pc:docMk/>
            <pc:sldMk cId="2629490761" sldId="2146848423"/>
            <ac:spMk id="74" creationId="{CCCE2028-4A22-DB55-0044-E6995282CD53}"/>
          </ac:spMkLst>
        </pc:spChg>
        <pc:spChg chg="del">
          <ac:chgData name="Rahul Sudhakar Kulkarni" userId="a61ff142-3504-478b-bc21-c75d898c2f10" providerId="ADAL" clId="{069E650D-28CB-4110-A298-EF6415CF8767}" dt="2026-08-27T11:33:40.709" v="885" actId="478"/>
          <ac:spMkLst>
            <pc:docMk/>
            <pc:sldMk cId="2629490761" sldId="2146848423"/>
            <ac:spMk id="75" creationId="{EBEBC5D7-F749-96C0-B8A0-C77D5D285157}"/>
          </ac:spMkLst>
        </pc:spChg>
        <pc:spChg chg="del">
          <ac:chgData name="Rahul Sudhakar Kulkarni" userId="a61ff142-3504-478b-bc21-c75d898c2f10" providerId="ADAL" clId="{069E650D-28CB-4110-A298-EF6415CF8767}" dt="2026-08-27T11:33:40.709" v="885" actId="478"/>
          <ac:spMkLst>
            <pc:docMk/>
            <pc:sldMk cId="2629490761" sldId="2146848423"/>
            <ac:spMk id="76" creationId="{50255452-5D30-CAAA-F91E-5E211F3C8B3C}"/>
          </ac:spMkLst>
        </pc:spChg>
        <pc:spChg chg="del">
          <ac:chgData name="Rahul Sudhakar Kulkarni" userId="a61ff142-3504-478b-bc21-c75d898c2f10" providerId="ADAL" clId="{069E650D-28CB-4110-A298-EF6415CF8767}" dt="2026-08-27T11:32:49.513" v="875" actId="478"/>
          <ac:spMkLst>
            <pc:docMk/>
            <pc:sldMk cId="2629490761" sldId="2146848423"/>
            <ac:spMk id="88" creationId="{12973EBB-8A15-69C1-20B6-E6EA1EE26B6B}"/>
          </ac:spMkLst>
        </pc:spChg>
        <pc:spChg chg="mod">
          <ac:chgData name="Rahul Sudhakar Kulkarni" userId="a61ff142-3504-478b-bc21-c75d898c2f10" providerId="ADAL" clId="{069E650D-28CB-4110-A298-EF6415CF8767}" dt="2026-08-27T11:26:10.466" v="838" actId="1076"/>
          <ac:spMkLst>
            <pc:docMk/>
            <pc:sldMk cId="2629490761" sldId="2146848423"/>
            <ac:spMk id="89" creationId="{37AA1B0A-D166-F4C2-B26F-617CA69735DD}"/>
          </ac:spMkLst>
        </pc:spChg>
        <pc:spChg chg="mod">
          <ac:chgData name="Rahul Sudhakar Kulkarni" userId="a61ff142-3504-478b-bc21-c75d898c2f10" providerId="ADAL" clId="{069E650D-28CB-4110-A298-EF6415CF8767}" dt="2026-08-27T11:27:58.549" v="841" actId="1076"/>
          <ac:spMkLst>
            <pc:docMk/>
            <pc:sldMk cId="2629490761" sldId="2146848423"/>
            <ac:spMk id="90" creationId="{4A4D76C4-9973-FA80-1249-A6219C9DA706}"/>
          </ac:spMkLst>
        </pc:spChg>
        <pc:spChg chg="del">
          <ac:chgData name="Rahul Sudhakar Kulkarni" userId="a61ff142-3504-478b-bc21-c75d898c2f10" providerId="ADAL" clId="{069E650D-28CB-4110-A298-EF6415CF8767}" dt="2026-08-27T11:32:55.913" v="877" actId="478"/>
          <ac:spMkLst>
            <pc:docMk/>
            <pc:sldMk cId="2629490761" sldId="2146848423"/>
            <ac:spMk id="91" creationId="{D4409FAB-B258-5ED1-5A31-A54C13E0898D}"/>
          </ac:spMkLst>
        </pc:spChg>
        <pc:spChg chg="del">
          <ac:chgData name="Rahul Sudhakar Kulkarni" userId="a61ff142-3504-478b-bc21-c75d898c2f10" providerId="ADAL" clId="{069E650D-28CB-4110-A298-EF6415CF8767}" dt="2026-08-27T11:32:59.653" v="878" actId="478"/>
          <ac:spMkLst>
            <pc:docMk/>
            <pc:sldMk cId="2629490761" sldId="2146848423"/>
            <ac:spMk id="92" creationId="{BD46110E-8B19-411B-B6F4-43E117BC1BE0}"/>
          </ac:spMkLst>
        </pc:spChg>
        <pc:grpChg chg="del">
          <ac:chgData name="Rahul Sudhakar Kulkarni" userId="a61ff142-3504-478b-bc21-c75d898c2f10" providerId="ADAL" clId="{069E650D-28CB-4110-A298-EF6415CF8767}" dt="2026-08-27T11:25:30.801" v="829" actId="478"/>
          <ac:grpSpMkLst>
            <pc:docMk/>
            <pc:sldMk cId="2629490761" sldId="2146848423"/>
            <ac:grpSpMk id="28" creationId="{FCAB09E3-D0B8-3D1D-D36E-C38775298633}"/>
          </ac:grpSpMkLst>
        </pc:grpChg>
        <pc:grpChg chg="del">
          <ac:chgData name="Rahul Sudhakar Kulkarni" userId="a61ff142-3504-478b-bc21-c75d898c2f10" providerId="ADAL" clId="{069E650D-28CB-4110-A298-EF6415CF8767}" dt="2026-08-27T11:33:40.709" v="885" actId="478"/>
          <ac:grpSpMkLst>
            <pc:docMk/>
            <pc:sldMk cId="2629490761" sldId="2146848423"/>
            <ac:grpSpMk id="77" creationId="{6BEA6D75-8D50-4C6A-D04B-053687D91275}"/>
          </ac:grpSpMkLst>
        </pc:grpChg>
        <pc:grpChg chg="mod">
          <ac:chgData name="Rahul Sudhakar Kulkarni" userId="a61ff142-3504-478b-bc21-c75d898c2f10" providerId="ADAL" clId="{069E650D-28CB-4110-A298-EF6415CF8767}" dt="2026-08-27T11:34:55.474" v="912" actId="1076"/>
          <ac:grpSpMkLst>
            <pc:docMk/>
            <pc:sldMk cId="2629490761" sldId="2146848423"/>
            <ac:grpSpMk id="95" creationId="{30443D34-968C-8DE7-61BB-321DFBC1D129}"/>
          </ac:grpSpMkLst>
        </pc:grpChg>
        <pc:graphicFrameChg chg="del modGraphic">
          <ac:chgData name="Rahul Sudhakar Kulkarni" userId="a61ff142-3504-478b-bc21-c75d898c2f10" providerId="ADAL" clId="{069E650D-28CB-4110-A298-EF6415CF8767}" dt="2026-08-27T11:25:28.166" v="828" actId="478"/>
          <ac:graphicFrameMkLst>
            <pc:docMk/>
            <pc:sldMk cId="2629490761" sldId="2146848423"/>
            <ac:graphicFrameMk id="10" creationId="{93721692-9707-F70A-CFFC-7C4322BEC6C2}"/>
          </ac:graphicFrameMkLst>
        </pc:graphicFrameChg>
        <pc:graphicFrameChg chg="del">
          <ac:chgData name="Rahul Sudhakar Kulkarni" userId="a61ff142-3504-478b-bc21-c75d898c2f10" providerId="ADAL" clId="{069E650D-28CB-4110-A298-EF6415CF8767}" dt="2026-08-27T11:32:37.783" v="873" actId="478"/>
          <ac:graphicFrameMkLst>
            <pc:docMk/>
            <pc:sldMk cId="2629490761" sldId="2146848423"/>
            <ac:graphicFrameMk id="94" creationId="{6CA4E805-8789-2975-2CCC-05CFBB5CE998}"/>
          </ac:graphicFrameMkLst>
        </pc:graphicFrameChg>
        <pc:picChg chg="add mod">
          <ac:chgData name="Rahul Sudhakar Kulkarni" userId="a61ff142-3504-478b-bc21-c75d898c2f10" providerId="ADAL" clId="{069E650D-28CB-4110-A298-EF6415CF8767}" dt="2026-08-27T11:35:37.342" v="918" actId="1076"/>
          <ac:picMkLst>
            <pc:docMk/>
            <pc:sldMk cId="2629490761" sldId="2146848423"/>
            <ac:picMk id="45" creationId="{3C8BEC45-8EA7-97F8-E3A2-E36E9497B314}"/>
          </ac:picMkLst>
        </pc:picChg>
        <pc:picChg chg="add mod">
          <ac:chgData name="Rahul Sudhakar Kulkarni" userId="a61ff142-3504-478b-bc21-c75d898c2f10" providerId="ADAL" clId="{069E650D-28CB-4110-A298-EF6415CF8767}" dt="2026-08-27T11:35:53.279" v="921" actId="1076"/>
          <ac:picMkLst>
            <pc:docMk/>
            <pc:sldMk cId="2629490761" sldId="2146848423"/>
            <ac:picMk id="53" creationId="{2E2332E9-B6CC-A5A0-5D4D-24CBCA0AE431}"/>
          </ac:picMkLst>
        </pc:picChg>
        <pc:picChg chg="add mod">
          <ac:chgData name="Rahul Sudhakar Kulkarni" userId="a61ff142-3504-478b-bc21-c75d898c2f10" providerId="ADAL" clId="{069E650D-28CB-4110-A298-EF6415CF8767}" dt="2026-08-27T11:36:13.839" v="925" actId="1076"/>
          <ac:picMkLst>
            <pc:docMk/>
            <pc:sldMk cId="2629490761" sldId="2146848423"/>
            <ac:picMk id="61" creationId="{650BC301-0921-1498-3B09-4D6C6EA71695}"/>
          </ac:picMkLst>
        </pc:picChg>
        <pc:picChg chg="add mod">
          <ac:chgData name="Rahul Sudhakar Kulkarni" userId="a61ff142-3504-478b-bc21-c75d898c2f10" providerId="ADAL" clId="{069E650D-28CB-4110-A298-EF6415CF8767}" dt="2026-08-27T11:36:29.969" v="928" actId="1076"/>
          <ac:picMkLst>
            <pc:docMk/>
            <pc:sldMk cId="2629490761" sldId="2146848423"/>
            <ac:picMk id="64" creationId="{BEC0CDDA-2098-F334-7A1E-88688E31E917}"/>
          </ac:picMkLst>
        </pc:picChg>
        <pc:picChg chg="del">
          <ac:chgData name="Rahul Sudhakar Kulkarni" userId="a61ff142-3504-478b-bc21-c75d898c2f10" providerId="ADAL" clId="{069E650D-28CB-4110-A298-EF6415CF8767}" dt="2026-08-27T11:32:37.783" v="873" actId="478"/>
          <ac:picMkLst>
            <pc:docMk/>
            <pc:sldMk cId="2629490761" sldId="2146848423"/>
            <ac:picMk id="99" creationId="{87416269-28BC-AED6-C5F5-EF3BFD3B2B0D}"/>
          </ac:picMkLst>
        </pc:picChg>
        <pc:picChg chg="del">
          <ac:chgData name="Rahul Sudhakar Kulkarni" userId="a61ff142-3504-478b-bc21-c75d898c2f10" providerId="ADAL" clId="{069E650D-28CB-4110-A298-EF6415CF8767}" dt="2026-08-27T11:32:37.783" v="873" actId="478"/>
          <ac:picMkLst>
            <pc:docMk/>
            <pc:sldMk cId="2629490761" sldId="2146848423"/>
            <ac:picMk id="101" creationId="{0A4F6378-B3EF-E9F2-D1BD-9A8588051A15}"/>
          </ac:picMkLst>
        </pc:picChg>
        <pc:picChg chg="del">
          <ac:chgData name="Rahul Sudhakar Kulkarni" userId="a61ff142-3504-478b-bc21-c75d898c2f10" providerId="ADAL" clId="{069E650D-28CB-4110-A298-EF6415CF8767}" dt="2026-08-27T11:32:37.783" v="873" actId="478"/>
          <ac:picMkLst>
            <pc:docMk/>
            <pc:sldMk cId="2629490761" sldId="2146848423"/>
            <ac:picMk id="103" creationId="{9454BA5C-C55C-C2F0-847A-8CFD8FA44A4C}"/>
          </ac:picMkLst>
        </pc:picChg>
        <pc:picChg chg="del">
          <ac:chgData name="Rahul Sudhakar Kulkarni" userId="a61ff142-3504-478b-bc21-c75d898c2f10" providerId="ADAL" clId="{069E650D-28CB-4110-A298-EF6415CF8767}" dt="2026-08-27T11:32:37.783" v="873" actId="478"/>
          <ac:picMkLst>
            <pc:docMk/>
            <pc:sldMk cId="2629490761" sldId="2146848423"/>
            <ac:picMk id="105" creationId="{EB68D03D-B0BE-CB9B-453E-9191B216CD36}"/>
          </ac:picMkLst>
        </pc:picChg>
        <pc:cxnChg chg="del">
          <ac:chgData name="Rahul Sudhakar Kulkarni" userId="a61ff142-3504-478b-bc21-c75d898c2f10" providerId="ADAL" clId="{069E650D-28CB-4110-A298-EF6415CF8767}" dt="2026-08-27T11:26:21.225" v="840" actId="478"/>
          <ac:cxnSpMkLst>
            <pc:docMk/>
            <pc:sldMk cId="2629490761" sldId="2146848423"/>
            <ac:cxnSpMk id="18" creationId="{3E6754AC-EE45-8A56-BB66-FDE08CCA99EA}"/>
          </ac:cxnSpMkLst>
        </pc:cxnChg>
        <pc:cxnChg chg="del">
          <ac:chgData name="Rahul Sudhakar Kulkarni" userId="a61ff142-3504-478b-bc21-c75d898c2f10" providerId="ADAL" clId="{069E650D-28CB-4110-A298-EF6415CF8767}" dt="2026-08-27T11:26:21.225" v="840" actId="478"/>
          <ac:cxnSpMkLst>
            <pc:docMk/>
            <pc:sldMk cId="2629490761" sldId="2146848423"/>
            <ac:cxnSpMk id="23" creationId="{47B37048-2409-790E-F917-06D871AF5424}"/>
          </ac:cxnSpMkLst>
        </pc:cxnChg>
        <pc:cxnChg chg="del">
          <ac:chgData name="Rahul Sudhakar Kulkarni" userId="a61ff142-3504-478b-bc21-c75d898c2f10" providerId="ADAL" clId="{069E650D-28CB-4110-A298-EF6415CF8767}" dt="2026-08-27T11:26:21.225" v="840" actId="478"/>
          <ac:cxnSpMkLst>
            <pc:docMk/>
            <pc:sldMk cId="2629490761" sldId="2146848423"/>
            <ac:cxnSpMk id="24" creationId="{7C2A2E93-DA63-696E-C065-2773CAF754C8}"/>
          </ac:cxnSpMkLst>
        </pc:cxnChg>
        <pc:cxnChg chg="del">
          <ac:chgData name="Rahul Sudhakar Kulkarni" userId="a61ff142-3504-478b-bc21-c75d898c2f10" providerId="ADAL" clId="{069E650D-28CB-4110-A298-EF6415CF8767}" dt="2026-08-27T11:26:21.225" v="840" actId="478"/>
          <ac:cxnSpMkLst>
            <pc:docMk/>
            <pc:sldMk cId="2629490761" sldId="2146848423"/>
            <ac:cxnSpMk id="25" creationId="{8426D7CF-E698-A38E-5D2C-5639E085005F}"/>
          </ac:cxnSpMkLst>
        </pc:cxnChg>
        <pc:cxnChg chg="del">
          <ac:chgData name="Rahul Sudhakar Kulkarni" userId="a61ff142-3504-478b-bc21-c75d898c2f10" providerId="ADAL" clId="{069E650D-28CB-4110-A298-EF6415CF8767}" dt="2026-08-27T11:26:21.225" v="840" actId="478"/>
          <ac:cxnSpMkLst>
            <pc:docMk/>
            <pc:sldMk cId="2629490761" sldId="2146848423"/>
            <ac:cxnSpMk id="26" creationId="{EF8B1B76-0185-26F8-7798-F998CB6BC8DC}"/>
          </ac:cxnSpMkLst>
        </pc:cxnChg>
      </pc:sldChg>
      <pc:sldChg chg="add del">
        <pc:chgData name="Rahul Sudhakar Kulkarni" userId="a61ff142-3504-478b-bc21-c75d898c2f10" providerId="ADAL" clId="{069E650D-28CB-4110-A298-EF6415CF8767}" dt="2026-08-28T03:31:58.332" v="1252" actId="47"/>
        <pc:sldMkLst>
          <pc:docMk/>
          <pc:sldMk cId="2218884362" sldId="2146848424"/>
        </pc:sldMkLst>
      </pc:sldChg>
      <pc:sldChg chg="add del ord">
        <pc:chgData name="Rahul Sudhakar Kulkarni" userId="a61ff142-3504-478b-bc21-c75d898c2f10" providerId="ADAL" clId="{069E650D-28CB-4110-A298-EF6415CF8767}" dt="2026-08-28T03:31:58.332" v="1252" actId="47"/>
        <pc:sldMkLst>
          <pc:docMk/>
          <pc:sldMk cId="58963489" sldId="2146848425"/>
        </pc:sldMkLst>
      </pc:sldChg>
      <pc:sldChg chg="add del ord">
        <pc:chgData name="Rahul Sudhakar Kulkarni" userId="a61ff142-3504-478b-bc21-c75d898c2f10" providerId="ADAL" clId="{069E650D-28CB-4110-A298-EF6415CF8767}" dt="2026-08-28T03:31:58.332" v="1252" actId="47"/>
        <pc:sldMkLst>
          <pc:docMk/>
          <pc:sldMk cId="4008583539" sldId="2146848426"/>
        </pc:sldMkLst>
      </pc:sldChg>
      <pc:sldChg chg="add del ord">
        <pc:chgData name="Rahul Sudhakar Kulkarni" userId="a61ff142-3504-478b-bc21-c75d898c2f10" providerId="ADAL" clId="{069E650D-28CB-4110-A298-EF6415CF8767}" dt="2026-08-28T03:31:58.332" v="1252" actId="47"/>
        <pc:sldMkLst>
          <pc:docMk/>
          <pc:sldMk cId="719859244" sldId="2146848427"/>
        </pc:sldMkLst>
      </pc:sldChg>
      <pc:sldChg chg="add del ord">
        <pc:chgData name="Rahul Sudhakar Kulkarni" userId="a61ff142-3504-478b-bc21-c75d898c2f10" providerId="ADAL" clId="{069E650D-28CB-4110-A298-EF6415CF8767}" dt="2026-08-28T03:31:58.332" v="1252" actId="47"/>
        <pc:sldMkLst>
          <pc:docMk/>
          <pc:sldMk cId="249372304" sldId="2146848428"/>
        </pc:sldMkLst>
      </pc:sldChg>
    </pc:docChg>
  </pc:docChgLst>
  <pc:docChgLst>
    <pc:chgData name="Saurav Kumar Jha" userId="cd554af7-4d13-4d69-b1b7-2555bd3d39a9" providerId="ADAL" clId="{993106A3-A7BE-4D77-9DEB-6AE57B1E94CC}"/>
    <pc:docChg chg="undo custSel addSld delSld modSld modMainMaster">
      <pc:chgData name="Saurav Kumar Jha" userId="cd554af7-4d13-4d69-b1b7-2555bd3d39a9" providerId="ADAL" clId="{993106A3-A7BE-4D77-9DEB-6AE57B1E94CC}" dt="2026-08-26T08:04:36.080" v="439" actId="22"/>
      <pc:docMkLst>
        <pc:docMk/>
      </pc:docMkLst>
      <pc:sldChg chg="delSp modSp mod">
        <pc:chgData name="Saurav Kumar Jha" userId="cd554af7-4d13-4d69-b1b7-2555bd3d39a9" providerId="ADAL" clId="{993106A3-A7BE-4D77-9DEB-6AE57B1E94CC}" dt="2026-08-26T07:46:05.573" v="427" actId="1076"/>
        <pc:sldMkLst>
          <pc:docMk/>
          <pc:sldMk cId="378159588" sldId="330"/>
        </pc:sldMkLst>
        <pc:spChg chg="mod">
          <ac:chgData name="Saurav Kumar Jha" userId="cd554af7-4d13-4d69-b1b7-2555bd3d39a9" providerId="ADAL" clId="{993106A3-A7BE-4D77-9DEB-6AE57B1E94CC}" dt="2026-08-26T07:30:47.158" v="250" actId="165"/>
          <ac:spMkLst>
            <pc:docMk/>
            <pc:sldMk cId="378159588" sldId="330"/>
            <ac:spMk id="108" creationId="{82186619-FCDC-84C1-E6BB-26771E741861}"/>
          </ac:spMkLst>
        </pc:spChg>
        <pc:spChg chg="mod">
          <ac:chgData name="Saurav Kumar Jha" userId="cd554af7-4d13-4d69-b1b7-2555bd3d39a9" providerId="ADAL" clId="{993106A3-A7BE-4D77-9DEB-6AE57B1E94CC}" dt="2026-08-26T07:30:47.158" v="250" actId="165"/>
          <ac:spMkLst>
            <pc:docMk/>
            <pc:sldMk cId="378159588" sldId="330"/>
            <ac:spMk id="109" creationId="{1FD112AC-3B1D-6EB8-F303-234AEB3251A3}"/>
          </ac:spMkLst>
        </pc:spChg>
        <pc:spChg chg="mod">
          <ac:chgData name="Saurav Kumar Jha" userId="cd554af7-4d13-4d69-b1b7-2555bd3d39a9" providerId="ADAL" clId="{993106A3-A7BE-4D77-9DEB-6AE57B1E94CC}" dt="2026-08-26T07:30:47.158" v="250" actId="165"/>
          <ac:spMkLst>
            <pc:docMk/>
            <pc:sldMk cId="378159588" sldId="330"/>
            <ac:spMk id="114" creationId="{76AB3E54-8E02-9F07-F28D-7623CC3539AC}"/>
          </ac:spMkLst>
        </pc:spChg>
        <pc:spChg chg="mod">
          <ac:chgData name="Saurav Kumar Jha" userId="cd554af7-4d13-4d69-b1b7-2555bd3d39a9" providerId="ADAL" clId="{993106A3-A7BE-4D77-9DEB-6AE57B1E94CC}" dt="2026-08-26T07:30:47.158" v="250" actId="165"/>
          <ac:spMkLst>
            <pc:docMk/>
            <pc:sldMk cId="378159588" sldId="330"/>
            <ac:spMk id="116" creationId="{B385396A-DA21-0B5A-BA70-C55411334605}"/>
          </ac:spMkLst>
        </pc:spChg>
        <pc:spChg chg="mod">
          <ac:chgData name="Saurav Kumar Jha" userId="cd554af7-4d13-4d69-b1b7-2555bd3d39a9" providerId="ADAL" clId="{993106A3-A7BE-4D77-9DEB-6AE57B1E94CC}" dt="2026-08-26T07:30:47.158" v="250" actId="165"/>
          <ac:spMkLst>
            <pc:docMk/>
            <pc:sldMk cId="378159588" sldId="330"/>
            <ac:spMk id="117" creationId="{BB4C8B17-0653-7C04-B343-D2FBAE987B67}"/>
          </ac:spMkLst>
        </pc:spChg>
        <pc:spChg chg="mod">
          <ac:chgData name="Saurav Kumar Jha" userId="cd554af7-4d13-4d69-b1b7-2555bd3d39a9" providerId="ADAL" clId="{993106A3-A7BE-4D77-9DEB-6AE57B1E94CC}" dt="2026-08-26T07:30:47.158" v="250" actId="165"/>
          <ac:spMkLst>
            <pc:docMk/>
            <pc:sldMk cId="378159588" sldId="330"/>
            <ac:spMk id="118" creationId="{286B33AD-0670-D540-4034-6150F938C633}"/>
          </ac:spMkLst>
        </pc:spChg>
        <pc:spChg chg="mod">
          <ac:chgData name="Saurav Kumar Jha" userId="cd554af7-4d13-4d69-b1b7-2555bd3d39a9" providerId="ADAL" clId="{993106A3-A7BE-4D77-9DEB-6AE57B1E94CC}" dt="2026-08-26T07:30:47.158" v="250" actId="165"/>
          <ac:spMkLst>
            <pc:docMk/>
            <pc:sldMk cId="378159588" sldId="330"/>
            <ac:spMk id="119" creationId="{083755E2-362E-2693-2945-2BA6B3114D0C}"/>
          </ac:spMkLst>
        </pc:spChg>
        <pc:spChg chg="mod">
          <ac:chgData name="Saurav Kumar Jha" userId="cd554af7-4d13-4d69-b1b7-2555bd3d39a9" providerId="ADAL" clId="{993106A3-A7BE-4D77-9DEB-6AE57B1E94CC}" dt="2026-08-26T07:30:47.158" v="250" actId="165"/>
          <ac:spMkLst>
            <pc:docMk/>
            <pc:sldMk cId="378159588" sldId="330"/>
            <ac:spMk id="121" creationId="{6C719BFA-0BA6-9081-48F0-EBF47CE8D3C6}"/>
          </ac:spMkLst>
        </pc:spChg>
        <pc:spChg chg="mod">
          <ac:chgData name="Saurav Kumar Jha" userId="cd554af7-4d13-4d69-b1b7-2555bd3d39a9" providerId="ADAL" clId="{993106A3-A7BE-4D77-9DEB-6AE57B1E94CC}" dt="2026-08-26T07:30:47.158" v="250" actId="165"/>
          <ac:spMkLst>
            <pc:docMk/>
            <pc:sldMk cId="378159588" sldId="330"/>
            <ac:spMk id="122" creationId="{EC04ECC7-D566-2EFA-BF7B-E5DF0DD991F7}"/>
          </ac:spMkLst>
        </pc:spChg>
        <pc:grpChg chg="mod">
          <ac:chgData name="Saurav Kumar Jha" userId="cd554af7-4d13-4d69-b1b7-2555bd3d39a9" providerId="ADAL" clId="{993106A3-A7BE-4D77-9DEB-6AE57B1E94CC}" dt="2026-08-26T07:12:37.190" v="44" actId="1076"/>
          <ac:grpSpMkLst>
            <pc:docMk/>
            <pc:sldMk cId="378159588" sldId="330"/>
            <ac:grpSpMk id="140" creationId="{3E91C1FC-3B42-412A-AD2C-CB7BE149DE08}"/>
          </ac:grpSpMkLst>
        </pc:grpChg>
      </pc:sldChg>
      <pc:sldChg chg="modSp mod">
        <pc:chgData name="Saurav Kumar Jha" userId="cd554af7-4d13-4d69-b1b7-2555bd3d39a9" providerId="ADAL" clId="{993106A3-A7BE-4D77-9DEB-6AE57B1E94CC}" dt="2026-08-26T08:03:07.696" v="434" actId="1076"/>
        <pc:sldMkLst>
          <pc:docMk/>
          <pc:sldMk cId="4266840583" sldId="335"/>
        </pc:sldMkLst>
      </pc:sldChg>
      <pc:sldMasterChg chg="modSldLayout">
        <pc:chgData name="Saurav Kumar Jha" userId="cd554af7-4d13-4d69-b1b7-2555bd3d39a9" providerId="ADAL" clId="{993106A3-A7BE-4D77-9DEB-6AE57B1E94CC}" dt="2026-08-26T08:04:36.080" v="439" actId="22"/>
        <pc:sldMasterMkLst>
          <pc:docMk/>
          <pc:sldMasterMk cId="2209977519" sldId="2147483648"/>
        </pc:sldMasterMkLst>
        <pc:sldLayoutChg chg="addSp delSp modSp mod">
          <pc:chgData name="Saurav Kumar Jha" userId="cd554af7-4d13-4d69-b1b7-2555bd3d39a9" providerId="ADAL" clId="{993106A3-A7BE-4D77-9DEB-6AE57B1E94CC}" dt="2026-08-26T08:04:36.080" v="439" actId="22"/>
          <pc:sldLayoutMkLst>
            <pc:docMk/>
            <pc:sldMasterMk cId="2209977519" sldId="2147483648"/>
            <pc:sldLayoutMk cId="1225958442" sldId="2147483660"/>
          </pc:sldLayoutMkLst>
        </pc:sldLayoutChg>
        <pc:sldLayoutChg chg="modSp">
          <pc:chgData name="Saurav Kumar Jha" userId="cd554af7-4d13-4d69-b1b7-2555bd3d39a9" providerId="ADAL" clId="{993106A3-A7BE-4D77-9DEB-6AE57B1E94CC}" dt="2026-08-26T08:04:28.564" v="437" actId="735"/>
          <pc:sldLayoutMkLst>
            <pc:docMk/>
            <pc:sldMasterMk cId="2209977519" sldId="2147483648"/>
            <pc:sldLayoutMk cId="2453153665" sldId="2147483661"/>
          </pc:sldLayoutMkLst>
        </pc:sldLayoutChg>
      </pc:sldMasterChg>
    </pc:docChg>
  </pc:docChgLst>
  <pc:docChgLst>
    <pc:chgData name="Santosh Prasad" userId="e876dc76-ed9d-4010-a5d5-12b3160ca658" providerId="ADAL" clId="{CC8C75E9-E337-4508-BE9B-5BE3A6035D45}"/>
    <pc:docChg chg="undo custSel addSld delSld modSld sldOrd modMainMaster">
      <pc:chgData name="Santosh Prasad" userId="e876dc76-ed9d-4010-a5d5-12b3160ca658" providerId="ADAL" clId="{CC8C75E9-E337-4508-BE9B-5BE3A6035D45}" dt="2026-08-26T15:15:22.929" v="10263" actId="692"/>
      <pc:docMkLst>
        <pc:docMk/>
      </pc:docMkLst>
      <pc:sldChg chg="addSp delSp modSp mod modClrScheme chgLayout">
        <pc:chgData name="Santosh Prasad" userId="e876dc76-ed9d-4010-a5d5-12b3160ca658" providerId="ADAL" clId="{CC8C75E9-E337-4508-BE9B-5BE3A6035D45}" dt="2026-08-25T14:54:43.585" v="5691" actId="12789"/>
        <pc:sldMkLst>
          <pc:docMk/>
          <pc:sldMk cId="0" sldId="258"/>
        </pc:sldMkLst>
        <pc:spChg chg="add mod ord topLvl">
          <ac:chgData name="Santosh Prasad" userId="e876dc76-ed9d-4010-a5d5-12b3160ca658" providerId="ADAL" clId="{CC8C75E9-E337-4508-BE9B-5BE3A6035D45}" dt="2026-08-25T13:04:40.174" v="3428" actId="164"/>
          <ac:spMkLst>
            <pc:docMk/>
            <pc:sldMk cId="0" sldId="258"/>
            <ac:spMk id="9" creationId="{D79C827F-27DA-D9EF-E9DC-79622D86A388}"/>
          </ac:spMkLst>
        </pc:spChg>
        <pc:spChg chg="add mod ord topLvl">
          <ac:chgData name="Santosh Prasad" userId="e876dc76-ed9d-4010-a5d5-12b3160ca658" providerId="ADAL" clId="{CC8C75E9-E337-4508-BE9B-5BE3A6035D45}" dt="2026-08-25T13:04:40.174" v="3428" actId="164"/>
          <ac:spMkLst>
            <pc:docMk/>
            <pc:sldMk cId="0" sldId="258"/>
            <ac:spMk id="15" creationId="{8F81D37C-E033-A444-F47B-2F24BE667EE6}"/>
          </ac:spMkLst>
        </pc:spChg>
        <pc:spChg chg="add mod">
          <ac:chgData name="Santosh Prasad" userId="e876dc76-ed9d-4010-a5d5-12b3160ca658" providerId="ADAL" clId="{CC8C75E9-E337-4508-BE9B-5BE3A6035D45}" dt="2026-08-25T12:55:28.272" v="3341" actId="164"/>
          <ac:spMkLst>
            <pc:docMk/>
            <pc:sldMk cId="0" sldId="258"/>
            <ac:spMk id="17" creationId="{999E9000-6A82-7D71-A496-15DCC830EC62}"/>
          </ac:spMkLst>
        </pc:spChg>
        <pc:spChg chg="add mod ord topLvl">
          <ac:chgData name="Santosh Prasad" userId="e876dc76-ed9d-4010-a5d5-12b3160ca658" providerId="ADAL" clId="{CC8C75E9-E337-4508-BE9B-5BE3A6035D45}" dt="2026-08-25T12:57:10.594" v="3362" actId="167"/>
          <ac:spMkLst>
            <pc:docMk/>
            <pc:sldMk cId="0" sldId="258"/>
            <ac:spMk id="18" creationId="{DA691F5E-8EBB-7E11-C0A3-8CBBF25F3DF3}"/>
          </ac:spMkLst>
        </pc:spChg>
        <pc:spChg chg="add mod ord">
          <ac:chgData name="Santosh Prasad" userId="e876dc76-ed9d-4010-a5d5-12b3160ca658" providerId="ADAL" clId="{CC8C75E9-E337-4508-BE9B-5BE3A6035D45}" dt="2026-08-25T14:54:43.585" v="5691" actId="12789"/>
          <ac:spMkLst>
            <pc:docMk/>
            <pc:sldMk cId="0" sldId="258"/>
            <ac:spMk id="33" creationId="{0A99F75B-0868-F823-7FBF-12F01B4BB157}"/>
          </ac:spMkLst>
        </pc:spChg>
        <pc:spChg chg="add mod ord topLvl">
          <ac:chgData name="Santosh Prasad" userId="e876dc76-ed9d-4010-a5d5-12b3160ca658" providerId="ADAL" clId="{CC8C75E9-E337-4508-BE9B-5BE3A6035D45}" dt="2026-08-25T12:57:52.306" v="3378" actId="1037"/>
          <ac:spMkLst>
            <pc:docMk/>
            <pc:sldMk cId="0" sldId="258"/>
            <ac:spMk id="35" creationId="{DC8D97F1-7E2B-D3B3-A2C0-426507EED038}"/>
          </ac:spMkLst>
        </pc:spChg>
        <pc:spChg chg="add mod">
          <ac:chgData name="Santosh Prasad" userId="e876dc76-ed9d-4010-a5d5-12b3160ca658" providerId="ADAL" clId="{CC8C75E9-E337-4508-BE9B-5BE3A6035D45}" dt="2026-08-25T12:54:31.119" v="3275" actId="164"/>
          <ac:spMkLst>
            <pc:docMk/>
            <pc:sldMk cId="0" sldId="258"/>
            <ac:spMk id="44" creationId="{795A302A-F8D3-F0DA-39D4-3367995ABE91}"/>
          </ac:spMkLst>
        </pc:spChg>
        <pc:spChg chg="add mod ord">
          <ac:chgData name="Santosh Prasad" userId="e876dc76-ed9d-4010-a5d5-12b3160ca658" providerId="ADAL" clId="{CC8C75E9-E337-4508-BE9B-5BE3A6035D45}" dt="2026-08-25T12:54:31.119" v="3275" actId="164"/>
          <ac:spMkLst>
            <pc:docMk/>
            <pc:sldMk cId="0" sldId="258"/>
            <ac:spMk id="45" creationId="{77EB8DB7-2413-139B-31B7-6FD3CE9B89F5}"/>
          </ac:spMkLst>
        </pc:spChg>
        <pc:spChg chg="add mod ord">
          <ac:chgData name="Santosh Prasad" userId="e876dc76-ed9d-4010-a5d5-12b3160ca658" providerId="ADAL" clId="{CC8C75E9-E337-4508-BE9B-5BE3A6035D45}" dt="2026-08-25T12:54:31.119" v="3275" actId="164"/>
          <ac:spMkLst>
            <pc:docMk/>
            <pc:sldMk cId="0" sldId="258"/>
            <ac:spMk id="47" creationId="{0E6AD8CC-9AF1-44E7-88D6-91F9407BF67B}"/>
          </ac:spMkLst>
        </pc:spChg>
        <pc:spChg chg="add mod ord topLvl">
          <ac:chgData name="Santosh Prasad" userId="e876dc76-ed9d-4010-a5d5-12b3160ca658" providerId="ADAL" clId="{CC8C75E9-E337-4508-BE9B-5BE3A6035D45}" dt="2026-08-25T12:57:10.594" v="3362" actId="167"/>
          <ac:spMkLst>
            <pc:docMk/>
            <pc:sldMk cId="0" sldId="258"/>
            <ac:spMk id="49" creationId="{197AB44B-77D4-9EF0-B6B7-2F830EEC8BE5}"/>
          </ac:spMkLst>
        </pc:spChg>
        <pc:spChg chg="add mod">
          <ac:chgData name="Santosh Prasad" userId="e876dc76-ed9d-4010-a5d5-12b3160ca658" providerId="ADAL" clId="{CC8C75E9-E337-4508-BE9B-5BE3A6035D45}" dt="2026-08-25T12:52:53.397" v="3251" actId="164"/>
          <ac:spMkLst>
            <pc:docMk/>
            <pc:sldMk cId="0" sldId="258"/>
            <ac:spMk id="50" creationId="{A79E13E3-D8DA-E6BF-2B02-3F7A99CEEC2D}"/>
          </ac:spMkLst>
        </pc:spChg>
        <pc:spChg chg="add mod">
          <ac:chgData name="Santosh Prasad" userId="e876dc76-ed9d-4010-a5d5-12b3160ca658" providerId="ADAL" clId="{CC8C75E9-E337-4508-BE9B-5BE3A6035D45}" dt="2026-08-25T12:52:53.397" v="3251" actId="164"/>
          <ac:spMkLst>
            <pc:docMk/>
            <pc:sldMk cId="0" sldId="258"/>
            <ac:spMk id="51" creationId="{7383F4FE-D72A-EDBC-0F59-F88A5BBFA07A}"/>
          </ac:spMkLst>
        </pc:spChg>
        <pc:spChg chg="add mod ord">
          <ac:chgData name="Santosh Prasad" userId="e876dc76-ed9d-4010-a5d5-12b3160ca658" providerId="ADAL" clId="{CC8C75E9-E337-4508-BE9B-5BE3A6035D45}" dt="2026-08-25T12:53:06.318" v="3254" actId="164"/>
          <ac:spMkLst>
            <pc:docMk/>
            <pc:sldMk cId="0" sldId="258"/>
            <ac:spMk id="53" creationId="{B0ED7ACE-0D08-44D2-933C-EFAD1DE254BE}"/>
          </ac:spMkLst>
        </pc:spChg>
        <pc:spChg chg="add mod ord">
          <ac:chgData name="Santosh Prasad" userId="e876dc76-ed9d-4010-a5d5-12b3160ca658" providerId="ADAL" clId="{CC8C75E9-E337-4508-BE9B-5BE3A6035D45}" dt="2026-08-25T12:57:10.594" v="3362" actId="167"/>
          <ac:spMkLst>
            <pc:docMk/>
            <pc:sldMk cId="0" sldId="258"/>
            <ac:spMk id="54" creationId="{575AA27F-B11F-BEA4-4DD2-D5244F2076B2}"/>
          </ac:spMkLst>
        </pc:spChg>
        <pc:spChg chg="add mod">
          <ac:chgData name="Santosh Prasad" userId="e876dc76-ed9d-4010-a5d5-12b3160ca658" providerId="ADAL" clId="{CC8C75E9-E337-4508-BE9B-5BE3A6035D45}" dt="2026-08-25T12:52:29.714" v="3244" actId="164"/>
          <ac:spMkLst>
            <pc:docMk/>
            <pc:sldMk cId="0" sldId="258"/>
            <ac:spMk id="55" creationId="{F53E181B-061B-97FD-E1E7-7F0871683344}"/>
          </ac:spMkLst>
        </pc:spChg>
        <pc:spChg chg="add mod">
          <ac:chgData name="Santosh Prasad" userId="e876dc76-ed9d-4010-a5d5-12b3160ca658" providerId="ADAL" clId="{CC8C75E9-E337-4508-BE9B-5BE3A6035D45}" dt="2026-08-25T12:57:03.983" v="3361" actId="165"/>
          <ac:spMkLst>
            <pc:docMk/>
            <pc:sldMk cId="0" sldId="258"/>
            <ac:spMk id="56" creationId="{1173A5B4-EF5F-6E27-BE7F-A6933F30C3A3}"/>
          </ac:spMkLst>
        </pc:spChg>
        <pc:spChg chg="add mod ord topLvl">
          <ac:chgData name="Santosh Prasad" userId="e876dc76-ed9d-4010-a5d5-12b3160ca658" providerId="ADAL" clId="{CC8C75E9-E337-4508-BE9B-5BE3A6035D45}" dt="2026-08-25T12:56:56.738" v="3360" actId="165"/>
          <ac:spMkLst>
            <pc:docMk/>
            <pc:sldMk cId="0" sldId="258"/>
            <ac:spMk id="59" creationId="{9733F939-9E15-4E2C-0295-1EEB0F03BBF2}"/>
          </ac:spMkLst>
        </pc:spChg>
        <pc:spChg chg="add mod ord">
          <ac:chgData name="Santosh Prasad" userId="e876dc76-ed9d-4010-a5d5-12b3160ca658" providerId="ADAL" clId="{CC8C75E9-E337-4508-BE9B-5BE3A6035D45}" dt="2026-08-25T12:56:35.572" v="3358" actId="167"/>
          <ac:spMkLst>
            <pc:docMk/>
            <pc:sldMk cId="0" sldId="258"/>
            <ac:spMk id="60" creationId="{3B5AB3C6-18AE-F4AF-BB63-11A372B2BF4C}"/>
          </ac:spMkLst>
        </pc:spChg>
        <pc:spChg chg="add mod ord">
          <ac:chgData name="Santosh Prasad" userId="e876dc76-ed9d-4010-a5d5-12b3160ca658" providerId="ADAL" clId="{CC8C75E9-E337-4508-BE9B-5BE3A6035D45}" dt="2026-08-25T12:56:35.572" v="3358" actId="167"/>
          <ac:spMkLst>
            <pc:docMk/>
            <pc:sldMk cId="0" sldId="258"/>
            <ac:spMk id="62" creationId="{7D008C07-49A7-7FAE-7761-36769BE8D6D0}"/>
          </ac:spMkLst>
        </pc:spChg>
        <pc:spChg chg="add mod topLvl">
          <ac:chgData name="Santosh Prasad" userId="e876dc76-ed9d-4010-a5d5-12b3160ca658" providerId="ADAL" clId="{CC8C75E9-E337-4508-BE9B-5BE3A6035D45}" dt="2026-08-25T13:04:40.174" v="3428" actId="164"/>
          <ac:spMkLst>
            <pc:docMk/>
            <pc:sldMk cId="0" sldId="258"/>
            <ac:spMk id="64" creationId="{A722458E-40F0-E481-C96F-1A022D7FDC9C}"/>
          </ac:spMkLst>
        </pc:spChg>
        <pc:spChg chg="add mod topLvl">
          <ac:chgData name="Santosh Prasad" userId="e876dc76-ed9d-4010-a5d5-12b3160ca658" providerId="ADAL" clId="{CC8C75E9-E337-4508-BE9B-5BE3A6035D45}" dt="2026-08-25T12:57:52.306" v="3378" actId="1037"/>
          <ac:spMkLst>
            <pc:docMk/>
            <pc:sldMk cId="0" sldId="258"/>
            <ac:spMk id="65" creationId="{39E15BB3-BE5B-74B2-6AA0-77A58C0A9B17}"/>
          </ac:spMkLst>
        </pc:spChg>
        <pc:spChg chg="add mod">
          <ac:chgData name="Santosh Prasad" userId="e876dc76-ed9d-4010-a5d5-12b3160ca658" providerId="ADAL" clId="{CC8C75E9-E337-4508-BE9B-5BE3A6035D45}" dt="2026-08-25T12:57:52.306" v="3378" actId="1037"/>
          <ac:spMkLst>
            <pc:docMk/>
            <pc:sldMk cId="0" sldId="258"/>
            <ac:spMk id="68" creationId="{1E317C57-D89E-596A-FA86-2C0B8D1E62DF}"/>
          </ac:spMkLst>
        </pc:spChg>
        <pc:spChg chg="add mod">
          <ac:chgData name="Santosh Prasad" userId="e876dc76-ed9d-4010-a5d5-12b3160ca658" providerId="ADAL" clId="{CC8C75E9-E337-4508-BE9B-5BE3A6035D45}" dt="2026-08-25T12:57:35.388" v="3370" actId="1038"/>
          <ac:spMkLst>
            <pc:docMk/>
            <pc:sldMk cId="0" sldId="258"/>
            <ac:spMk id="69" creationId="{E3530137-2B57-64F5-CD97-8EA94EEF4DE9}"/>
          </ac:spMkLst>
        </pc:spChg>
        <pc:spChg chg="add mod">
          <ac:chgData name="Santosh Prasad" userId="e876dc76-ed9d-4010-a5d5-12b3160ca658" providerId="ADAL" clId="{CC8C75E9-E337-4508-BE9B-5BE3A6035D45}" dt="2026-08-25T12:54:31.119" v="3275" actId="164"/>
          <ac:spMkLst>
            <pc:docMk/>
            <pc:sldMk cId="0" sldId="258"/>
            <ac:spMk id="70" creationId="{6498A5BF-3AE9-80DE-C2D4-9446E76EB747}"/>
          </ac:spMkLst>
        </pc:spChg>
        <pc:spChg chg="add mod topLvl">
          <ac:chgData name="Santosh Prasad" userId="e876dc76-ed9d-4010-a5d5-12b3160ca658" providerId="ADAL" clId="{CC8C75E9-E337-4508-BE9B-5BE3A6035D45}" dt="2026-08-25T13:04:40.174" v="3428" actId="164"/>
          <ac:spMkLst>
            <pc:docMk/>
            <pc:sldMk cId="0" sldId="258"/>
            <ac:spMk id="71" creationId="{F567414C-3863-5D87-E81C-7AE26BDB10C7}"/>
          </ac:spMkLst>
        </pc:spChg>
        <pc:spChg chg="add mod">
          <ac:chgData name="Santosh Prasad" userId="e876dc76-ed9d-4010-a5d5-12b3160ca658" providerId="ADAL" clId="{CC8C75E9-E337-4508-BE9B-5BE3A6035D45}" dt="2026-08-25T12:57:19.140" v="3363" actId="1035"/>
          <ac:spMkLst>
            <pc:docMk/>
            <pc:sldMk cId="0" sldId="258"/>
            <ac:spMk id="74" creationId="{7DD2E14A-0A0D-5503-19D0-01F24C8FA8D3}"/>
          </ac:spMkLst>
        </pc:spChg>
        <pc:spChg chg="add mod">
          <ac:chgData name="Santosh Prasad" userId="e876dc76-ed9d-4010-a5d5-12b3160ca658" providerId="ADAL" clId="{CC8C75E9-E337-4508-BE9B-5BE3A6035D45}" dt="2026-08-25T12:53:56.459" v="3270" actId="552"/>
          <ac:spMkLst>
            <pc:docMk/>
            <pc:sldMk cId="0" sldId="258"/>
            <ac:spMk id="81" creationId="{61C9C727-FFDF-8197-997B-9BB963C3AEC1}"/>
          </ac:spMkLst>
        </pc:spChg>
        <pc:spChg chg="add mod">
          <ac:chgData name="Santosh Prasad" userId="e876dc76-ed9d-4010-a5d5-12b3160ca658" providerId="ADAL" clId="{CC8C75E9-E337-4508-BE9B-5BE3A6035D45}" dt="2026-08-25T12:53:56.459" v="3270" actId="552"/>
          <ac:spMkLst>
            <pc:docMk/>
            <pc:sldMk cId="0" sldId="258"/>
            <ac:spMk id="82" creationId="{7FDAD05E-7549-0ADE-6829-01DB323A2AF3}"/>
          </ac:spMkLst>
        </pc:spChg>
        <pc:spChg chg="add mod topLvl">
          <ac:chgData name="Santosh Prasad" userId="e876dc76-ed9d-4010-a5d5-12b3160ca658" providerId="ADAL" clId="{CC8C75E9-E337-4508-BE9B-5BE3A6035D45}" dt="2026-08-25T12:57:35.388" v="3370" actId="1038"/>
          <ac:spMkLst>
            <pc:docMk/>
            <pc:sldMk cId="0" sldId="258"/>
            <ac:spMk id="83" creationId="{D2DF711E-9901-8175-3F9C-3F4441324192}"/>
          </ac:spMkLst>
        </pc:spChg>
        <pc:spChg chg="add mod topLvl">
          <ac:chgData name="Santosh Prasad" userId="e876dc76-ed9d-4010-a5d5-12b3160ca658" providerId="ADAL" clId="{CC8C75E9-E337-4508-BE9B-5BE3A6035D45}" dt="2026-08-25T13:04:40.174" v="3428" actId="164"/>
          <ac:spMkLst>
            <pc:docMk/>
            <pc:sldMk cId="0" sldId="258"/>
            <ac:spMk id="86" creationId="{558D437A-765E-961E-F1AE-1A542DA8C6B0}"/>
          </ac:spMkLst>
        </pc:spChg>
        <pc:spChg chg="add mod">
          <ac:chgData name="Santosh Prasad" userId="e876dc76-ed9d-4010-a5d5-12b3160ca658" providerId="ADAL" clId="{CC8C75E9-E337-4508-BE9B-5BE3A6035D45}" dt="2026-08-25T14:53:05.222" v="5683" actId="14100"/>
          <ac:spMkLst>
            <pc:docMk/>
            <pc:sldMk cId="0" sldId="258"/>
            <ac:spMk id="87" creationId="{4253F385-EB8D-5028-B9F5-67CF2B64118C}"/>
          </ac:spMkLst>
        </pc:spChg>
        <pc:spChg chg="add mod topLvl">
          <ac:chgData name="Santosh Prasad" userId="e876dc76-ed9d-4010-a5d5-12b3160ca658" providerId="ADAL" clId="{CC8C75E9-E337-4508-BE9B-5BE3A6035D45}" dt="2026-08-25T13:04:40.174" v="3428" actId="164"/>
          <ac:spMkLst>
            <pc:docMk/>
            <pc:sldMk cId="0" sldId="258"/>
            <ac:spMk id="88" creationId="{0B2E2435-D66E-6F9C-E651-E05B9189605C}"/>
          </ac:spMkLst>
        </pc:spChg>
        <pc:spChg chg="add mod">
          <ac:chgData name="Santosh Prasad" userId="e876dc76-ed9d-4010-a5d5-12b3160ca658" providerId="ADAL" clId="{CC8C75E9-E337-4508-BE9B-5BE3A6035D45}" dt="2026-08-25T12:54:03.631" v="3271" actId="552"/>
          <ac:spMkLst>
            <pc:docMk/>
            <pc:sldMk cId="0" sldId="258"/>
            <ac:spMk id="89" creationId="{8A8DCD54-8B48-3218-1D14-14E28D15199B}"/>
          </ac:spMkLst>
        </pc:spChg>
        <pc:spChg chg="add mod">
          <ac:chgData name="Santosh Prasad" userId="e876dc76-ed9d-4010-a5d5-12b3160ca658" providerId="ADAL" clId="{CC8C75E9-E337-4508-BE9B-5BE3A6035D45}" dt="2026-08-25T12:57:35.388" v="3370" actId="1038"/>
          <ac:spMkLst>
            <pc:docMk/>
            <pc:sldMk cId="0" sldId="258"/>
            <ac:spMk id="92" creationId="{0ECEF45E-7A5D-8DF6-E61E-4DACCDD42D82}"/>
          </ac:spMkLst>
        </pc:spChg>
        <pc:spChg chg="add mod">
          <ac:chgData name="Santosh Prasad" userId="e876dc76-ed9d-4010-a5d5-12b3160ca658" providerId="ADAL" clId="{CC8C75E9-E337-4508-BE9B-5BE3A6035D45}" dt="2026-08-25T14:54:43.585" v="5691" actId="12789"/>
          <ac:spMkLst>
            <pc:docMk/>
            <pc:sldMk cId="0" sldId="258"/>
            <ac:spMk id="95" creationId="{1087BBF8-F7BD-667E-3053-CD72F600EBAD}"/>
          </ac:spMkLst>
        </pc:spChg>
        <pc:spChg chg="add mod">
          <ac:chgData name="Santosh Prasad" userId="e876dc76-ed9d-4010-a5d5-12b3160ca658" providerId="ADAL" clId="{CC8C75E9-E337-4508-BE9B-5BE3A6035D45}" dt="2026-08-25T12:48:11.875" v="3148" actId="164"/>
          <ac:spMkLst>
            <pc:docMk/>
            <pc:sldMk cId="0" sldId="258"/>
            <ac:spMk id="96" creationId="{81B9BC9A-72DD-A612-6D55-EAECE78FD9FD}"/>
          </ac:spMkLst>
        </pc:spChg>
        <pc:grpChg chg="add mod">
          <ac:chgData name="Santosh Prasad" userId="e876dc76-ed9d-4010-a5d5-12b3160ca658" providerId="ADAL" clId="{CC8C75E9-E337-4508-BE9B-5BE3A6035D45}" dt="2026-08-25T12:52:44.565" v="3249" actId="164"/>
          <ac:grpSpMkLst>
            <pc:docMk/>
            <pc:sldMk cId="0" sldId="258"/>
            <ac:grpSpMk id="102" creationId="{60FBCFB0-A73D-1EE3-721E-D5B71D72CE06}"/>
          </ac:grpSpMkLst>
        </pc:grpChg>
        <pc:grpChg chg="add mod">
          <ac:chgData name="Santosh Prasad" userId="e876dc76-ed9d-4010-a5d5-12b3160ca658" providerId="ADAL" clId="{CC8C75E9-E337-4508-BE9B-5BE3A6035D45}" dt="2026-08-25T12:53:06.318" v="3254" actId="164"/>
          <ac:grpSpMkLst>
            <pc:docMk/>
            <pc:sldMk cId="0" sldId="258"/>
            <ac:grpSpMk id="104" creationId="{AFFE6C22-6794-8C58-D97F-D503707CF543}"/>
          </ac:grpSpMkLst>
        </pc:grpChg>
        <pc:picChg chg="add mod modCrop">
          <ac:chgData name="Santosh Prasad" userId="e876dc76-ed9d-4010-a5d5-12b3160ca658" providerId="ADAL" clId="{CC8C75E9-E337-4508-BE9B-5BE3A6035D45}" dt="2026-08-25T12:48:11.875" v="3148" actId="164"/>
          <ac:picMkLst>
            <pc:docMk/>
            <pc:sldMk cId="0" sldId="258"/>
            <ac:picMk id="98" creationId="{FBB634C9-7E84-301E-26AC-D0CC54EDC786}"/>
          </ac:picMkLst>
        </pc:picChg>
        <pc:picChg chg="add mod">
          <ac:chgData name="Santosh Prasad" userId="e876dc76-ed9d-4010-a5d5-12b3160ca658" providerId="ADAL" clId="{CC8C75E9-E337-4508-BE9B-5BE3A6035D45}" dt="2026-08-25T13:00:02.878" v="3383" actId="1076"/>
          <ac:picMkLst>
            <pc:docMk/>
            <pc:sldMk cId="0" sldId="258"/>
            <ac:picMk id="111" creationId="{9CD3A780-F0F4-22A0-D5F4-C03696DEFE31}"/>
          </ac:picMkLst>
        </pc:picChg>
        <pc:picChg chg="add mod">
          <ac:chgData name="Santosh Prasad" userId="e876dc76-ed9d-4010-a5d5-12b3160ca658" providerId="ADAL" clId="{CC8C75E9-E337-4508-BE9B-5BE3A6035D45}" dt="2026-08-25T13:00:24.073" v="3391" actId="1076"/>
          <ac:picMkLst>
            <pc:docMk/>
            <pc:sldMk cId="0" sldId="258"/>
            <ac:picMk id="113" creationId="{6A607A28-116F-01E7-789D-3E34A60B1776}"/>
          </ac:picMkLst>
        </pc:picChg>
        <pc:picChg chg="add mod">
          <ac:chgData name="Santosh Prasad" userId="e876dc76-ed9d-4010-a5d5-12b3160ca658" providerId="ADAL" clId="{CC8C75E9-E337-4508-BE9B-5BE3A6035D45}" dt="2026-08-25T13:00:47.616" v="3400" actId="1076"/>
          <ac:picMkLst>
            <pc:docMk/>
            <pc:sldMk cId="0" sldId="258"/>
            <ac:picMk id="115" creationId="{568F151B-1CD7-F485-BD36-59ADB10963FC}"/>
          </ac:picMkLst>
        </pc:picChg>
        <pc:picChg chg="add mod">
          <ac:chgData name="Santosh Prasad" userId="e876dc76-ed9d-4010-a5d5-12b3160ca658" providerId="ADAL" clId="{CC8C75E9-E337-4508-BE9B-5BE3A6035D45}" dt="2026-08-25T13:03:11.152" v="3418" actId="1076"/>
          <ac:picMkLst>
            <pc:docMk/>
            <pc:sldMk cId="0" sldId="258"/>
            <ac:picMk id="121" creationId="{73EA6E61-0FB3-442A-58C6-BF378D7BE732}"/>
          </ac:picMkLst>
        </pc:picChg>
      </pc:sldChg>
      <pc:sldChg chg="addSp delSp modSp mod modClrScheme chgLayout">
        <pc:chgData name="Santosh Prasad" userId="e876dc76-ed9d-4010-a5d5-12b3160ca658" providerId="ADAL" clId="{CC8C75E9-E337-4508-BE9B-5BE3A6035D45}" dt="2026-08-26T05:14:12.412" v="5950" actId="21"/>
        <pc:sldMkLst>
          <pc:docMk/>
          <pc:sldMk cId="3514214206" sldId="269"/>
        </pc:sldMkLst>
      </pc:sldChg>
      <pc:sldChg chg="delSp modSp add mod modClrScheme chgLayout">
        <pc:chgData name="Santosh Prasad" userId="e876dc76-ed9d-4010-a5d5-12b3160ca658" providerId="ADAL" clId="{CC8C75E9-E337-4508-BE9B-5BE3A6035D45}" dt="2026-08-25T13:07:47.211" v="3540" actId="1035"/>
        <pc:sldMkLst>
          <pc:docMk/>
          <pc:sldMk cId="0" sldId="308"/>
        </pc:sldMkLst>
        <pc:spChg chg="mod">
          <ac:chgData name="Santosh Prasad" userId="e876dc76-ed9d-4010-a5d5-12b3160ca658" providerId="ADAL" clId="{CC8C75E9-E337-4508-BE9B-5BE3A6035D45}" dt="2026-08-25T13:07:31.435" v="3524" actId="1036"/>
          <ac:spMkLst>
            <pc:docMk/>
            <pc:sldMk cId="0" sldId="308"/>
            <ac:spMk id="3" creationId="{DED9BDA3-907D-FBA2-C6D3-0B90E710181A}"/>
          </ac:spMkLst>
        </pc:spChg>
        <pc:spChg chg="mod">
          <ac:chgData name="Santosh Prasad" userId="e876dc76-ed9d-4010-a5d5-12b3160ca658" providerId="ADAL" clId="{CC8C75E9-E337-4508-BE9B-5BE3A6035D45}" dt="2026-08-25T13:07:47.211" v="3540" actId="1035"/>
          <ac:spMkLst>
            <pc:docMk/>
            <pc:sldMk cId="0" sldId="308"/>
            <ac:spMk id="8" creationId="{134BAFF1-A3ED-520B-BBB6-A071C9BEB8EF}"/>
          </ac:spMkLst>
        </pc:spChg>
        <pc:spChg chg="mod">
          <ac:chgData name="Santosh Prasad" userId="e876dc76-ed9d-4010-a5d5-12b3160ca658" providerId="ADAL" clId="{CC8C75E9-E337-4508-BE9B-5BE3A6035D45}" dt="2026-08-25T13:07:25.395" v="3514" actId="1036"/>
          <ac:spMkLst>
            <pc:docMk/>
            <pc:sldMk cId="0" sldId="308"/>
            <ac:spMk id="9" creationId="{CD9E1B00-60EA-6111-B3F6-7607B401F201}"/>
          </ac:spMkLst>
        </pc:spChg>
        <pc:picChg chg="mod">
          <ac:chgData name="Santosh Prasad" userId="e876dc76-ed9d-4010-a5d5-12b3160ca658" providerId="ADAL" clId="{CC8C75E9-E337-4508-BE9B-5BE3A6035D45}" dt="2026-08-25T13:07:34.998" v="3535" actId="1036"/>
          <ac:picMkLst>
            <pc:docMk/>
            <pc:sldMk cId="0" sldId="308"/>
            <ac:picMk id="2" creationId="{873D5DBB-9319-5E09-B6F6-17EF0F015B0E}"/>
          </ac:picMkLst>
        </pc:picChg>
        <pc:picChg chg="mod">
          <ac:chgData name="Santosh Prasad" userId="e876dc76-ed9d-4010-a5d5-12b3160ca658" providerId="ADAL" clId="{CC8C75E9-E337-4508-BE9B-5BE3A6035D45}" dt="2026-08-25T13:07:27.437" v="3520" actId="1036"/>
          <ac:picMkLst>
            <pc:docMk/>
            <pc:sldMk cId="0" sldId="308"/>
            <ac:picMk id="5" creationId="{A7CAC1C2-56E6-0685-B62E-1C65D0F8260D}"/>
          </ac:picMkLst>
        </pc:picChg>
        <pc:cxnChg chg="mod">
          <ac:chgData name="Santosh Prasad" userId="e876dc76-ed9d-4010-a5d5-12b3160ca658" providerId="ADAL" clId="{CC8C75E9-E337-4508-BE9B-5BE3A6035D45}" dt="2026-08-25T13:07:33.064" v="3530" actId="1036"/>
          <ac:cxnSpMkLst>
            <pc:docMk/>
            <pc:sldMk cId="0" sldId="308"/>
            <ac:cxnSpMk id="4" creationId="{1E28D620-81B3-EFEB-83AF-22A0C81EF824}"/>
          </ac:cxnSpMkLst>
        </pc:cxnChg>
      </pc:sldChg>
      <pc:sldChg chg="delSp modSp add mod modClrScheme chgLayout">
        <pc:chgData name="Santosh Prasad" userId="e876dc76-ed9d-4010-a5d5-12b3160ca658" providerId="ADAL" clId="{CC8C75E9-E337-4508-BE9B-5BE3A6035D45}" dt="2026-08-25T07:09:27.712" v="19" actId="700"/>
        <pc:sldMkLst>
          <pc:docMk/>
          <pc:sldMk cId="0" sldId="316"/>
        </pc:sldMkLst>
      </pc:sldChg>
      <pc:sldChg chg="addSp delSp modSp mod modClrScheme chgLayout">
        <pc:chgData name="Santosh Prasad" userId="e876dc76-ed9d-4010-a5d5-12b3160ca658" providerId="ADAL" clId="{CC8C75E9-E337-4508-BE9B-5BE3A6035D45}" dt="2026-08-26T09:33:06.707" v="10181" actId="207"/>
        <pc:sldMkLst>
          <pc:docMk/>
          <pc:sldMk cId="378159588" sldId="330"/>
        </pc:sldMkLst>
        <pc:spChg chg="add mod">
          <ac:chgData name="Santosh Prasad" userId="e876dc76-ed9d-4010-a5d5-12b3160ca658" providerId="ADAL" clId="{CC8C75E9-E337-4508-BE9B-5BE3A6035D45}" dt="2026-08-26T07:17:43.272" v="7828"/>
          <ac:spMkLst>
            <pc:docMk/>
            <pc:sldMk cId="378159588" sldId="330"/>
            <ac:spMk id="8" creationId="{7B81611D-5B9E-E8A3-8369-D7686101B44C}"/>
          </ac:spMkLst>
        </pc:spChg>
        <pc:spChg chg="add mod">
          <ac:chgData name="Santosh Prasad" userId="e876dc76-ed9d-4010-a5d5-12b3160ca658" providerId="ADAL" clId="{CC8C75E9-E337-4508-BE9B-5BE3A6035D45}" dt="2026-08-26T06:56:36.718" v="7485" actId="403"/>
          <ac:spMkLst>
            <pc:docMk/>
            <pc:sldMk cId="378159588" sldId="330"/>
            <ac:spMk id="54" creationId="{42DB0C58-DD2B-5DC4-0185-9AC7BAC7A842}"/>
          </ac:spMkLst>
        </pc:spChg>
        <pc:spChg chg="add mod ord">
          <ac:chgData name="Santosh Prasad" userId="e876dc76-ed9d-4010-a5d5-12b3160ca658" providerId="ADAL" clId="{CC8C75E9-E337-4508-BE9B-5BE3A6035D45}" dt="2026-08-26T06:53:35.357" v="7424" actId="207"/>
          <ac:spMkLst>
            <pc:docMk/>
            <pc:sldMk cId="378159588" sldId="330"/>
            <ac:spMk id="55" creationId="{AC15655C-FEAA-5449-70A1-F05EBA8F0218}"/>
          </ac:spMkLst>
        </pc:spChg>
        <pc:spChg chg="add mod ord topLvl">
          <ac:chgData name="Santosh Prasad" userId="e876dc76-ed9d-4010-a5d5-12b3160ca658" providerId="ADAL" clId="{CC8C75E9-E337-4508-BE9B-5BE3A6035D45}" dt="2026-08-26T06:55:12.733" v="7445" actId="164"/>
          <ac:spMkLst>
            <pc:docMk/>
            <pc:sldMk cId="378159588" sldId="330"/>
            <ac:spMk id="56" creationId="{9EA008F5-1F64-6168-C7D0-76C87DCC2495}"/>
          </ac:spMkLst>
        </pc:spChg>
        <pc:spChg chg="add mod ord">
          <ac:chgData name="Santosh Prasad" userId="e876dc76-ed9d-4010-a5d5-12b3160ca658" providerId="ADAL" clId="{CC8C75E9-E337-4508-BE9B-5BE3A6035D45}" dt="2026-08-26T06:53:27.938" v="7422" actId="207"/>
          <ac:spMkLst>
            <pc:docMk/>
            <pc:sldMk cId="378159588" sldId="330"/>
            <ac:spMk id="57" creationId="{02102D02-F080-2533-0589-BC90C863B988}"/>
          </ac:spMkLst>
        </pc:spChg>
        <pc:spChg chg="add mod ord">
          <ac:chgData name="Santosh Prasad" userId="e876dc76-ed9d-4010-a5d5-12b3160ca658" providerId="ADAL" clId="{CC8C75E9-E337-4508-BE9B-5BE3A6035D45}" dt="2026-08-26T06:53:25.378" v="7421" actId="207"/>
          <ac:spMkLst>
            <pc:docMk/>
            <pc:sldMk cId="378159588" sldId="330"/>
            <ac:spMk id="58" creationId="{DFA0B0DE-A25B-B1DC-3300-EFBB06C419BC}"/>
          </ac:spMkLst>
        </pc:spChg>
        <pc:spChg chg="add mod ord">
          <ac:chgData name="Santosh Prasad" userId="e876dc76-ed9d-4010-a5d5-12b3160ca658" providerId="ADAL" clId="{CC8C75E9-E337-4508-BE9B-5BE3A6035D45}" dt="2026-08-26T06:53:20.301" v="7420" actId="207"/>
          <ac:spMkLst>
            <pc:docMk/>
            <pc:sldMk cId="378159588" sldId="330"/>
            <ac:spMk id="59" creationId="{4CF640EE-71A4-9240-06B2-78B63EDEFE8F}"/>
          </ac:spMkLst>
        </pc:spChg>
        <pc:spChg chg="add mod ord">
          <ac:chgData name="Santosh Prasad" userId="e876dc76-ed9d-4010-a5d5-12b3160ca658" providerId="ADAL" clId="{CC8C75E9-E337-4508-BE9B-5BE3A6035D45}" dt="2026-08-26T07:07:22.119" v="7596" actId="12789"/>
          <ac:spMkLst>
            <pc:docMk/>
            <pc:sldMk cId="378159588" sldId="330"/>
            <ac:spMk id="60" creationId="{27DAEEB1-DE0C-3A7B-A652-C95B8C80BBC0}"/>
          </ac:spMkLst>
        </pc:spChg>
        <pc:spChg chg="add mod ord topLvl">
          <ac:chgData name="Santosh Prasad" userId="e876dc76-ed9d-4010-a5d5-12b3160ca658" providerId="ADAL" clId="{CC8C75E9-E337-4508-BE9B-5BE3A6035D45}" dt="2026-08-26T07:07:32.327" v="7600" actId="14100"/>
          <ac:spMkLst>
            <pc:docMk/>
            <pc:sldMk cId="378159588" sldId="330"/>
            <ac:spMk id="62" creationId="{2EC29599-7A3D-5E41-FCBE-925C19D81FE7}"/>
          </ac:spMkLst>
        </pc:spChg>
        <pc:spChg chg="add mod ord">
          <ac:chgData name="Santosh Prasad" userId="e876dc76-ed9d-4010-a5d5-12b3160ca658" providerId="ADAL" clId="{CC8C75E9-E337-4508-BE9B-5BE3A6035D45}" dt="2026-08-26T07:07:32.327" v="7600" actId="14100"/>
          <ac:spMkLst>
            <pc:docMk/>
            <pc:sldMk cId="378159588" sldId="330"/>
            <ac:spMk id="63" creationId="{97FF5370-89A3-EEF6-4F54-6AE398B9E588}"/>
          </ac:spMkLst>
        </pc:spChg>
        <pc:spChg chg="add mod ord topLvl">
          <ac:chgData name="Santosh Prasad" userId="e876dc76-ed9d-4010-a5d5-12b3160ca658" providerId="ADAL" clId="{CC8C75E9-E337-4508-BE9B-5BE3A6035D45}" dt="2026-08-26T07:07:32.327" v="7600" actId="14100"/>
          <ac:spMkLst>
            <pc:docMk/>
            <pc:sldMk cId="378159588" sldId="330"/>
            <ac:spMk id="64" creationId="{4CDF6D88-4372-E850-CF2E-AC89A706977B}"/>
          </ac:spMkLst>
        </pc:spChg>
        <pc:spChg chg="add mod ord topLvl">
          <ac:chgData name="Santosh Prasad" userId="e876dc76-ed9d-4010-a5d5-12b3160ca658" providerId="ADAL" clId="{CC8C75E9-E337-4508-BE9B-5BE3A6035D45}" dt="2026-08-26T07:07:32.327" v="7600" actId="14100"/>
          <ac:spMkLst>
            <pc:docMk/>
            <pc:sldMk cId="378159588" sldId="330"/>
            <ac:spMk id="65" creationId="{F00DDA7A-362E-10C4-D694-0D8E39EFC36C}"/>
          </ac:spMkLst>
        </pc:spChg>
        <pc:spChg chg="add mod ord">
          <ac:chgData name="Santosh Prasad" userId="e876dc76-ed9d-4010-a5d5-12b3160ca658" providerId="ADAL" clId="{CC8C75E9-E337-4508-BE9B-5BE3A6035D45}" dt="2026-08-26T07:07:32.327" v="7600" actId="14100"/>
          <ac:spMkLst>
            <pc:docMk/>
            <pc:sldMk cId="378159588" sldId="330"/>
            <ac:spMk id="66" creationId="{32ED1FF7-5C72-671A-5F15-AB1FC3F683BD}"/>
          </ac:spMkLst>
        </pc:spChg>
        <pc:spChg chg="add mod ord topLvl">
          <ac:chgData name="Santosh Prasad" userId="e876dc76-ed9d-4010-a5d5-12b3160ca658" providerId="ADAL" clId="{CC8C75E9-E337-4508-BE9B-5BE3A6035D45}" dt="2026-08-26T07:07:32.327" v="7600" actId="14100"/>
          <ac:spMkLst>
            <pc:docMk/>
            <pc:sldMk cId="378159588" sldId="330"/>
            <ac:spMk id="67" creationId="{D8711DD7-5236-0871-9D50-00F7B517C0B1}"/>
          </ac:spMkLst>
        </pc:spChg>
        <pc:spChg chg="add mod topLvl">
          <ac:chgData name="Santosh Prasad" userId="e876dc76-ed9d-4010-a5d5-12b3160ca658" providerId="ADAL" clId="{CC8C75E9-E337-4508-BE9B-5BE3A6035D45}" dt="2026-08-26T07:07:22.119" v="7596" actId="12789"/>
          <ac:spMkLst>
            <pc:docMk/>
            <pc:sldMk cId="378159588" sldId="330"/>
            <ac:spMk id="68" creationId="{5DCBD938-35C9-7507-43FD-C9B3B14D8212}"/>
          </ac:spMkLst>
        </pc:spChg>
        <pc:spChg chg="add mod ord topLvl">
          <ac:chgData name="Santosh Prasad" userId="e876dc76-ed9d-4010-a5d5-12b3160ca658" providerId="ADAL" clId="{CC8C75E9-E337-4508-BE9B-5BE3A6035D45}" dt="2026-08-26T07:07:22.119" v="7596" actId="12789"/>
          <ac:spMkLst>
            <pc:docMk/>
            <pc:sldMk cId="378159588" sldId="330"/>
            <ac:spMk id="69" creationId="{BE8880E9-4C07-671B-D5CB-4D05AEB54FB6}"/>
          </ac:spMkLst>
        </pc:spChg>
        <pc:spChg chg="add mod ord">
          <ac:chgData name="Santosh Prasad" userId="e876dc76-ed9d-4010-a5d5-12b3160ca658" providerId="ADAL" clId="{CC8C75E9-E337-4508-BE9B-5BE3A6035D45}" dt="2026-08-26T07:07:22.119" v="7596" actId="12789"/>
          <ac:spMkLst>
            <pc:docMk/>
            <pc:sldMk cId="378159588" sldId="330"/>
            <ac:spMk id="70" creationId="{950BB110-2E0D-4A6A-32A5-2DB05A3EE94E}"/>
          </ac:spMkLst>
        </pc:spChg>
        <pc:spChg chg="add mod ord">
          <ac:chgData name="Santosh Prasad" userId="e876dc76-ed9d-4010-a5d5-12b3160ca658" providerId="ADAL" clId="{CC8C75E9-E337-4508-BE9B-5BE3A6035D45}" dt="2026-08-26T07:07:22.119" v="7596" actId="12789"/>
          <ac:spMkLst>
            <pc:docMk/>
            <pc:sldMk cId="378159588" sldId="330"/>
            <ac:spMk id="73" creationId="{8E5F49C7-07BF-53E8-C898-7130CE63D76A}"/>
          </ac:spMkLst>
        </pc:spChg>
        <pc:spChg chg="add mod ord topLvl">
          <ac:chgData name="Santosh Prasad" userId="e876dc76-ed9d-4010-a5d5-12b3160ca658" providerId="ADAL" clId="{CC8C75E9-E337-4508-BE9B-5BE3A6035D45}" dt="2026-08-26T07:07:22.119" v="7596" actId="12789"/>
          <ac:spMkLst>
            <pc:docMk/>
            <pc:sldMk cId="378159588" sldId="330"/>
            <ac:spMk id="77" creationId="{19B525F4-BE2A-DAC7-4DE1-6F5C3FA36434}"/>
          </ac:spMkLst>
        </pc:spChg>
        <pc:spChg chg="add mod ord topLvl">
          <ac:chgData name="Santosh Prasad" userId="e876dc76-ed9d-4010-a5d5-12b3160ca658" providerId="ADAL" clId="{CC8C75E9-E337-4508-BE9B-5BE3A6035D45}" dt="2026-08-26T06:55:12.733" v="7445" actId="164"/>
          <ac:spMkLst>
            <pc:docMk/>
            <pc:sldMk cId="378159588" sldId="330"/>
            <ac:spMk id="78" creationId="{6BE75F58-6672-7896-BFE2-4DBF061FF439}"/>
          </ac:spMkLst>
        </pc:spChg>
        <pc:spChg chg="add mod ord">
          <ac:chgData name="Santosh Prasad" userId="e876dc76-ed9d-4010-a5d5-12b3160ca658" providerId="ADAL" clId="{CC8C75E9-E337-4508-BE9B-5BE3A6035D45}" dt="2026-08-26T07:06:53.859" v="7591" actId="554"/>
          <ac:spMkLst>
            <pc:docMk/>
            <pc:sldMk cId="378159588" sldId="330"/>
            <ac:spMk id="81" creationId="{ED439F17-1A24-321E-532D-AD9B221842EC}"/>
          </ac:spMkLst>
        </pc:spChg>
        <pc:spChg chg="add mod">
          <ac:chgData name="Santosh Prasad" userId="e876dc76-ed9d-4010-a5d5-12b3160ca658" providerId="ADAL" clId="{CC8C75E9-E337-4508-BE9B-5BE3A6035D45}" dt="2026-08-26T07:06:43.695" v="7590" actId="14100"/>
          <ac:spMkLst>
            <pc:docMk/>
            <pc:sldMk cId="378159588" sldId="330"/>
            <ac:spMk id="82" creationId="{6CABAC0E-85D0-A4A8-2F95-98BC6EE7FF38}"/>
          </ac:spMkLst>
        </pc:spChg>
        <pc:spChg chg="add mod">
          <ac:chgData name="Santosh Prasad" userId="e876dc76-ed9d-4010-a5d5-12b3160ca658" providerId="ADAL" clId="{CC8C75E9-E337-4508-BE9B-5BE3A6035D45}" dt="2026-08-26T07:06:43.695" v="7590" actId="14100"/>
          <ac:spMkLst>
            <pc:docMk/>
            <pc:sldMk cId="378159588" sldId="330"/>
            <ac:spMk id="83" creationId="{73B6657D-E86D-3BAD-E4EA-97BC54D3CD84}"/>
          </ac:spMkLst>
        </pc:spChg>
        <pc:spChg chg="add mod">
          <ac:chgData name="Santosh Prasad" userId="e876dc76-ed9d-4010-a5d5-12b3160ca658" providerId="ADAL" clId="{CC8C75E9-E337-4508-BE9B-5BE3A6035D45}" dt="2026-08-26T07:06:43.695" v="7590" actId="14100"/>
          <ac:spMkLst>
            <pc:docMk/>
            <pc:sldMk cId="378159588" sldId="330"/>
            <ac:spMk id="84" creationId="{51899DCC-FEB3-7731-BCBC-0CC136D58862}"/>
          </ac:spMkLst>
        </pc:spChg>
        <pc:spChg chg="add mod topLvl">
          <ac:chgData name="Santosh Prasad" userId="e876dc76-ed9d-4010-a5d5-12b3160ca658" providerId="ADAL" clId="{CC8C75E9-E337-4508-BE9B-5BE3A6035D45}" dt="2026-08-26T07:06:43.695" v="7590" actId="14100"/>
          <ac:spMkLst>
            <pc:docMk/>
            <pc:sldMk cId="378159588" sldId="330"/>
            <ac:spMk id="85" creationId="{1D877A92-DABF-1BEF-AD3E-52F135776536}"/>
          </ac:spMkLst>
        </pc:spChg>
        <pc:spChg chg="add mod">
          <ac:chgData name="Santosh Prasad" userId="e876dc76-ed9d-4010-a5d5-12b3160ca658" providerId="ADAL" clId="{CC8C75E9-E337-4508-BE9B-5BE3A6035D45}" dt="2026-08-26T07:07:22.119" v="7596" actId="12789"/>
          <ac:spMkLst>
            <pc:docMk/>
            <pc:sldMk cId="378159588" sldId="330"/>
            <ac:spMk id="86" creationId="{741A5BE7-9813-3137-DEB3-4AA2CB3603C5}"/>
          </ac:spMkLst>
        </pc:spChg>
        <pc:spChg chg="add mod ord">
          <ac:chgData name="Santosh Prasad" userId="e876dc76-ed9d-4010-a5d5-12b3160ca658" providerId="ADAL" clId="{CC8C75E9-E337-4508-BE9B-5BE3A6035D45}" dt="2026-08-26T06:50:54.505" v="7386" actId="164"/>
          <ac:spMkLst>
            <pc:docMk/>
            <pc:sldMk cId="378159588" sldId="330"/>
            <ac:spMk id="108" creationId="{82186619-FCDC-84C1-E6BB-26771E741861}"/>
          </ac:spMkLst>
        </pc:spChg>
        <pc:spChg chg="add mod">
          <ac:chgData name="Santosh Prasad" userId="e876dc76-ed9d-4010-a5d5-12b3160ca658" providerId="ADAL" clId="{CC8C75E9-E337-4508-BE9B-5BE3A6035D45}" dt="2026-08-26T06:50:59.173" v="7388" actId="164"/>
          <ac:spMkLst>
            <pc:docMk/>
            <pc:sldMk cId="378159588" sldId="330"/>
            <ac:spMk id="109" creationId="{1FD112AC-3B1D-6EB8-F303-234AEB3251A3}"/>
          </ac:spMkLst>
        </pc:spChg>
        <pc:spChg chg="add mod">
          <ac:chgData name="Santosh Prasad" userId="e876dc76-ed9d-4010-a5d5-12b3160ca658" providerId="ADAL" clId="{CC8C75E9-E337-4508-BE9B-5BE3A6035D45}" dt="2026-08-26T06:50:54.505" v="7386" actId="164"/>
          <ac:spMkLst>
            <pc:docMk/>
            <pc:sldMk cId="378159588" sldId="330"/>
            <ac:spMk id="114" creationId="{76AB3E54-8E02-9F07-F28D-7623CC3539AC}"/>
          </ac:spMkLst>
        </pc:spChg>
        <pc:spChg chg="add mod">
          <ac:chgData name="Santosh Prasad" userId="e876dc76-ed9d-4010-a5d5-12b3160ca658" providerId="ADAL" clId="{CC8C75E9-E337-4508-BE9B-5BE3A6035D45}" dt="2026-08-26T06:50:54.505" v="7386" actId="164"/>
          <ac:spMkLst>
            <pc:docMk/>
            <pc:sldMk cId="378159588" sldId="330"/>
            <ac:spMk id="115" creationId="{69E0803E-BA3F-DE19-A064-36F6D847EFC9}"/>
          </ac:spMkLst>
        </pc:spChg>
        <pc:spChg chg="add mod ord">
          <ac:chgData name="Santosh Prasad" userId="e876dc76-ed9d-4010-a5d5-12b3160ca658" providerId="ADAL" clId="{CC8C75E9-E337-4508-BE9B-5BE3A6035D45}" dt="2026-08-26T06:50:59.173" v="7388" actId="164"/>
          <ac:spMkLst>
            <pc:docMk/>
            <pc:sldMk cId="378159588" sldId="330"/>
            <ac:spMk id="116" creationId="{B385396A-DA21-0B5A-BA70-C55411334605}"/>
          </ac:spMkLst>
        </pc:spChg>
        <pc:spChg chg="add mod ord">
          <ac:chgData name="Santosh Prasad" userId="e876dc76-ed9d-4010-a5d5-12b3160ca658" providerId="ADAL" clId="{CC8C75E9-E337-4508-BE9B-5BE3A6035D45}" dt="2026-08-26T06:50:59.173" v="7388" actId="164"/>
          <ac:spMkLst>
            <pc:docMk/>
            <pc:sldMk cId="378159588" sldId="330"/>
            <ac:spMk id="117" creationId="{BB4C8B17-0653-7C04-B343-D2FBAE987B67}"/>
          </ac:spMkLst>
        </pc:spChg>
        <pc:spChg chg="add mod topLvl">
          <ac:chgData name="Santosh Prasad" userId="e876dc76-ed9d-4010-a5d5-12b3160ca658" providerId="ADAL" clId="{CC8C75E9-E337-4508-BE9B-5BE3A6035D45}" dt="2026-08-26T06:50:54.505" v="7386" actId="164"/>
          <ac:spMkLst>
            <pc:docMk/>
            <pc:sldMk cId="378159588" sldId="330"/>
            <ac:spMk id="118" creationId="{286B33AD-0670-D540-4034-6150F938C633}"/>
          </ac:spMkLst>
        </pc:spChg>
        <pc:spChg chg="add mod topLvl">
          <ac:chgData name="Santosh Prasad" userId="e876dc76-ed9d-4010-a5d5-12b3160ca658" providerId="ADAL" clId="{CC8C75E9-E337-4508-BE9B-5BE3A6035D45}" dt="2026-08-26T06:50:54.505" v="7386" actId="164"/>
          <ac:spMkLst>
            <pc:docMk/>
            <pc:sldMk cId="378159588" sldId="330"/>
            <ac:spMk id="119" creationId="{083755E2-362E-2693-2945-2BA6B3114D0C}"/>
          </ac:spMkLst>
        </pc:spChg>
        <pc:spChg chg="add mod topLvl">
          <ac:chgData name="Santosh Prasad" userId="e876dc76-ed9d-4010-a5d5-12b3160ca658" providerId="ADAL" clId="{CC8C75E9-E337-4508-BE9B-5BE3A6035D45}" dt="2026-08-26T06:50:54.505" v="7386" actId="164"/>
          <ac:spMkLst>
            <pc:docMk/>
            <pc:sldMk cId="378159588" sldId="330"/>
            <ac:spMk id="120" creationId="{54AD5675-992A-2942-A76B-7A08712EBADE}"/>
          </ac:spMkLst>
        </pc:spChg>
        <pc:spChg chg="add mod topLvl">
          <ac:chgData name="Santosh Prasad" userId="e876dc76-ed9d-4010-a5d5-12b3160ca658" providerId="ADAL" clId="{CC8C75E9-E337-4508-BE9B-5BE3A6035D45}" dt="2026-08-26T06:50:54.505" v="7386" actId="164"/>
          <ac:spMkLst>
            <pc:docMk/>
            <pc:sldMk cId="378159588" sldId="330"/>
            <ac:spMk id="121" creationId="{6C719BFA-0BA6-9081-48F0-EBF47CE8D3C6}"/>
          </ac:spMkLst>
        </pc:spChg>
        <pc:spChg chg="add mod topLvl">
          <ac:chgData name="Santosh Prasad" userId="e876dc76-ed9d-4010-a5d5-12b3160ca658" providerId="ADAL" clId="{CC8C75E9-E337-4508-BE9B-5BE3A6035D45}" dt="2026-08-26T06:50:54.505" v="7386" actId="164"/>
          <ac:spMkLst>
            <pc:docMk/>
            <pc:sldMk cId="378159588" sldId="330"/>
            <ac:spMk id="122" creationId="{EC04ECC7-D566-2EFA-BF7B-E5DF0DD991F7}"/>
          </ac:spMkLst>
        </pc:spChg>
        <pc:spChg chg="add mod">
          <ac:chgData name="Santosh Prasad" userId="e876dc76-ed9d-4010-a5d5-12b3160ca658" providerId="ADAL" clId="{CC8C75E9-E337-4508-BE9B-5BE3A6035D45}" dt="2026-08-26T06:55:12.733" v="7445" actId="164"/>
          <ac:spMkLst>
            <pc:docMk/>
            <pc:sldMk cId="378159588" sldId="330"/>
            <ac:spMk id="133" creationId="{0FBAF435-20E4-A114-AA63-CA085AC06049}"/>
          </ac:spMkLst>
        </pc:spChg>
        <pc:spChg chg="add mod">
          <ac:chgData name="Santosh Prasad" userId="e876dc76-ed9d-4010-a5d5-12b3160ca658" providerId="ADAL" clId="{CC8C75E9-E337-4508-BE9B-5BE3A6035D45}" dt="2026-08-26T06:53:52.265" v="7426" actId="207"/>
          <ac:spMkLst>
            <pc:docMk/>
            <pc:sldMk cId="378159588" sldId="330"/>
            <ac:spMk id="134" creationId="{76705BC5-E14E-7385-6ED4-1993E6ABE3C7}"/>
          </ac:spMkLst>
        </pc:spChg>
        <pc:spChg chg="add mod">
          <ac:chgData name="Santosh Prasad" userId="e876dc76-ed9d-4010-a5d5-12b3160ca658" providerId="ADAL" clId="{CC8C75E9-E337-4508-BE9B-5BE3A6035D45}" dt="2026-08-26T06:53:52.265" v="7426" actId="207"/>
          <ac:spMkLst>
            <pc:docMk/>
            <pc:sldMk cId="378159588" sldId="330"/>
            <ac:spMk id="135" creationId="{8CD77DC9-1A27-E917-E61B-62424AAF1833}"/>
          </ac:spMkLst>
        </pc:spChg>
        <pc:spChg chg="add mod">
          <ac:chgData name="Santosh Prasad" userId="e876dc76-ed9d-4010-a5d5-12b3160ca658" providerId="ADAL" clId="{CC8C75E9-E337-4508-BE9B-5BE3A6035D45}" dt="2026-08-26T06:53:52.265" v="7426" actId="207"/>
          <ac:spMkLst>
            <pc:docMk/>
            <pc:sldMk cId="378159588" sldId="330"/>
            <ac:spMk id="136" creationId="{4CC36128-291A-C99F-A6D7-7AC61FC14B02}"/>
          </ac:spMkLst>
        </pc:spChg>
        <pc:spChg chg="add mod">
          <ac:chgData name="Santosh Prasad" userId="e876dc76-ed9d-4010-a5d5-12b3160ca658" providerId="ADAL" clId="{CC8C75E9-E337-4508-BE9B-5BE3A6035D45}" dt="2026-08-26T06:53:52.265" v="7426" actId="207"/>
          <ac:spMkLst>
            <pc:docMk/>
            <pc:sldMk cId="378159588" sldId="330"/>
            <ac:spMk id="137" creationId="{DA55032F-DFD0-B98C-7BAD-F383D5EF9F51}"/>
          </ac:spMkLst>
        </pc:spChg>
        <pc:spChg chg="add mod">
          <ac:chgData name="Santosh Prasad" userId="e876dc76-ed9d-4010-a5d5-12b3160ca658" providerId="ADAL" clId="{CC8C75E9-E337-4508-BE9B-5BE3A6035D45}" dt="2026-08-26T06:53:52.265" v="7426" actId="207"/>
          <ac:spMkLst>
            <pc:docMk/>
            <pc:sldMk cId="378159588" sldId="330"/>
            <ac:spMk id="138" creationId="{93DA6ED4-8E74-337F-8F04-C01A4C5F6334}"/>
          </ac:spMkLst>
        </pc:spChg>
        <pc:spChg chg="add mod ord">
          <ac:chgData name="Santosh Prasad" userId="e876dc76-ed9d-4010-a5d5-12b3160ca658" providerId="ADAL" clId="{CC8C75E9-E337-4508-BE9B-5BE3A6035D45}" dt="2026-08-26T07:07:39.777" v="7604" actId="14100"/>
          <ac:spMkLst>
            <pc:docMk/>
            <pc:sldMk cId="378159588" sldId="330"/>
            <ac:spMk id="139" creationId="{3B6E2038-8BE5-1240-44EA-4BFDDE8333D0}"/>
          </ac:spMkLst>
        </pc:spChg>
        <pc:spChg chg="add mod">
          <ac:chgData name="Santosh Prasad" userId="e876dc76-ed9d-4010-a5d5-12b3160ca658" providerId="ADAL" clId="{CC8C75E9-E337-4508-BE9B-5BE3A6035D45}" dt="2026-08-26T07:01:47.840" v="7573" actId="164"/>
          <ac:spMkLst>
            <pc:docMk/>
            <pc:sldMk cId="378159588" sldId="330"/>
            <ac:spMk id="143" creationId="{463500D8-6555-7E04-F0FE-B710A5E14548}"/>
          </ac:spMkLst>
        </pc:spChg>
        <pc:spChg chg="add mod">
          <ac:chgData name="Santosh Prasad" userId="e876dc76-ed9d-4010-a5d5-12b3160ca658" providerId="ADAL" clId="{CC8C75E9-E337-4508-BE9B-5BE3A6035D45}" dt="2026-08-26T07:17:50.532" v="7829" actId="164"/>
          <ac:spMkLst>
            <pc:docMk/>
            <pc:sldMk cId="378159588" sldId="330"/>
            <ac:spMk id="145" creationId="{4105F26B-B2A0-0FB7-E38C-D63314AD76E4}"/>
          </ac:spMkLst>
        </pc:spChg>
        <pc:spChg chg="add mod">
          <ac:chgData name="Santosh Prasad" userId="e876dc76-ed9d-4010-a5d5-12b3160ca658" providerId="ADAL" clId="{CC8C75E9-E337-4508-BE9B-5BE3A6035D45}" dt="2026-08-26T07:17:50.532" v="7829" actId="164"/>
          <ac:spMkLst>
            <pc:docMk/>
            <pc:sldMk cId="378159588" sldId="330"/>
            <ac:spMk id="147" creationId="{7FBC8E6E-B949-1412-1B18-EC4545106C23}"/>
          </ac:spMkLst>
        </pc:spChg>
        <pc:spChg chg="add mod">
          <ac:chgData name="Santosh Prasad" userId="e876dc76-ed9d-4010-a5d5-12b3160ca658" providerId="ADAL" clId="{CC8C75E9-E337-4508-BE9B-5BE3A6035D45}" dt="2026-08-26T07:09:18.201" v="7645" actId="12789"/>
          <ac:spMkLst>
            <pc:docMk/>
            <pc:sldMk cId="378159588" sldId="330"/>
            <ac:spMk id="150" creationId="{34C8E56E-587B-78AC-37FD-13767680B5C4}"/>
          </ac:spMkLst>
        </pc:spChg>
        <pc:spChg chg="add mod">
          <ac:chgData name="Santosh Prasad" userId="e876dc76-ed9d-4010-a5d5-12b3160ca658" providerId="ADAL" clId="{CC8C75E9-E337-4508-BE9B-5BE3A6035D45}" dt="2026-08-26T07:17:50.532" v="7829" actId="164"/>
          <ac:spMkLst>
            <pc:docMk/>
            <pc:sldMk cId="378159588" sldId="330"/>
            <ac:spMk id="152" creationId="{C008524F-1BC7-2A20-E2B5-C88144D1CB5D}"/>
          </ac:spMkLst>
        </pc:spChg>
        <pc:spChg chg="add mod">
          <ac:chgData name="Santosh Prasad" userId="e876dc76-ed9d-4010-a5d5-12b3160ca658" providerId="ADAL" clId="{CC8C75E9-E337-4508-BE9B-5BE3A6035D45}" dt="2026-08-26T07:17:50.532" v="7829" actId="164"/>
          <ac:spMkLst>
            <pc:docMk/>
            <pc:sldMk cId="378159588" sldId="330"/>
            <ac:spMk id="153" creationId="{9945BC84-6CD0-4475-F098-944B897703AC}"/>
          </ac:spMkLst>
        </pc:spChg>
        <pc:spChg chg="add mod">
          <ac:chgData name="Santosh Prasad" userId="e876dc76-ed9d-4010-a5d5-12b3160ca658" providerId="ADAL" clId="{CC8C75E9-E337-4508-BE9B-5BE3A6035D45}" dt="2026-08-26T07:17:50.532" v="7829" actId="164"/>
          <ac:spMkLst>
            <pc:docMk/>
            <pc:sldMk cId="378159588" sldId="330"/>
            <ac:spMk id="154" creationId="{8DD7A26B-D3DC-27F4-9285-D4C758E0DEBF}"/>
          </ac:spMkLst>
        </pc:spChg>
        <pc:spChg chg="add mod">
          <ac:chgData name="Santosh Prasad" userId="e876dc76-ed9d-4010-a5d5-12b3160ca658" providerId="ADAL" clId="{CC8C75E9-E337-4508-BE9B-5BE3A6035D45}" dt="2026-08-26T07:17:50.532" v="7829" actId="164"/>
          <ac:spMkLst>
            <pc:docMk/>
            <pc:sldMk cId="378159588" sldId="330"/>
            <ac:spMk id="155" creationId="{F7986E84-FA5A-8FFB-C1C9-4CCF4ACB779D}"/>
          </ac:spMkLst>
        </pc:spChg>
        <pc:spChg chg="add mod">
          <ac:chgData name="Santosh Prasad" userId="e876dc76-ed9d-4010-a5d5-12b3160ca658" providerId="ADAL" clId="{CC8C75E9-E337-4508-BE9B-5BE3A6035D45}" dt="2026-08-26T07:17:50.532" v="7829" actId="164"/>
          <ac:spMkLst>
            <pc:docMk/>
            <pc:sldMk cId="378159588" sldId="330"/>
            <ac:spMk id="156" creationId="{B83F724B-9E53-E978-9131-24E820D2C200}"/>
          </ac:spMkLst>
        </pc:spChg>
        <pc:grpChg chg="add mod">
          <ac:chgData name="Santosh Prasad" userId="e876dc76-ed9d-4010-a5d5-12b3160ca658" providerId="ADAL" clId="{CC8C75E9-E337-4508-BE9B-5BE3A6035D45}" dt="2026-08-26T06:56:54.767" v="7487" actId="164"/>
          <ac:grpSpMkLst>
            <pc:docMk/>
            <pc:sldMk cId="378159588" sldId="330"/>
            <ac:grpSpMk id="131" creationId="{059FDE54-B458-F9A7-E1FE-37DB79792A28}"/>
          </ac:grpSpMkLst>
        </pc:grpChg>
        <pc:grpChg chg="mod">
          <ac:chgData name="Santosh Prasad" userId="e876dc76-ed9d-4010-a5d5-12b3160ca658" providerId="ADAL" clId="{CC8C75E9-E337-4508-BE9B-5BE3A6035D45}" dt="2026-08-26T06:57:04.084" v="7490" actId="1035"/>
          <ac:grpSpMkLst>
            <pc:docMk/>
            <pc:sldMk cId="378159588" sldId="330"/>
            <ac:grpSpMk id="140" creationId="{3E91C1FC-3B42-412A-AD2C-CB7BE149DE08}"/>
          </ac:grpSpMkLst>
        </pc:grpChg>
        <pc:grpChg chg="add mod">
          <ac:chgData name="Santosh Prasad" userId="e876dc76-ed9d-4010-a5d5-12b3160ca658" providerId="ADAL" clId="{CC8C75E9-E337-4508-BE9B-5BE3A6035D45}" dt="2026-08-26T07:17:51.866" v="7830" actId="1035"/>
          <ac:grpSpMkLst>
            <pc:docMk/>
            <pc:sldMk cId="378159588" sldId="330"/>
            <ac:grpSpMk id="157" creationId="{0F90A2A0-599B-8727-89EF-544FCFE678B3}"/>
          </ac:grpSpMkLst>
        </pc:grpChg>
        <pc:cxnChg chg="add mod">
          <ac:chgData name="Santosh Prasad" userId="e876dc76-ed9d-4010-a5d5-12b3160ca658" providerId="ADAL" clId="{CC8C75E9-E337-4508-BE9B-5BE3A6035D45}" dt="2026-08-26T06:50:38.692" v="7383" actId="692"/>
          <ac:cxnSpMkLst>
            <pc:docMk/>
            <pc:sldMk cId="378159588" sldId="330"/>
            <ac:cxnSpMk id="125" creationId="{BEB08F66-B565-838D-8553-745605274D49}"/>
          </ac:cxnSpMkLst>
        </pc:cxnChg>
        <pc:cxnChg chg="add mod">
          <ac:chgData name="Santosh Prasad" userId="e876dc76-ed9d-4010-a5d5-12b3160ca658" providerId="ADAL" clId="{CC8C75E9-E337-4508-BE9B-5BE3A6035D45}" dt="2026-08-26T06:50:54.505" v="7386" actId="164"/>
          <ac:cxnSpMkLst>
            <pc:docMk/>
            <pc:sldMk cId="378159588" sldId="330"/>
            <ac:cxnSpMk id="126" creationId="{59F90AF0-7633-68B0-E088-DEA909F047A0}"/>
          </ac:cxnSpMkLst>
        </pc:cxnChg>
        <pc:cxnChg chg="add mod">
          <ac:chgData name="Santosh Prasad" userId="e876dc76-ed9d-4010-a5d5-12b3160ca658" providerId="ADAL" clId="{CC8C75E9-E337-4508-BE9B-5BE3A6035D45}" dt="2026-08-26T06:50:38.692" v="7383" actId="692"/>
          <ac:cxnSpMkLst>
            <pc:docMk/>
            <pc:sldMk cId="378159588" sldId="330"/>
            <ac:cxnSpMk id="127" creationId="{A3735EEB-2860-8611-A96E-C2D6E6025767}"/>
          </ac:cxnSpMkLst>
        </pc:cxnChg>
        <pc:cxnChg chg="add mod">
          <ac:chgData name="Santosh Prasad" userId="e876dc76-ed9d-4010-a5d5-12b3160ca658" providerId="ADAL" clId="{CC8C75E9-E337-4508-BE9B-5BE3A6035D45}" dt="2026-08-26T06:50:52.069" v="7385" actId="164"/>
          <ac:cxnSpMkLst>
            <pc:docMk/>
            <pc:sldMk cId="378159588" sldId="330"/>
            <ac:cxnSpMk id="128" creationId="{9BB4FAD5-3E36-9DA6-9041-BA5A0DC627E7}"/>
          </ac:cxnSpMkLst>
        </pc:cxnChg>
      </pc:sldChg>
      <pc:sldChg chg="addSp delSp modSp add mod ord">
        <pc:chgData name="Santosh Prasad" userId="e876dc76-ed9d-4010-a5d5-12b3160ca658" providerId="ADAL" clId="{CC8C75E9-E337-4508-BE9B-5BE3A6035D45}" dt="2026-08-26T09:31:43.242" v="10156" actId="21"/>
        <pc:sldMkLst>
          <pc:docMk/>
          <pc:sldMk cId="2681872425" sldId="332"/>
        </pc:sldMkLst>
        <pc:spChg chg="mod">
          <ac:chgData name="Santosh Prasad" userId="e876dc76-ed9d-4010-a5d5-12b3160ca658" providerId="ADAL" clId="{CC8C75E9-E337-4508-BE9B-5BE3A6035D45}" dt="2026-08-26T05:15:50.487" v="5968" actId="165"/>
          <ac:spMkLst>
            <pc:docMk/>
            <pc:sldMk cId="2681872425" sldId="332"/>
            <ac:spMk id="4" creationId="{6D6F91FE-CB0F-8A59-90C1-8C1ADC4F15C0}"/>
          </ac:spMkLst>
        </pc:spChg>
        <pc:spChg chg="mod topLvl">
          <ac:chgData name="Santosh Prasad" userId="e876dc76-ed9d-4010-a5d5-12b3160ca658" providerId="ADAL" clId="{CC8C75E9-E337-4508-BE9B-5BE3A6035D45}" dt="2026-08-26T05:07:50.500" v="5832" actId="164"/>
          <ac:spMkLst>
            <pc:docMk/>
            <pc:sldMk cId="2681872425" sldId="332"/>
            <ac:spMk id="6" creationId="{8E52A532-2D3F-DCC1-11DF-9FFEE3FFBDB7}"/>
          </ac:spMkLst>
        </pc:spChg>
        <pc:spChg chg="mod">
          <ac:chgData name="Santosh Prasad" userId="e876dc76-ed9d-4010-a5d5-12b3160ca658" providerId="ADAL" clId="{CC8C75E9-E337-4508-BE9B-5BE3A6035D45}" dt="2026-08-26T05:24:02.656" v="6019" actId="692"/>
          <ac:spMkLst>
            <pc:docMk/>
            <pc:sldMk cId="2681872425" sldId="332"/>
            <ac:spMk id="9" creationId="{EBEB4B5B-C11B-9305-D00C-9A0F15E5DAAD}"/>
          </ac:spMkLst>
        </pc:spChg>
        <pc:spChg chg="mod topLvl">
          <ac:chgData name="Santosh Prasad" userId="e876dc76-ed9d-4010-a5d5-12b3160ca658" providerId="ADAL" clId="{CC8C75E9-E337-4508-BE9B-5BE3A6035D45}" dt="2026-08-26T05:07:50.500" v="5832" actId="164"/>
          <ac:spMkLst>
            <pc:docMk/>
            <pc:sldMk cId="2681872425" sldId="332"/>
            <ac:spMk id="11" creationId="{CAD9C4AB-D789-FF7C-ADB0-7B3DAA9B2084}"/>
          </ac:spMkLst>
        </pc:spChg>
        <pc:spChg chg="mod topLvl">
          <ac:chgData name="Santosh Prasad" userId="e876dc76-ed9d-4010-a5d5-12b3160ca658" providerId="ADAL" clId="{CC8C75E9-E337-4508-BE9B-5BE3A6035D45}" dt="2026-08-26T05:07:50.500" v="5832" actId="164"/>
          <ac:spMkLst>
            <pc:docMk/>
            <pc:sldMk cId="2681872425" sldId="332"/>
            <ac:spMk id="13" creationId="{E9268271-17D0-F3D1-4811-ED3673C61F47}"/>
          </ac:spMkLst>
        </pc:spChg>
        <pc:spChg chg="mod">
          <ac:chgData name="Santosh Prasad" userId="e876dc76-ed9d-4010-a5d5-12b3160ca658" providerId="ADAL" clId="{CC8C75E9-E337-4508-BE9B-5BE3A6035D45}" dt="2026-08-26T05:15:50.487" v="5968" actId="165"/>
          <ac:spMkLst>
            <pc:docMk/>
            <pc:sldMk cId="2681872425" sldId="332"/>
            <ac:spMk id="14" creationId="{921957AC-B038-AE93-79F7-C39541AE5655}"/>
          </ac:spMkLst>
        </pc:spChg>
        <pc:spChg chg="mod topLvl">
          <ac:chgData name="Santosh Prasad" userId="e876dc76-ed9d-4010-a5d5-12b3160ca658" providerId="ADAL" clId="{CC8C75E9-E337-4508-BE9B-5BE3A6035D45}" dt="2026-08-26T05:07:50.500" v="5832" actId="164"/>
          <ac:spMkLst>
            <pc:docMk/>
            <pc:sldMk cId="2681872425" sldId="332"/>
            <ac:spMk id="15" creationId="{34357D96-4131-468C-7188-DF640CFA9CE5}"/>
          </ac:spMkLst>
        </pc:spChg>
        <pc:spChg chg="mod topLvl">
          <ac:chgData name="Santosh Prasad" userId="e876dc76-ed9d-4010-a5d5-12b3160ca658" providerId="ADAL" clId="{CC8C75E9-E337-4508-BE9B-5BE3A6035D45}" dt="2026-08-26T05:13:12.877" v="5940" actId="20577"/>
          <ac:spMkLst>
            <pc:docMk/>
            <pc:sldMk cId="2681872425" sldId="332"/>
            <ac:spMk id="17" creationId="{8D1CAC06-419D-4DAC-6C3C-F64AFFF35FF3}"/>
          </ac:spMkLst>
        </pc:spChg>
        <pc:spChg chg="mod">
          <ac:chgData name="Santosh Prasad" userId="e876dc76-ed9d-4010-a5d5-12b3160ca658" providerId="ADAL" clId="{CC8C75E9-E337-4508-BE9B-5BE3A6035D45}" dt="2026-08-26T05:15:50.487" v="5968" actId="165"/>
          <ac:spMkLst>
            <pc:docMk/>
            <pc:sldMk cId="2681872425" sldId="332"/>
            <ac:spMk id="20" creationId="{D2BB358C-A984-674B-D3BD-7798746CECAB}"/>
          </ac:spMkLst>
        </pc:spChg>
        <pc:spChg chg="mod">
          <ac:chgData name="Santosh Prasad" userId="e876dc76-ed9d-4010-a5d5-12b3160ca658" providerId="ADAL" clId="{CC8C75E9-E337-4508-BE9B-5BE3A6035D45}" dt="2026-08-26T05:15:50.487" v="5968" actId="165"/>
          <ac:spMkLst>
            <pc:docMk/>
            <pc:sldMk cId="2681872425" sldId="332"/>
            <ac:spMk id="27" creationId="{8A71B5AC-1336-A1A9-6C52-C62E90B9CB31}"/>
          </ac:spMkLst>
        </pc:spChg>
        <pc:spChg chg="mod">
          <ac:chgData name="Santosh Prasad" userId="e876dc76-ed9d-4010-a5d5-12b3160ca658" providerId="ADAL" clId="{CC8C75E9-E337-4508-BE9B-5BE3A6035D45}" dt="2026-08-26T05:15:50.487" v="5968" actId="165"/>
          <ac:spMkLst>
            <pc:docMk/>
            <pc:sldMk cId="2681872425" sldId="332"/>
            <ac:spMk id="30" creationId="{94821CD0-795F-9DCA-6140-D2EC90320342}"/>
          </ac:spMkLst>
        </pc:spChg>
        <pc:spChg chg="add mod ord">
          <ac:chgData name="Santosh Prasad" userId="e876dc76-ed9d-4010-a5d5-12b3160ca658" providerId="ADAL" clId="{CC8C75E9-E337-4508-BE9B-5BE3A6035D45}" dt="2026-08-26T05:12:35.521" v="5926" actId="164"/>
          <ac:spMkLst>
            <pc:docMk/>
            <pc:sldMk cId="2681872425" sldId="332"/>
            <ac:spMk id="32" creationId="{BE3ECE65-F9F0-C391-484F-CF36D9299346}"/>
          </ac:spMkLst>
        </pc:spChg>
        <pc:spChg chg="mod">
          <ac:chgData name="Santosh Prasad" userId="e876dc76-ed9d-4010-a5d5-12b3160ca658" providerId="ADAL" clId="{CC8C75E9-E337-4508-BE9B-5BE3A6035D45}" dt="2026-08-26T05:15:50.487" v="5968" actId="165"/>
          <ac:spMkLst>
            <pc:docMk/>
            <pc:sldMk cId="2681872425" sldId="332"/>
            <ac:spMk id="33" creationId="{3C18E0C1-61BF-1C45-C168-B15D2F82578E}"/>
          </ac:spMkLst>
        </pc:spChg>
        <pc:spChg chg="mod">
          <ac:chgData name="Santosh Prasad" userId="e876dc76-ed9d-4010-a5d5-12b3160ca658" providerId="ADAL" clId="{CC8C75E9-E337-4508-BE9B-5BE3A6035D45}" dt="2026-08-26T05:15:50.487" v="5968" actId="165"/>
          <ac:spMkLst>
            <pc:docMk/>
            <pc:sldMk cId="2681872425" sldId="332"/>
            <ac:spMk id="34" creationId="{AE0AB92E-E474-4B72-E70E-E50E48EF31C6}"/>
          </ac:spMkLst>
        </pc:spChg>
        <pc:spChg chg="mod">
          <ac:chgData name="Santosh Prasad" userId="e876dc76-ed9d-4010-a5d5-12b3160ca658" providerId="ADAL" clId="{CC8C75E9-E337-4508-BE9B-5BE3A6035D45}" dt="2026-08-26T05:12:22.320" v="5924" actId="14100"/>
          <ac:spMkLst>
            <pc:docMk/>
            <pc:sldMk cId="2681872425" sldId="332"/>
            <ac:spMk id="35" creationId="{9D9A0EDA-F1D5-AA25-93EE-587BC8CF24DE}"/>
          </ac:spMkLst>
        </pc:spChg>
        <pc:spChg chg="mod">
          <ac:chgData name="Santosh Prasad" userId="e876dc76-ed9d-4010-a5d5-12b3160ca658" providerId="ADAL" clId="{CC8C75E9-E337-4508-BE9B-5BE3A6035D45}" dt="2026-08-26T05:15:50.487" v="5968" actId="165"/>
          <ac:spMkLst>
            <pc:docMk/>
            <pc:sldMk cId="2681872425" sldId="332"/>
            <ac:spMk id="37" creationId="{EFC3F3A1-E132-F67F-7F4D-00D2845708DD}"/>
          </ac:spMkLst>
        </pc:spChg>
        <pc:spChg chg="mod">
          <ac:chgData name="Santosh Prasad" userId="e876dc76-ed9d-4010-a5d5-12b3160ca658" providerId="ADAL" clId="{CC8C75E9-E337-4508-BE9B-5BE3A6035D45}" dt="2026-08-26T05:12:22.320" v="5924" actId="14100"/>
          <ac:spMkLst>
            <pc:docMk/>
            <pc:sldMk cId="2681872425" sldId="332"/>
            <ac:spMk id="42" creationId="{59C69692-7089-004D-877A-653AED4F4359}"/>
          </ac:spMkLst>
        </pc:spChg>
        <pc:spChg chg="add mod">
          <ac:chgData name="Santosh Prasad" userId="e876dc76-ed9d-4010-a5d5-12b3160ca658" providerId="ADAL" clId="{CC8C75E9-E337-4508-BE9B-5BE3A6035D45}" dt="2026-08-26T05:12:01.085" v="5919" actId="164"/>
          <ac:spMkLst>
            <pc:docMk/>
            <pc:sldMk cId="2681872425" sldId="332"/>
            <ac:spMk id="43" creationId="{B82016A6-1AED-2C2D-1503-69598112E77A}"/>
          </ac:spMkLst>
        </pc:spChg>
        <pc:spChg chg="mod">
          <ac:chgData name="Santosh Prasad" userId="e876dc76-ed9d-4010-a5d5-12b3160ca658" providerId="ADAL" clId="{CC8C75E9-E337-4508-BE9B-5BE3A6035D45}" dt="2026-08-26T05:15:50.487" v="5968" actId="165"/>
          <ac:spMkLst>
            <pc:docMk/>
            <pc:sldMk cId="2681872425" sldId="332"/>
            <ac:spMk id="46" creationId="{7AAF0326-C39C-DF3B-2300-FC5EC7BCDE92}"/>
          </ac:spMkLst>
        </pc:spChg>
        <pc:spChg chg="mod">
          <ac:chgData name="Santosh Prasad" userId="e876dc76-ed9d-4010-a5d5-12b3160ca658" providerId="ADAL" clId="{CC8C75E9-E337-4508-BE9B-5BE3A6035D45}" dt="2026-08-26T05:12:22.320" v="5924" actId="14100"/>
          <ac:spMkLst>
            <pc:docMk/>
            <pc:sldMk cId="2681872425" sldId="332"/>
            <ac:spMk id="48" creationId="{EFB2D3A1-29BD-2AA2-631C-C21359D8FB39}"/>
          </ac:spMkLst>
        </pc:spChg>
        <pc:spChg chg="mod topLvl">
          <ac:chgData name="Santosh Prasad" userId="e876dc76-ed9d-4010-a5d5-12b3160ca658" providerId="ADAL" clId="{CC8C75E9-E337-4508-BE9B-5BE3A6035D45}" dt="2026-08-26T05:15:50.487" v="5968" actId="165"/>
          <ac:spMkLst>
            <pc:docMk/>
            <pc:sldMk cId="2681872425" sldId="332"/>
            <ac:spMk id="56" creationId="{39C00BC4-4B29-2EB1-5E7D-7D33376B8872}"/>
          </ac:spMkLst>
        </pc:spChg>
        <pc:grpChg chg="mod">
          <ac:chgData name="Santosh Prasad" userId="e876dc76-ed9d-4010-a5d5-12b3160ca658" providerId="ADAL" clId="{CC8C75E9-E337-4508-BE9B-5BE3A6035D45}" dt="2026-08-26T05:12:35.521" v="5926" actId="164"/>
          <ac:grpSpMkLst>
            <pc:docMk/>
            <pc:sldMk cId="2681872425" sldId="332"/>
            <ac:grpSpMk id="40" creationId="{44C6FC93-7222-7039-769B-13B057108DD7}"/>
          </ac:grpSpMkLst>
        </pc:grpChg>
        <pc:picChg chg="add mod">
          <ac:chgData name="Santosh Prasad" userId="e876dc76-ed9d-4010-a5d5-12b3160ca658" providerId="ADAL" clId="{CC8C75E9-E337-4508-BE9B-5BE3A6035D45}" dt="2026-08-26T05:15:59.554" v="5970" actId="1076"/>
          <ac:picMkLst>
            <pc:docMk/>
            <pc:sldMk cId="2681872425" sldId="332"/>
            <ac:picMk id="54" creationId="{C24699EB-93C7-6783-05D3-441B588CDBC5}"/>
          </ac:picMkLst>
        </pc:picChg>
        <pc:picChg chg="add mod">
          <ac:chgData name="Santosh Prasad" userId="e876dc76-ed9d-4010-a5d5-12b3160ca658" providerId="ADAL" clId="{CC8C75E9-E337-4508-BE9B-5BE3A6035D45}" dt="2026-08-26T05:17:10.302" v="5979" actId="1076"/>
          <ac:picMkLst>
            <pc:docMk/>
            <pc:sldMk cId="2681872425" sldId="332"/>
            <ac:picMk id="58" creationId="{944DDC10-DD3B-E9AE-0CC5-3069BE7F9407}"/>
          </ac:picMkLst>
        </pc:picChg>
        <pc:picChg chg="add mod">
          <ac:chgData name="Santosh Prasad" userId="e876dc76-ed9d-4010-a5d5-12b3160ca658" providerId="ADAL" clId="{CC8C75E9-E337-4508-BE9B-5BE3A6035D45}" dt="2026-08-26T05:18:05.813" v="5987" actId="1076"/>
          <ac:picMkLst>
            <pc:docMk/>
            <pc:sldMk cId="2681872425" sldId="332"/>
            <ac:picMk id="60" creationId="{F2E67417-5633-FB8E-4C1E-4CC308E24081}"/>
          </ac:picMkLst>
        </pc:picChg>
        <pc:picChg chg="add mod">
          <ac:chgData name="Santosh Prasad" userId="e876dc76-ed9d-4010-a5d5-12b3160ca658" providerId="ADAL" clId="{CC8C75E9-E337-4508-BE9B-5BE3A6035D45}" dt="2026-08-26T05:19:16.540" v="5995" actId="1076"/>
          <ac:picMkLst>
            <pc:docMk/>
            <pc:sldMk cId="2681872425" sldId="332"/>
            <ac:picMk id="62" creationId="{124DC827-9175-4232-6019-B554467F21D8}"/>
          </ac:picMkLst>
        </pc:picChg>
        <pc:picChg chg="add mod">
          <ac:chgData name="Santosh Prasad" userId="e876dc76-ed9d-4010-a5d5-12b3160ca658" providerId="ADAL" clId="{CC8C75E9-E337-4508-BE9B-5BE3A6035D45}" dt="2026-08-26T05:21:55.987" v="6005" actId="1076"/>
          <ac:picMkLst>
            <pc:docMk/>
            <pc:sldMk cId="2681872425" sldId="332"/>
            <ac:picMk id="64" creationId="{8CF8CEC8-AF98-BC18-3C10-E3C9A789C8B6}"/>
          </ac:picMkLst>
        </pc:picChg>
        <pc:picChg chg="add mod">
          <ac:chgData name="Santosh Prasad" userId="e876dc76-ed9d-4010-a5d5-12b3160ca658" providerId="ADAL" clId="{CC8C75E9-E337-4508-BE9B-5BE3A6035D45}" dt="2026-08-26T05:23:57.037" v="6017" actId="1076"/>
          <ac:picMkLst>
            <pc:docMk/>
            <pc:sldMk cId="2681872425" sldId="332"/>
            <ac:picMk id="66" creationId="{67E4FF49-4C76-15D1-9EB5-9855F70B8AF2}"/>
          </ac:picMkLst>
        </pc:picChg>
        <pc:cxnChg chg="mod">
          <ac:chgData name="Santosh Prasad" userId="e876dc76-ed9d-4010-a5d5-12b3160ca658" providerId="ADAL" clId="{CC8C75E9-E337-4508-BE9B-5BE3A6035D45}" dt="2026-08-26T05:24:41.512" v="6023" actId="692"/>
          <ac:cxnSpMkLst>
            <pc:docMk/>
            <pc:sldMk cId="2681872425" sldId="332"/>
            <ac:cxnSpMk id="12" creationId="{B017A4D1-7473-AC87-98DB-1AF37065C954}"/>
          </ac:cxnSpMkLst>
        </pc:cxnChg>
        <pc:cxnChg chg="mod">
          <ac:chgData name="Santosh Prasad" userId="e876dc76-ed9d-4010-a5d5-12b3160ca658" providerId="ADAL" clId="{CC8C75E9-E337-4508-BE9B-5BE3A6035D45}" dt="2026-08-26T05:24:41.512" v="6023" actId="692"/>
          <ac:cxnSpMkLst>
            <pc:docMk/>
            <pc:sldMk cId="2681872425" sldId="332"/>
            <ac:cxnSpMk id="16" creationId="{78A7F129-F8B1-0477-8CAD-DBD3C23BC552}"/>
          </ac:cxnSpMkLst>
        </pc:cxnChg>
        <pc:cxnChg chg="mod">
          <ac:chgData name="Santosh Prasad" userId="e876dc76-ed9d-4010-a5d5-12b3160ca658" providerId="ADAL" clId="{CC8C75E9-E337-4508-BE9B-5BE3A6035D45}" dt="2026-08-26T05:24:41.512" v="6023" actId="692"/>
          <ac:cxnSpMkLst>
            <pc:docMk/>
            <pc:sldMk cId="2681872425" sldId="332"/>
            <ac:cxnSpMk id="19" creationId="{DCF1C6CA-4DFD-6FB2-36D9-6BB04BB4C243}"/>
          </ac:cxnSpMkLst>
        </pc:cxnChg>
        <pc:cxnChg chg="mod">
          <ac:chgData name="Santosh Prasad" userId="e876dc76-ed9d-4010-a5d5-12b3160ca658" providerId="ADAL" clId="{CC8C75E9-E337-4508-BE9B-5BE3A6035D45}" dt="2026-08-26T05:24:41.512" v="6023" actId="692"/>
          <ac:cxnSpMkLst>
            <pc:docMk/>
            <pc:sldMk cId="2681872425" sldId="332"/>
            <ac:cxnSpMk id="22" creationId="{328E2CE4-E374-AA00-B3D5-382CA0A22523}"/>
          </ac:cxnSpMkLst>
        </pc:cxnChg>
        <pc:cxnChg chg="mod">
          <ac:chgData name="Santosh Prasad" userId="e876dc76-ed9d-4010-a5d5-12b3160ca658" providerId="ADAL" clId="{CC8C75E9-E337-4508-BE9B-5BE3A6035D45}" dt="2026-08-26T05:24:41.512" v="6023" actId="692"/>
          <ac:cxnSpMkLst>
            <pc:docMk/>
            <pc:sldMk cId="2681872425" sldId="332"/>
            <ac:cxnSpMk id="24" creationId="{E1E23718-0AD2-94F3-8118-ADE1C120278E}"/>
          </ac:cxnSpMkLst>
        </pc:cxnChg>
        <pc:cxnChg chg="mod">
          <ac:chgData name="Santosh Prasad" userId="e876dc76-ed9d-4010-a5d5-12b3160ca658" providerId="ADAL" clId="{CC8C75E9-E337-4508-BE9B-5BE3A6035D45}" dt="2026-08-26T05:24:32.019" v="6021" actId="692"/>
          <ac:cxnSpMkLst>
            <pc:docMk/>
            <pc:sldMk cId="2681872425" sldId="332"/>
            <ac:cxnSpMk id="51" creationId="{FC38F342-B147-3ED8-F2E3-A78D4ABF878B}"/>
          </ac:cxnSpMkLst>
        </pc:cxnChg>
        <pc:cxnChg chg="mod">
          <ac:chgData name="Santosh Prasad" userId="e876dc76-ed9d-4010-a5d5-12b3160ca658" providerId="ADAL" clId="{CC8C75E9-E337-4508-BE9B-5BE3A6035D45}" dt="2026-08-26T05:24:32.019" v="6021" actId="692"/>
          <ac:cxnSpMkLst>
            <pc:docMk/>
            <pc:sldMk cId="2681872425" sldId="332"/>
            <ac:cxnSpMk id="55" creationId="{D8E5687A-C9E4-7D82-0331-7AB883A89C05}"/>
          </ac:cxnSpMkLst>
        </pc:cxnChg>
      </pc:sldChg>
      <pc:sldChg chg="addSp delSp modSp mod">
        <pc:chgData name="Santosh Prasad" userId="e876dc76-ed9d-4010-a5d5-12b3160ca658" providerId="ADAL" clId="{CC8C75E9-E337-4508-BE9B-5BE3A6035D45}" dt="2026-08-26T15:15:22.929" v="10263" actId="692"/>
        <pc:sldMkLst>
          <pc:docMk/>
          <pc:sldMk cId="2599688549" sldId="333"/>
        </pc:sldMkLst>
        <pc:spChg chg="mod">
          <ac:chgData name="Santosh Prasad" userId="e876dc76-ed9d-4010-a5d5-12b3160ca658" providerId="ADAL" clId="{CC8C75E9-E337-4508-BE9B-5BE3A6035D45}" dt="2026-08-26T08:53:31.977" v="9403"/>
          <ac:spMkLst>
            <pc:docMk/>
            <pc:sldMk cId="2599688549" sldId="333"/>
            <ac:spMk id="3" creationId="{60CF24AB-A62A-8D4A-839D-6457E42558A5}"/>
          </ac:spMkLst>
        </pc:spChg>
        <pc:spChg chg="mod">
          <ac:chgData name="Santosh Prasad" userId="e876dc76-ed9d-4010-a5d5-12b3160ca658" providerId="ADAL" clId="{CC8C75E9-E337-4508-BE9B-5BE3A6035D45}" dt="2026-08-26T09:03:41.005" v="9630" actId="20577"/>
          <ac:spMkLst>
            <pc:docMk/>
            <pc:sldMk cId="2599688549" sldId="333"/>
            <ac:spMk id="8" creationId="{7919D2EE-833F-F31B-A9B5-13F5210E3A45}"/>
          </ac:spMkLst>
        </pc:spChg>
        <pc:spChg chg="mod">
          <ac:chgData name="Santosh Prasad" userId="e876dc76-ed9d-4010-a5d5-12b3160ca658" providerId="ADAL" clId="{CC8C75E9-E337-4508-BE9B-5BE3A6035D45}" dt="2026-08-26T09:03:31.968" v="9629" actId="12788"/>
          <ac:spMkLst>
            <pc:docMk/>
            <pc:sldMk cId="2599688549" sldId="333"/>
            <ac:spMk id="9" creationId="{53425FED-3316-808E-9CCA-0D7A53F4A2CC}"/>
          </ac:spMkLst>
        </pc:spChg>
        <pc:spChg chg="mod">
          <ac:chgData name="Santosh Prasad" userId="e876dc76-ed9d-4010-a5d5-12b3160ca658" providerId="ADAL" clId="{CC8C75E9-E337-4508-BE9B-5BE3A6035D45}" dt="2026-08-26T08:53:08.717" v="9400"/>
          <ac:spMkLst>
            <pc:docMk/>
            <pc:sldMk cId="2599688549" sldId="333"/>
            <ac:spMk id="10" creationId="{89D94B97-051B-8937-63C9-5E4734022E10}"/>
          </ac:spMkLst>
        </pc:spChg>
        <pc:spChg chg="mod">
          <ac:chgData name="Santosh Prasad" userId="e876dc76-ed9d-4010-a5d5-12b3160ca658" providerId="ADAL" clId="{CC8C75E9-E337-4508-BE9B-5BE3A6035D45}" dt="2026-08-26T09:04:04.500" v="9639" actId="1035"/>
          <ac:spMkLst>
            <pc:docMk/>
            <pc:sldMk cId="2599688549" sldId="333"/>
            <ac:spMk id="12" creationId="{582B6FA1-9F23-2116-5272-1AE5F98C482D}"/>
          </ac:spMkLst>
        </pc:spChg>
        <pc:spChg chg="mod">
          <ac:chgData name="Santosh Prasad" userId="e876dc76-ed9d-4010-a5d5-12b3160ca658" providerId="ADAL" clId="{CC8C75E9-E337-4508-BE9B-5BE3A6035D45}" dt="2026-08-26T08:56:50.862" v="9475" actId="554"/>
          <ac:spMkLst>
            <pc:docMk/>
            <pc:sldMk cId="2599688549" sldId="333"/>
            <ac:spMk id="14" creationId="{4CF8A580-54BB-0FD2-A0D1-67AC261E267F}"/>
          </ac:spMkLst>
        </pc:spChg>
        <pc:spChg chg="mod">
          <ac:chgData name="Santosh Prasad" userId="e876dc76-ed9d-4010-a5d5-12b3160ca658" providerId="ADAL" clId="{CC8C75E9-E337-4508-BE9B-5BE3A6035D45}" dt="2026-08-26T09:04:52.465" v="9648" actId="692"/>
          <ac:spMkLst>
            <pc:docMk/>
            <pc:sldMk cId="2599688549" sldId="333"/>
            <ac:spMk id="16" creationId="{7770B4D5-7558-68CB-26B3-6961A6C159BE}"/>
          </ac:spMkLst>
        </pc:spChg>
        <pc:spChg chg="mod">
          <ac:chgData name="Santosh Prasad" userId="e876dc76-ed9d-4010-a5d5-12b3160ca658" providerId="ADAL" clId="{CC8C75E9-E337-4508-BE9B-5BE3A6035D45}" dt="2026-08-26T09:04:04.500" v="9639" actId="1035"/>
          <ac:spMkLst>
            <pc:docMk/>
            <pc:sldMk cId="2599688549" sldId="333"/>
            <ac:spMk id="20" creationId="{D16F20B2-E852-2E5A-BFE9-B0DE0939BE2A}"/>
          </ac:spMkLst>
        </pc:spChg>
        <pc:spChg chg="mod">
          <ac:chgData name="Santosh Prasad" userId="e876dc76-ed9d-4010-a5d5-12b3160ca658" providerId="ADAL" clId="{CC8C75E9-E337-4508-BE9B-5BE3A6035D45}" dt="2026-08-26T09:04:33.487" v="9644" actId="208"/>
          <ac:spMkLst>
            <pc:docMk/>
            <pc:sldMk cId="2599688549" sldId="333"/>
            <ac:spMk id="26" creationId="{1AC0F180-1195-7AEA-D252-EB0647208F2D}"/>
          </ac:spMkLst>
        </pc:spChg>
        <pc:spChg chg="mod">
          <ac:chgData name="Santosh Prasad" userId="e876dc76-ed9d-4010-a5d5-12b3160ca658" providerId="ADAL" clId="{CC8C75E9-E337-4508-BE9B-5BE3A6035D45}" dt="2026-08-26T09:04:40.998" v="9646" actId="207"/>
          <ac:spMkLst>
            <pc:docMk/>
            <pc:sldMk cId="2599688549" sldId="333"/>
            <ac:spMk id="28" creationId="{5D7BA22F-7816-2538-37EC-9AA61C8E9D63}"/>
          </ac:spMkLst>
        </pc:spChg>
        <pc:spChg chg="mod">
          <ac:chgData name="Santosh Prasad" userId="e876dc76-ed9d-4010-a5d5-12b3160ca658" providerId="ADAL" clId="{CC8C75E9-E337-4508-BE9B-5BE3A6035D45}" dt="2026-08-26T09:04:48.468" v="9647" actId="208"/>
          <ac:spMkLst>
            <pc:docMk/>
            <pc:sldMk cId="2599688549" sldId="333"/>
            <ac:spMk id="30" creationId="{75ACEE78-79A4-60CD-6424-3EEF3A84B60E}"/>
          </ac:spMkLst>
        </pc:spChg>
        <pc:spChg chg="mod">
          <ac:chgData name="Santosh Prasad" userId="e876dc76-ed9d-4010-a5d5-12b3160ca658" providerId="ADAL" clId="{CC8C75E9-E337-4508-BE9B-5BE3A6035D45}" dt="2026-08-26T09:04:48.468" v="9647" actId="208"/>
          <ac:spMkLst>
            <pc:docMk/>
            <pc:sldMk cId="2599688549" sldId="333"/>
            <ac:spMk id="32" creationId="{B358E0BB-9578-A2FE-5DBE-FF174C13F417}"/>
          </ac:spMkLst>
        </pc:spChg>
        <pc:spChg chg="mod">
          <ac:chgData name="Santosh Prasad" userId="e876dc76-ed9d-4010-a5d5-12b3160ca658" providerId="ADAL" clId="{CC8C75E9-E337-4508-BE9B-5BE3A6035D45}" dt="2026-08-26T09:04:48.468" v="9647" actId="208"/>
          <ac:spMkLst>
            <pc:docMk/>
            <pc:sldMk cId="2599688549" sldId="333"/>
            <ac:spMk id="34" creationId="{EACC8A81-417C-D0D8-49A6-747C1C64403A}"/>
          </ac:spMkLst>
        </pc:spChg>
        <pc:spChg chg="mod">
          <ac:chgData name="Santosh Prasad" userId="e876dc76-ed9d-4010-a5d5-12b3160ca658" providerId="ADAL" clId="{CC8C75E9-E337-4508-BE9B-5BE3A6035D45}" dt="2026-08-26T09:04:48.468" v="9647" actId="208"/>
          <ac:spMkLst>
            <pc:docMk/>
            <pc:sldMk cId="2599688549" sldId="333"/>
            <ac:spMk id="36" creationId="{455D476C-84BB-1CC2-E21A-D8964C9BE6C5}"/>
          </ac:spMkLst>
        </pc:spChg>
        <pc:spChg chg="add mod">
          <ac:chgData name="Santosh Prasad" userId="e876dc76-ed9d-4010-a5d5-12b3160ca658" providerId="ADAL" clId="{CC8C75E9-E337-4508-BE9B-5BE3A6035D45}" dt="2026-08-26T08:56:56.093" v="9476" actId="207"/>
          <ac:spMkLst>
            <pc:docMk/>
            <pc:sldMk cId="2599688549" sldId="333"/>
            <ac:spMk id="39" creationId="{9209B35B-877C-6AE3-40A2-8AE96339BEA5}"/>
          </ac:spMkLst>
        </pc:spChg>
        <pc:spChg chg="mod">
          <ac:chgData name="Santosh Prasad" userId="e876dc76-ed9d-4010-a5d5-12b3160ca658" providerId="ADAL" clId="{CC8C75E9-E337-4508-BE9B-5BE3A6035D45}" dt="2026-08-26T08:57:16.825" v="9498" actId="207"/>
          <ac:spMkLst>
            <pc:docMk/>
            <pc:sldMk cId="2599688549" sldId="333"/>
            <ac:spMk id="43" creationId="{DB05F99F-3C93-7F35-AD31-0A80FBFDCB55}"/>
          </ac:spMkLst>
        </pc:spChg>
        <pc:spChg chg="mod">
          <ac:chgData name="Santosh Prasad" userId="e876dc76-ed9d-4010-a5d5-12b3160ca658" providerId="ADAL" clId="{CC8C75E9-E337-4508-BE9B-5BE3A6035D45}" dt="2026-08-26T08:57:16.825" v="9498" actId="207"/>
          <ac:spMkLst>
            <pc:docMk/>
            <pc:sldMk cId="2599688549" sldId="333"/>
            <ac:spMk id="47" creationId="{4A1A1DB3-3AEB-4EED-1A14-73A60AD16297}"/>
          </ac:spMkLst>
        </pc:spChg>
        <pc:spChg chg="mod">
          <ac:chgData name="Santosh Prasad" userId="e876dc76-ed9d-4010-a5d5-12b3160ca658" providerId="ADAL" clId="{CC8C75E9-E337-4508-BE9B-5BE3A6035D45}" dt="2026-08-26T08:57:16.825" v="9498" actId="207"/>
          <ac:spMkLst>
            <pc:docMk/>
            <pc:sldMk cId="2599688549" sldId="333"/>
            <ac:spMk id="49" creationId="{412318BE-8EF2-BAD0-8FE7-F8C274C0CBCA}"/>
          </ac:spMkLst>
        </pc:spChg>
        <pc:spChg chg="mod">
          <ac:chgData name="Santosh Prasad" userId="e876dc76-ed9d-4010-a5d5-12b3160ca658" providerId="ADAL" clId="{CC8C75E9-E337-4508-BE9B-5BE3A6035D45}" dt="2026-08-26T08:57:16.825" v="9498" actId="207"/>
          <ac:spMkLst>
            <pc:docMk/>
            <pc:sldMk cId="2599688549" sldId="333"/>
            <ac:spMk id="52" creationId="{55D61E21-2D27-761F-FB0C-E62C659A0043}"/>
          </ac:spMkLst>
        </pc:spChg>
        <pc:spChg chg="mod">
          <ac:chgData name="Santosh Prasad" userId="e876dc76-ed9d-4010-a5d5-12b3160ca658" providerId="ADAL" clId="{CC8C75E9-E337-4508-BE9B-5BE3A6035D45}" dt="2026-08-26T08:57:16.825" v="9498" actId="207"/>
          <ac:spMkLst>
            <pc:docMk/>
            <pc:sldMk cId="2599688549" sldId="333"/>
            <ac:spMk id="54" creationId="{573BEF15-5C86-02E9-E38C-C988EA7024FC}"/>
          </ac:spMkLst>
        </pc:spChg>
        <pc:spChg chg="mod">
          <ac:chgData name="Santosh Prasad" userId="e876dc76-ed9d-4010-a5d5-12b3160ca658" providerId="ADAL" clId="{CC8C75E9-E337-4508-BE9B-5BE3A6035D45}" dt="2026-08-26T08:57:16.825" v="9498" actId="207"/>
          <ac:spMkLst>
            <pc:docMk/>
            <pc:sldMk cId="2599688549" sldId="333"/>
            <ac:spMk id="56" creationId="{4ED57D37-B3F3-8653-213A-273007741C33}"/>
          </ac:spMkLst>
        </pc:spChg>
        <pc:spChg chg="mod">
          <ac:chgData name="Santosh Prasad" userId="e876dc76-ed9d-4010-a5d5-12b3160ca658" providerId="ADAL" clId="{CC8C75E9-E337-4508-BE9B-5BE3A6035D45}" dt="2026-08-26T09:04:04.500" v="9639" actId="1035"/>
          <ac:spMkLst>
            <pc:docMk/>
            <pc:sldMk cId="2599688549" sldId="333"/>
            <ac:spMk id="58" creationId="{D0422C07-4984-5FB0-DE48-BCEDB33A1F24}"/>
          </ac:spMkLst>
        </pc:spChg>
        <pc:spChg chg="mod">
          <ac:chgData name="Santosh Prasad" userId="e876dc76-ed9d-4010-a5d5-12b3160ca658" providerId="ADAL" clId="{CC8C75E9-E337-4508-BE9B-5BE3A6035D45}" dt="2026-08-26T09:04:04.500" v="9639" actId="1035"/>
          <ac:spMkLst>
            <pc:docMk/>
            <pc:sldMk cId="2599688549" sldId="333"/>
            <ac:spMk id="60" creationId="{4F1BF24D-96B6-7FD4-777B-2809EB1BB565}"/>
          </ac:spMkLst>
        </pc:spChg>
        <pc:spChg chg="mod">
          <ac:chgData name="Santosh Prasad" userId="e876dc76-ed9d-4010-a5d5-12b3160ca658" providerId="ADAL" clId="{CC8C75E9-E337-4508-BE9B-5BE3A6035D45}" dt="2026-08-26T08:57:16.825" v="9498" actId="207"/>
          <ac:spMkLst>
            <pc:docMk/>
            <pc:sldMk cId="2599688549" sldId="333"/>
            <ac:spMk id="62" creationId="{24D01385-A378-ABFA-C502-D2DE11338416}"/>
          </ac:spMkLst>
        </pc:spChg>
        <pc:spChg chg="mod">
          <ac:chgData name="Santosh Prasad" userId="e876dc76-ed9d-4010-a5d5-12b3160ca658" providerId="ADAL" clId="{CC8C75E9-E337-4508-BE9B-5BE3A6035D45}" dt="2026-08-26T09:05:15.362" v="9651" actId="692"/>
          <ac:spMkLst>
            <pc:docMk/>
            <pc:sldMk cId="2599688549" sldId="333"/>
            <ac:spMk id="70" creationId="{7C41A589-BB7E-58D9-4F08-BB232C3D82F3}"/>
          </ac:spMkLst>
        </pc:spChg>
        <pc:spChg chg="mod">
          <ac:chgData name="Santosh Prasad" userId="e876dc76-ed9d-4010-a5d5-12b3160ca658" providerId="ADAL" clId="{CC8C75E9-E337-4508-BE9B-5BE3A6035D45}" dt="2026-08-26T08:59:21.882" v="9568" actId="207"/>
          <ac:spMkLst>
            <pc:docMk/>
            <pc:sldMk cId="2599688549" sldId="333"/>
            <ac:spMk id="72" creationId="{4D53A549-A363-6C95-B9E5-1B5B2C7C85FF}"/>
          </ac:spMkLst>
        </pc:spChg>
        <pc:spChg chg="mod">
          <ac:chgData name="Santosh Prasad" userId="e876dc76-ed9d-4010-a5d5-12b3160ca658" providerId="ADAL" clId="{CC8C75E9-E337-4508-BE9B-5BE3A6035D45}" dt="2026-08-26T08:59:21.882" v="9568" actId="207"/>
          <ac:spMkLst>
            <pc:docMk/>
            <pc:sldMk cId="2599688549" sldId="333"/>
            <ac:spMk id="74" creationId="{5C505380-9F2B-D22A-4379-EE15296B48C8}"/>
          </ac:spMkLst>
        </pc:spChg>
        <pc:spChg chg="mod">
          <ac:chgData name="Santosh Prasad" userId="e876dc76-ed9d-4010-a5d5-12b3160ca658" providerId="ADAL" clId="{CC8C75E9-E337-4508-BE9B-5BE3A6035D45}" dt="2026-08-26T08:59:21.882" v="9568" actId="207"/>
          <ac:spMkLst>
            <pc:docMk/>
            <pc:sldMk cId="2599688549" sldId="333"/>
            <ac:spMk id="76" creationId="{0418C024-459D-9DFA-A620-B27A6D23D9CE}"/>
          </ac:spMkLst>
        </pc:spChg>
        <pc:spChg chg="mod">
          <ac:chgData name="Santosh Prasad" userId="e876dc76-ed9d-4010-a5d5-12b3160ca658" providerId="ADAL" clId="{CC8C75E9-E337-4508-BE9B-5BE3A6035D45}" dt="2026-08-26T09:04:04.500" v="9639" actId="1035"/>
          <ac:spMkLst>
            <pc:docMk/>
            <pc:sldMk cId="2599688549" sldId="333"/>
            <ac:spMk id="78" creationId="{7604D783-363A-8042-5E9D-788B896B70B2}"/>
          </ac:spMkLst>
        </pc:spChg>
        <pc:spChg chg="mod">
          <ac:chgData name="Santosh Prasad" userId="e876dc76-ed9d-4010-a5d5-12b3160ca658" providerId="ADAL" clId="{CC8C75E9-E337-4508-BE9B-5BE3A6035D45}" dt="2026-08-26T09:04:04.500" v="9639" actId="1035"/>
          <ac:spMkLst>
            <pc:docMk/>
            <pc:sldMk cId="2599688549" sldId="333"/>
            <ac:spMk id="80" creationId="{0C785D26-82D8-9095-237D-21CF1F54B9F1}"/>
          </ac:spMkLst>
        </pc:spChg>
        <pc:spChg chg="mod">
          <ac:chgData name="Santosh Prasad" userId="e876dc76-ed9d-4010-a5d5-12b3160ca658" providerId="ADAL" clId="{CC8C75E9-E337-4508-BE9B-5BE3A6035D45}" dt="2026-08-26T09:04:04.500" v="9639" actId="1035"/>
          <ac:spMkLst>
            <pc:docMk/>
            <pc:sldMk cId="2599688549" sldId="333"/>
            <ac:spMk id="82" creationId="{18436FB9-0207-4C9B-E9AF-2ACC61643267}"/>
          </ac:spMkLst>
        </pc:spChg>
        <pc:spChg chg="mod">
          <ac:chgData name="Santosh Prasad" userId="e876dc76-ed9d-4010-a5d5-12b3160ca658" providerId="ADAL" clId="{CC8C75E9-E337-4508-BE9B-5BE3A6035D45}" dt="2026-08-26T08:59:21.882" v="9568" actId="207"/>
          <ac:spMkLst>
            <pc:docMk/>
            <pc:sldMk cId="2599688549" sldId="333"/>
            <ac:spMk id="84" creationId="{77B1FC62-33BE-9079-6C06-B96947ACAD22}"/>
          </ac:spMkLst>
        </pc:spChg>
        <pc:spChg chg="mod">
          <ac:chgData name="Santosh Prasad" userId="e876dc76-ed9d-4010-a5d5-12b3160ca658" providerId="ADAL" clId="{CC8C75E9-E337-4508-BE9B-5BE3A6035D45}" dt="2026-08-26T08:58:39.211" v="9512" actId="207"/>
          <ac:spMkLst>
            <pc:docMk/>
            <pc:sldMk cId="2599688549" sldId="333"/>
            <ac:spMk id="86" creationId="{0B1BDA40-F348-BD34-DF56-9843C4FD7D09}"/>
          </ac:spMkLst>
        </pc:spChg>
        <pc:spChg chg="mod">
          <ac:chgData name="Santosh Prasad" userId="e876dc76-ed9d-4010-a5d5-12b3160ca658" providerId="ADAL" clId="{CC8C75E9-E337-4508-BE9B-5BE3A6035D45}" dt="2026-08-26T09:05:15.362" v="9651" actId="692"/>
          <ac:spMkLst>
            <pc:docMk/>
            <pc:sldMk cId="2599688549" sldId="333"/>
            <ac:spMk id="89" creationId="{451AC2F0-14D9-6945-97D9-73406D7FC322}"/>
          </ac:spMkLst>
        </pc:spChg>
        <pc:spChg chg="mod">
          <ac:chgData name="Santosh Prasad" userId="e876dc76-ed9d-4010-a5d5-12b3160ca658" providerId="ADAL" clId="{CC8C75E9-E337-4508-BE9B-5BE3A6035D45}" dt="2026-08-26T08:59:32.235" v="9572" actId="2085"/>
          <ac:spMkLst>
            <pc:docMk/>
            <pc:sldMk cId="2599688549" sldId="333"/>
            <ac:spMk id="91" creationId="{6542EAF3-02F4-EFA7-2AB6-A876FFE9EEB0}"/>
          </ac:spMkLst>
        </pc:spChg>
        <pc:spChg chg="mod">
          <ac:chgData name="Santosh Prasad" userId="e876dc76-ed9d-4010-a5d5-12b3160ca658" providerId="ADAL" clId="{CC8C75E9-E337-4508-BE9B-5BE3A6035D45}" dt="2026-08-26T08:59:32.235" v="9572" actId="2085"/>
          <ac:spMkLst>
            <pc:docMk/>
            <pc:sldMk cId="2599688549" sldId="333"/>
            <ac:spMk id="93" creationId="{8A76D603-1CF3-B58D-5BCF-2E8E381132E7}"/>
          </ac:spMkLst>
        </pc:spChg>
        <pc:spChg chg="mod">
          <ac:chgData name="Santosh Prasad" userId="e876dc76-ed9d-4010-a5d5-12b3160ca658" providerId="ADAL" clId="{CC8C75E9-E337-4508-BE9B-5BE3A6035D45}" dt="2026-08-26T08:59:32.235" v="9572" actId="2085"/>
          <ac:spMkLst>
            <pc:docMk/>
            <pc:sldMk cId="2599688549" sldId="333"/>
            <ac:spMk id="95" creationId="{39C90E67-5A1E-AD52-D44F-E6DE56A2423F}"/>
          </ac:spMkLst>
        </pc:spChg>
        <pc:spChg chg="mod">
          <ac:chgData name="Santosh Prasad" userId="e876dc76-ed9d-4010-a5d5-12b3160ca658" providerId="ADAL" clId="{CC8C75E9-E337-4508-BE9B-5BE3A6035D45}" dt="2026-08-26T08:59:32.235" v="9572" actId="2085"/>
          <ac:spMkLst>
            <pc:docMk/>
            <pc:sldMk cId="2599688549" sldId="333"/>
            <ac:spMk id="97" creationId="{A9E8030F-4430-DC5F-DD90-60F3E013476B}"/>
          </ac:spMkLst>
        </pc:spChg>
        <pc:spChg chg="mod">
          <ac:chgData name="Santosh Prasad" userId="e876dc76-ed9d-4010-a5d5-12b3160ca658" providerId="ADAL" clId="{CC8C75E9-E337-4508-BE9B-5BE3A6035D45}" dt="2026-08-26T08:59:32.235" v="9572" actId="2085"/>
          <ac:spMkLst>
            <pc:docMk/>
            <pc:sldMk cId="2599688549" sldId="333"/>
            <ac:spMk id="99" creationId="{10AD55F3-DF95-4870-1587-AA29A323FA56}"/>
          </ac:spMkLst>
        </pc:spChg>
        <pc:spChg chg="mod">
          <ac:chgData name="Santosh Prasad" userId="e876dc76-ed9d-4010-a5d5-12b3160ca658" providerId="ADAL" clId="{CC8C75E9-E337-4508-BE9B-5BE3A6035D45}" dt="2026-08-26T08:59:32.235" v="9572" actId="2085"/>
          <ac:spMkLst>
            <pc:docMk/>
            <pc:sldMk cId="2599688549" sldId="333"/>
            <ac:spMk id="101" creationId="{B57EF7A9-4E20-595E-1CC4-B6E413B3F46F}"/>
          </ac:spMkLst>
        </pc:spChg>
        <pc:spChg chg="mod">
          <ac:chgData name="Santosh Prasad" userId="e876dc76-ed9d-4010-a5d5-12b3160ca658" providerId="ADAL" clId="{CC8C75E9-E337-4508-BE9B-5BE3A6035D45}" dt="2026-08-26T09:04:04.500" v="9639" actId="1035"/>
          <ac:spMkLst>
            <pc:docMk/>
            <pc:sldMk cId="2599688549" sldId="333"/>
            <ac:spMk id="103" creationId="{2559AB39-FDC7-2BC5-285C-3A39FE845CD2}"/>
          </ac:spMkLst>
        </pc:spChg>
        <pc:spChg chg="mod">
          <ac:chgData name="Santosh Prasad" userId="e876dc76-ed9d-4010-a5d5-12b3160ca658" providerId="ADAL" clId="{CC8C75E9-E337-4508-BE9B-5BE3A6035D45}" dt="2026-08-26T08:58:49.780" v="9514" actId="207"/>
          <ac:spMkLst>
            <pc:docMk/>
            <pc:sldMk cId="2599688549" sldId="333"/>
            <ac:spMk id="105" creationId="{348148BF-9F56-CDDC-299F-5C2D2DF4C24F}"/>
          </ac:spMkLst>
        </pc:spChg>
        <pc:spChg chg="mod">
          <ac:chgData name="Santosh Prasad" userId="e876dc76-ed9d-4010-a5d5-12b3160ca658" providerId="ADAL" clId="{CC8C75E9-E337-4508-BE9B-5BE3A6035D45}" dt="2026-08-26T09:05:15.362" v="9651" actId="692"/>
          <ac:spMkLst>
            <pc:docMk/>
            <pc:sldMk cId="2599688549" sldId="333"/>
            <ac:spMk id="107" creationId="{FFFC8CEE-DC13-2817-E948-2A2C587F93A0}"/>
          </ac:spMkLst>
        </pc:spChg>
        <pc:spChg chg="mod">
          <ac:chgData name="Santosh Prasad" userId="e876dc76-ed9d-4010-a5d5-12b3160ca658" providerId="ADAL" clId="{CC8C75E9-E337-4508-BE9B-5BE3A6035D45}" dt="2026-08-26T08:59:41.576" v="9574" actId="207"/>
          <ac:spMkLst>
            <pc:docMk/>
            <pc:sldMk cId="2599688549" sldId="333"/>
            <ac:spMk id="109" creationId="{F581E1F0-D464-AF3B-868C-00F85DD1F475}"/>
          </ac:spMkLst>
        </pc:spChg>
        <pc:spChg chg="mod">
          <ac:chgData name="Santosh Prasad" userId="e876dc76-ed9d-4010-a5d5-12b3160ca658" providerId="ADAL" clId="{CC8C75E9-E337-4508-BE9B-5BE3A6035D45}" dt="2026-08-26T08:59:41.576" v="9574" actId="207"/>
          <ac:spMkLst>
            <pc:docMk/>
            <pc:sldMk cId="2599688549" sldId="333"/>
            <ac:spMk id="111" creationId="{A34C45A4-83BA-507A-83A7-0928845D76B7}"/>
          </ac:spMkLst>
        </pc:spChg>
        <pc:spChg chg="mod">
          <ac:chgData name="Santosh Prasad" userId="e876dc76-ed9d-4010-a5d5-12b3160ca658" providerId="ADAL" clId="{CC8C75E9-E337-4508-BE9B-5BE3A6035D45}" dt="2026-08-26T08:59:41.576" v="9574" actId="207"/>
          <ac:spMkLst>
            <pc:docMk/>
            <pc:sldMk cId="2599688549" sldId="333"/>
            <ac:spMk id="113" creationId="{BDB3407D-C4DB-8CE5-6711-8D9821AC720E}"/>
          </ac:spMkLst>
        </pc:spChg>
        <pc:spChg chg="mod">
          <ac:chgData name="Santosh Prasad" userId="e876dc76-ed9d-4010-a5d5-12b3160ca658" providerId="ADAL" clId="{CC8C75E9-E337-4508-BE9B-5BE3A6035D45}" dt="2026-08-26T08:59:41.576" v="9574" actId="207"/>
          <ac:spMkLst>
            <pc:docMk/>
            <pc:sldMk cId="2599688549" sldId="333"/>
            <ac:spMk id="115" creationId="{317C618F-A130-01DB-CD19-4A30646B3563}"/>
          </ac:spMkLst>
        </pc:spChg>
        <pc:spChg chg="mod">
          <ac:chgData name="Santosh Prasad" userId="e876dc76-ed9d-4010-a5d5-12b3160ca658" providerId="ADAL" clId="{CC8C75E9-E337-4508-BE9B-5BE3A6035D45}" dt="2026-08-26T08:59:41.576" v="9574" actId="207"/>
          <ac:spMkLst>
            <pc:docMk/>
            <pc:sldMk cId="2599688549" sldId="333"/>
            <ac:spMk id="117" creationId="{2B1861FA-A6DA-79EE-5C93-F92A792D9647}"/>
          </ac:spMkLst>
        </pc:spChg>
        <pc:spChg chg="mod">
          <ac:chgData name="Santosh Prasad" userId="e876dc76-ed9d-4010-a5d5-12b3160ca658" providerId="ADAL" clId="{CC8C75E9-E337-4508-BE9B-5BE3A6035D45}" dt="2026-08-26T08:59:41.576" v="9574" actId="207"/>
          <ac:spMkLst>
            <pc:docMk/>
            <pc:sldMk cId="2599688549" sldId="333"/>
            <ac:spMk id="119" creationId="{E0F09381-555E-7F27-8646-55C69F389F06}"/>
          </ac:spMkLst>
        </pc:spChg>
        <pc:cxnChg chg="mod">
          <ac:chgData name="Santosh Prasad" userId="e876dc76-ed9d-4010-a5d5-12b3160ca658" providerId="ADAL" clId="{CC8C75E9-E337-4508-BE9B-5BE3A6035D45}" dt="2026-08-26T15:15:22.929" v="10263" actId="692"/>
          <ac:cxnSpMkLst>
            <pc:docMk/>
            <pc:sldMk cId="2599688549" sldId="333"/>
            <ac:cxnSpMk id="38" creationId="{B54F795D-20BE-8025-39C9-9F04760E073A}"/>
          </ac:cxnSpMkLst>
        </pc:cxnChg>
        <pc:cxnChg chg="mod">
          <ac:chgData name="Santosh Prasad" userId="e876dc76-ed9d-4010-a5d5-12b3160ca658" providerId="ADAL" clId="{CC8C75E9-E337-4508-BE9B-5BE3A6035D45}" dt="2026-08-26T15:15:22.929" v="10263" actId="692"/>
          <ac:cxnSpMkLst>
            <pc:docMk/>
            <pc:sldMk cId="2599688549" sldId="333"/>
            <ac:cxnSpMk id="40" creationId="{818CD4A6-CD6B-9500-229A-8000178294F5}"/>
          </ac:cxnSpMkLst>
        </pc:cxnChg>
        <pc:cxnChg chg="mod">
          <ac:chgData name="Santosh Prasad" userId="e876dc76-ed9d-4010-a5d5-12b3160ca658" providerId="ADAL" clId="{CC8C75E9-E337-4508-BE9B-5BE3A6035D45}" dt="2026-08-26T15:15:22.929" v="10263" actId="692"/>
          <ac:cxnSpMkLst>
            <pc:docMk/>
            <pc:sldMk cId="2599688549" sldId="333"/>
            <ac:cxnSpMk id="41" creationId="{76FAFC3E-917E-1D09-BE5E-FA1D10029E5C}"/>
          </ac:cxnSpMkLst>
        </pc:cxnChg>
        <pc:cxnChg chg="mod">
          <ac:chgData name="Santosh Prasad" userId="e876dc76-ed9d-4010-a5d5-12b3160ca658" providerId="ADAL" clId="{CC8C75E9-E337-4508-BE9B-5BE3A6035D45}" dt="2026-08-26T09:03:31.968" v="9629" actId="12788"/>
          <ac:cxnSpMkLst>
            <pc:docMk/>
            <pc:sldMk cId="2599688549" sldId="333"/>
            <ac:cxnSpMk id="127" creationId="{8CE62C6B-E654-2342-9556-7ED60907761E}"/>
          </ac:cxnSpMkLst>
        </pc:cxnChg>
        <pc:cxnChg chg="mod">
          <ac:chgData name="Santosh Prasad" userId="e876dc76-ed9d-4010-a5d5-12b3160ca658" providerId="ADAL" clId="{CC8C75E9-E337-4508-BE9B-5BE3A6035D45}" dt="2026-08-26T09:03:31.968" v="9629" actId="12788"/>
          <ac:cxnSpMkLst>
            <pc:docMk/>
            <pc:sldMk cId="2599688549" sldId="333"/>
            <ac:cxnSpMk id="128" creationId="{9B3B2390-E0D1-75D8-EFCE-ACAA3CE9D6C9}"/>
          </ac:cxnSpMkLst>
        </pc:cxnChg>
        <pc:cxnChg chg="mod">
          <ac:chgData name="Santosh Prasad" userId="e876dc76-ed9d-4010-a5d5-12b3160ca658" providerId="ADAL" clId="{CC8C75E9-E337-4508-BE9B-5BE3A6035D45}" dt="2026-08-26T09:03:31.968" v="9629" actId="12788"/>
          <ac:cxnSpMkLst>
            <pc:docMk/>
            <pc:sldMk cId="2599688549" sldId="333"/>
            <ac:cxnSpMk id="129" creationId="{8B801865-7138-604A-2420-3546BB06904C}"/>
          </ac:cxnSpMkLst>
        </pc:cxnChg>
        <pc:cxnChg chg="mod">
          <ac:chgData name="Santosh Prasad" userId="e876dc76-ed9d-4010-a5d5-12b3160ca658" providerId="ADAL" clId="{CC8C75E9-E337-4508-BE9B-5BE3A6035D45}" dt="2026-08-26T09:03:31.968" v="9629" actId="12788"/>
          <ac:cxnSpMkLst>
            <pc:docMk/>
            <pc:sldMk cId="2599688549" sldId="333"/>
            <ac:cxnSpMk id="130" creationId="{724DB958-69BF-7C7E-2486-F793964E9D16}"/>
          </ac:cxnSpMkLst>
        </pc:cxnChg>
        <pc:cxnChg chg="mod">
          <ac:chgData name="Santosh Prasad" userId="e876dc76-ed9d-4010-a5d5-12b3160ca658" providerId="ADAL" clId="{CC8C75E9-E337-4508-BE9B-5BE3A6035D45}" dt="2026-08-26T09:03:31.968" v="9629" actId="12788"/>
          <ac:cxnSpMkLst>
            <pc:docMk/>
            <pc:sldMk cId="2599688549" sldId="333"/>
            <ac:cxnSpMk id="131" creationId="{763B27AC-C69C-C494-179B-DFBD4F1C46A8}"/>
          </ac:cxnSpMkLst>
        </pc:cxnChg>
        <pc:cxnChg chg="mod">
          <ac:chgData name="Santosh Prasad" userId="e876dc76-ed9d-4010-a5d5-12b3160ca658" providerId="ADAL" clId="{CC8C75E9-E337-4508-BE9B-5BE3A6035D45}" dt="2026-08-26T09:03:31.968" v="9629" actId="12788"/>
          <ac:cxnSpMkLst>
            <pc:docMk/>
            <pc:sldMk cId="2599688549" sldId="333"/>
            <ac:cxnSpMk id="132" creationId="{D3F3785C-68BF-AFA6-8907-55B06CDF1C41}"/>
          </ac:cxnSpMkLst>
        </pc:cxnChg>
        <pc:cxnChg chg="mod">
          <ac:chgData name="Santosh Prasad" userId="e876dc76-ed9d-4010-a5d5-12b3160ca658" providerId="ADAL" clId="{CC8C75E9-E337-4508-BE9B-5BE3A6035D45}" dt="2026-08-26T09:03:31.968" v="9629" actId="12788"/>
          <ac:cxnSpMkLst>
            <pc:docMk/>
            <pc:sldMk cId="2599688549" sldId="333"/>
            <ac:cxnSpMk id="140" creationId="{A7193A00-4605-068E-A0A8-660E5085937B}"/>
          </ac:cxnSpMkLst>
        </pc:cxnChg>
        <pc:cxnChg chg="mod">
          <ac:chgData name="Santosh Prasad" userId="e876dc76-ed9d-4010-a5d5-12b3160ca658" providerId="ADAL" clId="{CC8C75E9-E337-4508-BE9B-5BE3A6035D45}" dt="2026-08-26T09:04:20.608" v="9641" actId="12788"/>
          <ac:cxnSpMkLst>
            <pc:docMk/>
            <pc:sldMk cId="2599688549" sldId="333"/>
            <ac:cxnSpMk id="143" creationId="{AFD28685-4AD2-9885-AF57-C9F6CBD9FE1B}"/>
          </ac:cxnSpMkLst>
        </pc:cxnChg>
        <pc:cxnChg chg="mod">
          <ac:chgData name="Santosh Prasad" userId="e876dc76-ed9d-4010-a5d5-12b3160ca658" providerId="ADAL" clId="{CC8C75E9-E337-4508-BE9B-5BE3A6035D45}" dt="2026-08-26T09:05:03.974" v="9649" actId="692"/>
          <ac:cxnSpMkLst>
            <pc:docMk/>
            <pc:sldMk cId="2599688549" sldId="333"/>
            <ac:cxnSpMk id="147" creationId="{5E770562-9BC2-9729-417C-E45E25F1B300}"/>
          </ac:cxnSpMkLst>
        </pc:cxnChg>
        <pc:cxnChg chg="mod">
          <ac:chgData name="Santosh Prasad" userId="e876dc76-ed9d-4010-a5d5-12b3160ca658" providerId="ADAL" clId="{CC8C75E9-E337-4508-BE9B-5BE3A6035D45}" dt="2026-08-26T09:05:03.974" v="9649" actId="692"/>
          <ac:cxnSpMkLst>
            <pc:docMk/>
            <pc:sldMk cId="2599688549" sldId="333"/>
            <ac:cxnSpMk id="148" creationId="{3C1B3642-823B-B2A0-99F5-22F9D15E17B2}"/>
          </ac:cxnSpMkLst>
        </pc:cxnChg>
        <pc:cxnChg chg="mod">
          <ac:chgData name="Santosh Prasad" userId="e876dc76-ed9d-4010-a5d5-12b3160ca658" providerId="ADAL" clId="{CC8C75E9-E337-4508-BE9B-5BE3A6035D45}" dt="2026-08-26T09:05:03.974" v="9649" actId="692"/>
          <ac:cxnSpMkLst>
            <pc:docMk/>
            <pc:sldMk cId="2599688549" sldId="333"/>
            <ac:cxnSpMk id="149" creationId="{818D55CD-D548-071B-C850-107B42C3DF10}"/>
          </ac:cxnSpMkLst>
        </pc:cxnChg>
        <pc:cxnChg chg="mod">
          <ac:chgData name="Santosh Prasad" userId="e876dc76-ed9d-4010-a5d5-12b3160ca658" providerId="ADAL" clId="{CC8C75E9-E337-4508-BE9B-5BE3A6035D45}" dt="2026-08-26T09:05:03.974" v="9649" actId="692"/>
          <ac:cxnSpMkLst>
            <pc:docMk/>
            <pc:sldMk cId="2599688549" sldId="333"/>
            <ac:cxnSpMk id="151" creationId="{885FA0A4-5EF8-492B-BF02-EA60DA1A9B1D}"/>
          </ac:cxnSpMkLst>
        </pc:cxnChg>
      </pc:sldChg>
      <pc:sldChg chg="addSp delSp modSp mod modClrScheme chgLayout">
        <pc:chgData name="Santosh Prasad" userId="e876dc76-ed9d-4010-a5d5-12b3160ca658" providerId="ADAL" clId="{CC8C75E9-E337-4508-BE9B-5BE3A6035D45}" dt="2026-08-26T09:33:54.709" v="10190" actId="1037"/>
        <pc:sldMkLst>
          <pc:docMk/>
          <pc:sldMk cId="4266840583" sldId="335"/>
        </pc:sldMkLst>
      </pc:sldChg>
      <pc:sldMasterChg chg="addSldLayout modSldLayout">
        <pc:chgData name="Santosh Prasad" userId="e876dc76-ed9d-4010-a5d5-12b3160ca658" providerId="ADAL" clId="{CC8C75E9-E337-4508-BE9B-5BE3A6035D45}" dt="2026-08-26T08:49:15.679" v="9374" actId="22"/>
        <pc:sldMasterMkLst>
          <pc:docMk/>
          <pc:sldMasterMk cId="2209977519" sldId="2147483648"/>
        </pc:sldMasterMkLst>
        <pc:sldLayoutChg chg="addSp delSp mod">
          <pc:chgData name="Santosh Prasad" userId="e876dc76-ed9d-4010-a5d5-12b3160ca658" providerId="ADAL" clId="{CC8C75E9-E337-4508-BE9B-5BE3A6035D45}" dt="2026-08-26T08:49:15.679" v="9374" actId="22"/>
          <pc:sldLayoutMkLst>
            <pc:docMk/>
            <pc:sldMasterMk cId="2209977519" sldId="2147483648"/>
            <pc:sldLayoutMk cId="1225958442" sldId="2147483660"/>
          </pc:sldLayoutMkLst>
          <pc:picChg chg="add">
            <ac:chgData name="Santosh Prasad" userId="e876dc76-ed9d-4010-a5d5-12b3160ca658" providerId="ADAL" clId="{CC8C75E9-E337-4508-BE9B-5BE3A6035D45}" dt="2026-08-26T08:49:15.679" v="9374" actId="22"/>
            <ac:picMkLst>
              <pc:docMk/>
              <pc:sldMasterMk cId="2209977519" sldId="2147483648"/>
              <pc:sldLayoutMk cId="1225958442" sldId="2147483660"/>
              <ac:picMk id="3" creationId="{05BC748F-C559-5072-3BA8-017130BF723A}"/>
            </ac:picMkLst>
          </pc:picChg>
        </pc:sldLayoutChg>
        <pc:sldLayoutChg chg="add mod modTransition">
          <pc:chgData name="Santosh Prasad" userId="e876dc76-ed9d-4010-a5d5-12b3160ca658" providerId="ADAL" clId="{CC8C75E9-E337-4508-BE9B-5BE3A6035D45}" dt="2026-08-25T07:08:39.950" v="10" actId="2890"/>
          <pc:sldLayoutMkLst>
            <pc:docMk/>
            <pc:sldMasterMk cId="2209977519" sldId="2147483648"/>
            <pc:sldLayoutMk cId="2453153665" sldId="2147483661"/>
          </pc:sldLayoutMkLst>
        </pc:sldLayoutChg>
        <pc:sldLayoutChg chg="addSp delSp modSp add mod modTransition">
          <pc:chgData name="Santosh Prasad" userId="e876dc76-ed9d-4010-a5d5-12b3160ca658" providerId="ADAL" clId="{CC8C75E9-E337-4508-BE9B-5BE3A6035D45}" dt="2026-08-25T07:08:55.128" v="16" actId="167"/>
          <pc:sldLayoutMkLst>
            <pc:docMk/>
            <pc:sldMasterMk cId="2209977519" sldId="2147483648"/>
            <pc:sldLayoutMk cId="2671681856" sldId="2147483662"/>
          </pc:sldLayoutMkLst>
          <pc:picChg chg="add mod ord">
            <ac:chgData name="Santosh Prasad" userId="e876dc76-ed9d-4010-a5d5-12b3160ca658" providerId="ADAL" clId="{CC8C75E9-E337-4508-BE9B-5BE3A6035D45}" dt="2026-08-25T07:08:55.128" v="16" actId="167"/>
            <ac:picMkLst>
              <pc:docMk/>
              <pc:sldMasterMk cId="2209977519" sldId="2147483648"/>
              <pc:sldLayoutMk cId="2671681856" sldId="2147483662"/>
              <ac:picMk id="3" creationId="{35A87584-40E4-75B5-3B41-26C51133EF5C}"/>
            </ac:picMkLst>
          </pc:picChg>
        </pc:sldLayoutChg>
      </pc:sldMasterChg>
    </pc:docChg>
  </pc:docChgLst>
  <pc:docChgLst>
    <pc:chgData name="Priyanka Salgar" userId="c77cf308-9cbd-4d4c-a9c1-b4e23ee9c890" providerId="ADAL" clId="{9B015188-C5CF-4C49-9151-ADAF620120E0}"/>
    <pc:docChg chg="undo custSel addSld delSld modSld sldOrd delMainMaster">
      <pc:chgData name="Priyanka Salgar" userId="c77cf308-9cbd-4d4c-a9c1-b4e23ee9c890" providerId="ADAL" clId="{9B015188-C5CF-4C49-9151-ADAF620120E0}" dt="2026-08-27T15:31:04.597" v="213" actId="20577"/>
      <pc:docMkLst>
        <pc:docMk/>
      </pc:docMkLst>
      <pc:sldChg chg="delSp modSp mod modNotesTx">
        <pc:chgData name="Priyanka Salgar" userId="c77cf308-9cbd-4d4c-a9c1-b4e23ee9c890" providerId="ADAL" clId="{9B015188-C5CF-4C49-9151-ADAF620120E0}" dt="2026-08-27T14:33:16.061" v="101" actId="1076"/>
        <pc:sldMkLst>
          <pc:docMk/>
          <pc:sldMk cId="0" sldId="258"/>
        </pc:sldMkLst>
        <pc:spChg chg="mod">
          <ac:chgData name="Priyanka Salgar" userId="c77cf308-9cbd-4d4c-a9c1-b4e23ee9c890" providerId="ADAL" clId="{9B015188-C5CF-4C49-9151-ADAF620120E0}" dt="2026-08-27T14:32:48.813" v="92" actId="255"/>
          <ac:spMkLst>
            <pc:docMk/>
            <pc:sldMk cId="0" sldId="258"/>
            <ac:spMk id="13" creationId="{3AF99542-A850-380C-B4FE-65B7C978E9DD}"/>
          </ac:spMkLst>
        </pc:spChg>
        <pc:spChg chg="mod">
          <ac:chgData name="Priyanka Salgar" userId="c77cf308-9cbd-4d4c-a9c1-b4e23ee9c890" providerId="ADAL" clId="{9B015188-C5CF-4C49-9151-ADAF620120E0}" dt="2026-08-27T14:33:13.276" v="100" actId="1076"/>
          <ac:spMkLst>
            <pc:docMk/>
            <pc:sldMk cId="0" sldId="258"/>
            <ac:spMk id="33" creationId="{0A99F75B-0868-F823-7FBF-12F01B4BB157}"/>
          </ac:spMkLst>
        </pc:spChg>
        <pc:spChg chg="mod">
          <ac:chgData name="Priyanka Salgar" userId="c77cf308-9cbd-4d4c-a9c1-b4e23ee9c890" providerId="ADAL" clId="{9B015188-C5CF-4C49-9151-ADAF620120E0}" dt="2026-08-27T14:33:16.061" v="101" actId="1076"/>
          <ac:spMkLst>
            <pc:docMk/>
            <pc:sldMk cId="0" sldId="258"/>
            <ac:spMk id="95" creationId="{1087BBF8-F7BD-667E-3053-CD72F600EBAD}"/>
          </ac:spMkLst>
        </pc:spChg>
        <pc:grpChg chg="mod">
          <ac:chgData name="Priyanka Salgar" userId="c77cf308-9cbd-4d4c-a9c1-b4e23ee9c890" providerId="ADAL" clId="{9B015188-C5CF-4C49-9151-ADAF620120E0}" dt="2026-08-27T14:32:55.873" v="93" actId="14100"/>
          <ac:grpSpMkLst>
            <pc:docMk/>
            <pc:sldMk cId="0" sldId="258"/>
            <ac:grpSpMk id="127" creationId="{FA15A392-C3AE-AFEF-8844-AE9B8C1CF319}"/>
          </ac:grpSpMkLst>
        </pc:grpChg>
        <pc:picChg chg="mod">
          <ac:chgData name="Priyanka Salgar" userId="c77cf308-9cbd-4d4c-a9c1-b4e23ee9c890" providerId="ADAL" clId="{9B015188-C5CF-4C49-9151-ADAF620120E0}" dt="2026-08-27T14:33:12.814" v="99" actId="1076"/>
          <ac:picMkLst>
            <pc:docMk/>
            <pc:sldMk cId="0" sldId="258"/>
            <ac:picMk id="98" creationId="{FBB634C9-7E84-301E-26AC-D0CC54EDC786}"/>
          </ac:picMkLst>
        </pc:picChg>
      </pc:sldChg>
      <pc:sldChg chg="delSp modSp mod modCm modNotesTx">
        <pc:chgData name="Priyanka Salgar" userId="c77cf308-9cbd-4d4c-a9c1-b4e23ee9c890" providerId="ADAL" clId="{9B015188-C5CF-4C49-9151-ADAF620120E0}" dt="2026-08-27T15:30:48.942" v="212" actId="20577"/>
        <pc:sldMkLst>
          <pc:docMk/>
          <pc:sldMk cId="3514214206" sldId="269"/>
        </pc:sldMkLst>
        <pc:extLst>
          <p:ext xmlns:p="http://schemas.openxmlformats.org/presentationml/2006/main" uri="{D6D511B9-2390-475A-947B-AFAB55BFBCF1}">
            <pc226:cmChg xmlns:pc226="http://schemas.microsoft.com/office/powerpoint/2022/06/main/command" chg="mod">
              <pc226:chgData name="Priyanka Salgar" userId="c77cf308-9cbd-4d4c-a9c1-b4e23ee9c890" providerId="ADAL" clId="{9B015188-C5CF-4C49-9151-ADAF620120E0}" dt="2026-08-26T06:53:38.702" v="12"/>
              <pc2:cmMkLst xmlns:pc2="http://schemas.microsoft.com/office/powerpoint/2019/9/main/command">
                <pc:docMk/>
                <pc:sldMk cId="3514214206" sldId="269"/>
                <pc2:cmMk id="{D25CEDCE-4980-4DD0-A802-49FBB68E48DC}"/>
              </pc2:cmMkLst>
            </pc226:cmChg>
          </p:ext>
        </pc:extLst>
      </pc:sldChg>
      <pc:sldChg chg="delSp modSp mod modNotesTx">
        <pc:chgData name="Priyanka Salgar" userId="c77cf308-9cbd-4d4c-a9c1-b4e23ee9c890" providerId="ADAL" clId="{9B015188-C5CF-4C49-9151-ADAF620120E0}" dt="2026-08-27T15:31:04.597" v="213" actId="20577"/>
        <pc:sldMkLst>
          <pc:docMk/>
          <pc:sldMk cId="378159588" sldId="330"/>
        </pc:sldMkLst>
        <pc:spChg chg="mod">
          <ac:chgData name="Priyanka Salgar" userId="c77cf308-9cbd-4d4c-a9c1-b4e23ee9c890" providerId="ADAL" clId="{9B015188-C5CF-4C49-9151-ADAF620120E0}" dt="2026-08-27T14:39:18.607" v="137" actId="255"/>
          <ac:spMkLst>
            <pc:docMk/>
            <pc:sldMk cId="378159588" sldId="330"/>
            <ac:spMk id="6" creationId="{3168FA2E-2E45-83B1-7762-5CC50CA7BD25}"/>
          </ac:spMkLst>
        </pc:spChg>
        <pc:spChg chg="mod">
          <ac:chgData name="Priyanka Salgar" userId="c77cf308-9cbd-4d4c-a9c1-b4e23ee9c890" providerId="ADAL" clId="{9B015188-C5CF-4C49-9151-ADAF620120E0}" dt="2026-08-27T14:43:15.412" v="157" actId="255"/>
          <ac:spMkLst>
            <pc:docMk/>
            <pc:sldMk cId="378159588" sldId="330"/>
            <ac:spMk id="12" creationId="{552EA193-8078-FC4F-E112-998D68D48475}"/>
          </ac:spMkLst>
        </pc:spChg>
        <pc:spChg chg="mod">
          <ac:chgData name="Priyanka Salgar" userId="c77cf308-9cbd-4d4c-a9c1-b4e23ee9c890" providerId="ADAL" clId="{9B015188-C5CF-4C49-9151-ADAF620120E0}" dt="2026-08-27T14:39:23.882" v="138" actId="255"/>
          <ac:spMkLst>
            <pc:docMk/>
            <pc:sldMk cId="378159588" sldId="330"/>
            <ac:spMk id="54" creationId="{42DB0C58-DD2B-5DC4-0185-9AC7BAC7A842}"/>
          </ac:spMkLst>
        </pc:spChg>
        <pc:spChg chg="mod">
          <ac:chgData name="Priyanka Salgar" userId="c77cf308-9cbd-4d4c-a9c1-b4e23ee9c890" providerId="ADAL" clId="{9B015188-C5CF-4C49-9151-ADAF620120E0}" dt="2026-08-27T14:42:24.013" v="152" actId="20577"/>
          <ac:spMkLst>
            <pc:docMk/>
            <pc:sldMk cId="378159588" sldId="330"/>
            <ac:spMk id="55" creationId="{AC15655C-FEAA-5449-70A1-F05EBA8F0218}"/>
          </ac:spMkLst>
        </pc:spChg>
        <pc:spChg chg="mod">
          <ac:chgData name="Priyanka Salgar" userId="c77cf308-9cbd-4d4c-a9c1-b4e23ee9c890" providerId="ADAL" clId="{9B015188-C5CF-4C49-9151-ADAF620120E0}" dt="2026-08-27T14:39:46.604" v="140" actId="255"/>
          <ac:spMkLst>
            <pc:docMk/>
            <pc:sldMk cId="378159588" sldId="330"/>
            <ac:spMk id="56" creationId="{9EA008F5-1F64-6168-C7D0-76C87DCC2495}"/>
          </ac:spMkLst>
        </pc:spChg>
        <pc:spChg chg="mod">
          <ac:chgData name="Priyanka Salgar" userId="c77cf308-9cbd-4d4c-a9c1-b4e23ee9c890" providerId="ADAL" clId="{9B015188-C5CF-4C49-9151-ADAF620120E0}" dt="2026-08-27T14:39:51.790" v="141" actId="255"/>
          <ac:spMkLst>
            <pc:docMk/>
            <pc:sldMk cId="378159588" sldId="330"/>
            <ac:spMk id="57" creationId="{02102D02-F080-2533-0589-BC90C863B988}"/>
          </ac:spMkLst>
        </pc:spChg>
        <pc:spChg chg="mod">
          <ac:chgData name="Priyanka Salgar" userId="c77cf308-9cbd-4d4c-a9c1-b4e23ee9c890" providerId="ADAL" clId="{9B015188-C5CF-4C49-9151-ADAF620120E0}" dt="2026-08-27T14:41:37.365" v="142" actId="255"/>
          <ac:spMkLst>
            <pc:docMk/>
            <pc:sldMk cId="378159588" sldId="330"/>
            <ac:spMk id="58" creationId="{DFA0B0DE-A25B-B1DC-3300-EFBB06C419BC}"/>
          </ac:spMkLst>
        </pc:spChg>
        <pc:spChg chg="mod">
          <ac:chgData name="Priyanka Salgar" userId="c77cf308-9cbd-4d4c-a9c1-b4e23ee9c890" providerId="ADAL" clId="{9B015188-C5CF-4C49-9151-ADAF620120E0}" dt="2026-08-27T14:41:42.448" v="143" actId="255"/>
          <ac:spMkLst>
            <pc:docMk/>
            <pc:sldMk cId="378159588" sldId="330"/>
            <ac:spMk id="59" creationId="{4CF640EE-71A4-9240-06B2-78B63EDEFE8F}"/>
          </ac:spMkLst>
        </pc:spChg>
        <pc:spChg chg="mod">
          <ac:chgData name="Priyanka Salgar" userId="c77cf308-9cbd-4d4c-a9c1-b4e23ee9c890" providerId="ADAL" clId="{9B015188-C5CF-4C49-9151-ADAF620120E0}" dt="2026-08-27T14:42:40.356" v="155" actId="255"/>
          <ac:spMkLst>
            <pc:docMk/>
            <pc:sldMk cId="378159588" sldId="330"/>
            <ac:spMk id="78" creationId="{6BE75F58-6672-7896-BFE2-4DBF061FF439}"/>
          </ac:spMkLst>
        </pc:spChg>
        <pc:spChg chg="mod">
          <ac:chgData name="Priyanka Salgar" userId="c77cf308-9cbd-4d4c-a9c1-b4e23ee9c890" providerId="ADAL" clId="{9B015188-C5CF-4C49-9151-ADAF620120E0}" dt="2026-08-27T14:44:55.662" v="166" actId="255"/>
          <ac:spMkLst>
            <pc:docMk/>
            <pc:sldMk cId="378159588" sldId="330"/>
            <ac:spMk id="108" creationId="{82186619-FCDC-84C1-E6BB-26771E741861}"/>
          </ac:spMkLst>
        </pc:spChg>
        <pc:spChg chg="mod">
          <ac:chgData name="Priyanka Salgar" userId="c77cf308-9cbd-4d4c-a9c1-b4e23ee9c890" providerId="ADAL" clId="{9B015188-C5CF-4C49-9151-ADAF620120E0}" dt="2026-08-27T14:44:46.223" v="165" actId="255"/>
          <ac:spMkLst>
            <pc:docMk/>
            <pc:sldMk cId="378159588" sldId="330"/>
            <ac:spMk id="109" creationId="{1FD112AC-3B1D-6EB8-F303-234AEB3251A3}"/>
          </ac:spMkLst>
        </pc:spChg>
        <pc:spChg chg="mod">
          <ac:chgData name="Priyanka Salgar" userId="c77cf308-9cbd-4d4c-a9c1-b4e23ee9c890" providerId="ADAL" clId="{9B015188-C5CF-4C49-9151-ADAF620120E0}" dt="2026-08-27T14:44:02.447" v="161" actId="14100"/>
          <ac:spMkLst>
            <pc:docMk/>
            <pc:sldMk cId="378159588" sldId="330"/>
            <ac:spMk id="118" creationId="{286B33AD-0670-D540-4034-6150F938C633}"/>
          </ac:spMkLst>
        </pc:spChg>
        <pc:spChg chg="mod">
          <ac:chgData name="Priyanka Salgar" userId="c77cf308-9cbd-4d4c-a9c1-b4e23ee9c890" providerId="ADAL" clId="{9B015188-C5CF-4C49-9151-ADAF620120E0}" dt="2026-08-27T14:44:16.764" v="163" actId="1076"/>
          <ac:spMkLst>
            <pc:docMk/>
            <pc:sldMk cId="378159588" sldId="330"/>
            <ac:spMk id="119" creationId="{083755E2-362E-2693-2945-2BA6B3114D0C}"/>
          </ac:spMkLst>
        </pc:spChg>
        <pc:spChg chg="mod">
          <ac:chgData name="Priyanka Salgar" userId="c77cf308-9cbd-4d4c-a9c1-b4e23ee9c890" providerId="ADAL" clId="{9B015188-C5CF-4C49-9151-ADAF620120E0}" dt="2026-08-27T14:44:20.747" v="164" actId="1076"/>
          <ac:spMkLst>
            <pc:docMk/>
            <pc:sldMk cId="378159588" sldId="330"/>
            <ac:spMk id="120" creationId="{54AD5675-992A-2942-A76B-7A08712EBADE}"/>
          </ac:spMkLst>
        </pc:spChg>
        <pc:spChg chg="mod">
          <ac:chgData name="Priyanka Salgar" userId="c77cf308-9cbd-4d4c-a9c1-b4e23ee9c890" providerId="ADAL" clId="{9B015188-C5CF-4C49-9151-ADAF620120E0}" dt="2026-08-27T14:44:02.447" v="161" actId="14100"/>
          <ac:spMkLst>
            <pc:docMk/>
            <pc:sldMk cId="378159588" sldId="330"/>
            <ac:spMk id="121" creationId="{6C719BFA-0BA6-9081-48F0-EBF47CE8D3C6}"/>
          </ac:spMkLst>
        </pc:spChg>
        <pc:spChg chg="mod">
          <ac:chgData name="Priyanka Salgar" userId="c77cf308-9cbd-4d4c-a9c1-b4e23ee9c890" providerId="ADAL" clId="{9B015188-C5CF-4C49-9151-ADAF620120E0}" dt="2026-08-27T14:44:10.813" v="162" actId="1076"/>
          <ac:spMkLst>
            <pc:docMk/>
            <pc:sldMk cId="378159588" sldId="330"/>
            <ac:spMk id="122" creationId="{EC04ECC7-D566-2EFA-BF7B-E5DF0DD991F7}"/>
          </ac:spMkLst>
        </pc:spChg>
        <pc:spChg chg="mod">
          <ac:chgData name="Priyanka Salgar" userId="c77cf308-9cbd-4d4c-a9c1-b4e23ee9c890" providerId="ADAL" clId="{9B015188-C5CF-4C49-9151-ADAF620120E0}" dt="2026-08-27T14:43:15.412" v="157" actId="255"/>
          <ac:spMkLst>
            <pc:docMk/>
            <pc:sldMk cId="378159588" sldId="330"/>
            <ac:spMk id="143" creationId="{463500D8-6555-7E04-F0FE-B710A5E14548}"/>
          </ac:spMkLst>
        </pc:spChg>
        <pc:spChg chg="mod">
          <ac:chgData name="Priyanka Salgar" userId="c77cf308-9cbd-4d4c-a9c1-b4e23ee9c890" providerId="ADAL" clId="{9B015188-C5CF-4C49-9151-ADAF620120E0}" dt="2026-08-27T14:43:15.412" v="157" actId="255"/>
          <ac:spMkLst>
            <pc:docMk/>
            <pc:sldMk cId="378159588" sldId="330"/>
            <ac:spMk id="145" creationId="{4105F26B-B2A0-0FB7-E38C-D63314AD76E4}"/>
          </ac:spMkLst>
        </pc:spChg>
        <pc:spChg chg="mod">
          <ac:chgData name="Priyanka Salgar" userId="c77cf308-9cbd-4d4c-a9c1-b4e23ee9c890" providerId="ADAL" clId="{9B015188-C5CF-4C49-9151-ADAF620120E0}" dt="2026-08-27T14:43:37.388" v="159" actId="255"/>
          <ac:spMkLst>
            <pc:docMk/>
            <pc:sldMk cId="378159588" sldId="330"/>
            <ac:spMk id="146" creationId="{66CE8A27-582D-9D7A-1700-9F9D002EA73B}"/>
          </ac:spMkLst>
        </pc:spChg>
        <pc:spChg chg="mod">
          <ac:chgData name="Priyanka Salgar" userId="c77cf308-9cbd-4d4c-a9c1-b4e23ee9c890" providerId="ADAL" clId="{9B015188-C5CF-4C49-9151-ADAF620120E0}" dt="2026-08-27T14:43:24.727" v="158" actId="255"/>
          <ac:spMkLst>
            <pc:docMk/>
            <pc:sldMk cId="378159588" sldId="330"/>
            <ac:spMk id="147" creationId="{7FBC8E6E-B949-1412-1B18-EC4545106C23}"/>
          </ac:spMkLst>
        </pc:spChg>
        <pc:spChg chg="mod">
          <ac:chgData name="Priyanka Salgar" userId="c77cf308-9cbd-4d4c-a9c1-b4e23ee9c890" providerId="ADAL" clId="{9B015188-C5CF-4C49-9151-ADAF620120E0}" dt="2026-08-27T14:43:15.412" v="157" actId="255"/>
          <ac:spMkLst>
            <pc:docMk/>
            <pc:sldMk cId="378159588" sldId="330"/>
            <ac:spMk id="150" creationId="{34C8E56E-587B-78AC-37FD-13767680B5C4}"/>
          </ac:spMkLst>
        </pc:spChg>
        <pc:spChg chg="mod">
          <ac:chgData name="Priyanka Salgar" userId="c77cf308-9cbd-4d4c-a9c1-b4e23ee9c890" providerId="ADAL" clId="{9B015188-C5CF-4C49-9151-ADAF620120E0}" dt="2026-08-27T14:43:24.727" v="158" actId="255"/>
          <ac:spMkLst>
            <pc:docMk/>
            <pc:sldMk cId="378159588" sldId="330"/>
            <ac:spMk id="152" creationId="{C008524F-1BC7-2A20-E2B5-C88144D1CB5D}"/>
          </ac:spMkLst>
        </pc:spChg>
        <pc:spChg chg="mod">
          <ac:chgData name="Priyanka Salgar" userId="c77cf308-9cbd-4d4c-a9c1-b4e23ee9c890" providerId="ADAL" clId="{9B015188-C5CF-4C49-9151-ADAF620120E0}" dt="2026-08-27T14:43:24.727" v="158" actId="255"/>
          <ac:spMkLst>
            <pc:docMk/>
            <pc:sldMk cId="378159588" sldId="330"/>
            <ac:spMk id="153" creationId="{9945BC84-6CD0-4475-F098-944B897703AC}"/>
          </ac:spMkLst>
        </pc:spChg>
        <pc:spChg chg="mod">
          <ac:chgData name="Priyanka Salgar" userId="c77cf308-9cbd-4d4c-a9c1-b4e23ee9c890" providerId="ADAL" clId="{9B015188-C5CF-4C49-9151-ADAF620120E0}" dt="2026-08-27T14:43:24.727" v="158" actId="255"/>
          <ac:spMkLst>
            <pc:docMk/>
            <pc:sldMk cId="378159588" sldId="330"/>
            <ac:spMk id="154" creationId="{8DD7A26B-D3DC-27F4-9285-D4C758E0DEBF}"/>
          </ac:spMkLst>
        </pc:spChg>
        <pc:spChg chg="mod">
          <ac:chgData name="Priyanka Salgar" userId="c77cf308-9cbd-4d4c-a9c1-b4e23ee9c890" providerId="ADAL" clId="{9B015188-C5CF-4C49-9151-ADAF620120E0}" dt="2026-08-27T14:43:24.727" v="158" actId="255"/>
          <ac:spMkLst>
            <pc:docMk/>
            <pc:sldMk cId="378159588" sldId="330"/>
            <ac:spMk id="155" creationId="{F7986E84-FA5A-8FFB-C1C9-4CCF4ACB779D}"/>
          </ac:spMkLst>
        </pc:spChg>
        <pc:spChg chg="mod">
          <ac:chgData name="Priyanka Salgar" userId="c77cf308-9cbd-4d4c-a9c1-b4e23ee9c890" providerId="ADAL" clId="{9B015188-C5CF-4C49-9151-ADAF620120E0}" dt="2026-08-27T14:43:24.727" v="158" actId="255"/>
          <ac:spMkLst>
            <pc:docMk/>
            <pc:sldMk cId="378159588" sldId="330"/>
            <ac:spMk id="156" creationId="{B83F724B-9E53-E978-9131-24E820D2C200}"/>
          </ac:spMkLst>
        </pc:spChg>
      </pc:sldChg>
      <pc:sldChg chg="addSp delSp modSp mod modNotesTx">
        <pc:chgData name="Priyanka Salgar" userId="c77cf308-9cbd-4d4c-a9c1-b4e23ee9c890" providerId="ADAL" clId="{9B015188-C5CF-4C49-9151-ADAF620120E0}" dt="2026-08-27T14:32:23.940" v="88" actId="20577"/>
        <pc:sldMkLst>
          <pc:docMk/>
          <pc:sldMk cId="2681872425" sldId="332"/>
        </pc:sldMkLst>
        <pc:spChg chg="add mod">
          <ac:chgData name="Priyanka Salgar" userId="c77cf308-9cbd-4d4c-a9c1-b4e23ee9c890" providerId="ADAL" clId="{9B015188-C5CF-4C49-9151-ADAF620120E0}" dt="2026-08-27T14:31:00.180" v="81" actId="571"/>
          <ac:spMkLst>
            <pc:docMk/>
            <pc:sldMk cId="2681872425" sldId="332"/>
            <ac:spMk id="3" creationId="{1DA21DA7-4A16-DAE1-8DFF-AF3EC888C4AF}"/>
          </ac:spMkLst>
        </pc:spChg>
        <pc:spChg chg="mod">
          <ac:chgData name="Priyanka Salgar" userId="c77cf308-9cbd-4d4c-a9c1-b4e23ee9c890" providerId="ADAL" clId="{9B015188-C5CF-4C49-9151-ADAF620120E0}" dt="2026-08-27T14:29:57.825" v="73" actId="255"/>
          <ac:spMkLst>
            <pc:docMk/>
            <pc:sldMk cId="2681872425" sldId="332"/>
            <ac:spMk id="4" creationId="{6D6F91FE-CB0F-8A59-90C1-8C1ADC4F15C0}"/>
          </ac:spMkLst>
        </pc:spChg>
        <pc:spChg chg="add mod">
          <ac:chgData name="Priyanka Salgar" userId="c77cf308-9cbd-4d4c-a9c1-b4e23ee9c890" providerId="ADAL" clId="{9B015188-C5CF-4C49-9151-ADAF620120E0}" dt="2026-08-27T14:31:00.180" v="81" actId="571"/>
          <ac:spMkLst>
            <pc:docMk/>
            <pc:sldMk cId="2681872425" sldId="332"/>
            <ac:spMk id="5" creationId="{F8C05B51-6EBE-5EB2-FB55-B4AD9ACA9A78}"/>
          </ac:spMkLst>
        </pc:spChg>
        <pc:spChg chg="mod">
          <ac:chgData name="Priyanka Salgar" userId="c77cf308-9cbd-4d4c-a9c1-b4e23ee9c890" providerId="ADAL" clId="{9B015188-C5CF-4C49-9151-ADAF620120E0}" dt="2026-08-27T14:31:21.051" v="83" actId="255"/>
          <ac:spMkLst>
            <pc:docMk/>
            <pc:sldMk cId="2681872425" sldId="332"/>
            <ac:spMk id="6" creationId="{8E52A532-2D3F-DCC1-11DF-9FFEE3FFBDB7}"/>
          </ac:spMkLst>
        </pc:spChg>
        <pc:spChg chg="mod">
          <ac:chgData name="Priyanka Salgar" userId="c77cf308-9cbd-4d4c-a9c1-b4e23ee9c890" providerId="ADAL" clId="{9B015188-C5CF-4C49-9151-ADAF620120E0}" dt="2026-08-27T14:31:21.051" v="83" actId="255"/>
          <ac:spMkLst>
            <pc:docMk/>
            <pc:sldMk cId="2681872425" sldId="332"/>
            <ac:spMk id="11" creationId="{CAD9C4AB-D789-FF7C-ADB0-7B3DAA9B2084}"/>
          </ac:spMkLst>
        </pc:spChg>
        <pc:spChg chg="mod">
          <ac:chgData name="Priyanka Salgar" userId="c77cf308-9cbd-4d4c-a9c1-b4e23ee9c890" providerId="ADAL" clId="{9B015188-C5CF-4C49-9151-ADAF620120E0}" dt="2026-08-27T14:31:21.051" v="83" actId="255"/>
          <ac:spMkLst>
            <pc:docMk/>
            <pc:sldMk cId="2681872425" sldId="332"/>
            <ac:spMk id="13" creationId="{E9268271-17D0-F3D1-4811-ED3673C61F47}"/>
          </ac:spMkLst>
        </pc:spChg>
        <pc:spChg chg="mod">
          <ac:chgData name="Priyanka Salgar" userId="c77cf308-9cbd-4d4c-a9c1-b4e23ee9c890" providerId="ADAL" clId="{9B015188-C5CF-4C49-9151-ADAF620120E0}" dt="2026-08-27T14:29:12.222" v="71" actId="255"/>
          <ac:spMkLst>
            <pc:docMk/>
            <pc:sldMk cId="2681872425" sldId="332"/>
            <ac:spMk id="14" creationId="{921957AC-B038-AE93-79F7-C39541AE5655}"/>
          </ac:spMkLst>
        </pc:spChg>
        <pc:spChg chg="mod">
          <ac:chgData name="Priyanka Salgar" userId="c77cf308-9cbd-4d4c-a9c1-b4e23ee9c890" providerId="ADAL" clId="{9B015188-C5CF-4C49-9151-ADAF620120E0}" dt="2026-08-27T14:31:21.051" v="83" actId="255"/>
          <ac:spMkLst>
            <pc:docMk/>
            <pc:sldMk cId="2681872425" sldId="332"/>
            <ac:spMk id="15" creationId="{34357D96-4131-468C-7188-DF640CFA9CE5}"/>
          </ac:spMkLst>
        </pc:spChg>
        <pc:spChg chg="mod">
          <ac:chgData name="Priyanka Salgar" userId="c77cf308-9cbd-4d4c-a9c1-b4e23ee9c890" providerId="ADAL" clId="{9B015188-C5CF-4C49-9151-ADAF620120E0}" dt="2026-08-27T14:31:21.051" v="83" actId="255"/>
          <ac:spMkLst>
            <pc:docMk/>
            <pc:sldMk cId="2681872425" sldId="332"/>
            <ac:spMk id="17" creationId="{8D1CAC06-419D-4DAC-6C3C-F64AFFF35FF3}"/>
          </ac:spMkLst>
        </pc:spChg>
        <pc:spChg chg="mod">
          <ac:chgData name="Priyanka Salgar" userId="c77cf308-9cbd-4d4c-a9c1-b4e23ee9c890" providerId="ADAL" clId="{9B015188-C5CF-4C49-9151-ADAF620120E0}" dt="2026-08-27T14:30:46.811" v="79" actId="255"/>
          <ac:spMkLst>
            <pc:docMk/>
            <pc:sldMk cId="2681872425" sldId="332"/>
            <ac:spMk id="18" creationId="{F6C711A7-96FE-BFFC-B714-11CD6D2C50A5}"/>
          </ac:spMkLst>
        </pc:spChg>
        <pc:spChg chg="mod">
          <ac:chgData name="Priyanka Salgar" userId="c77cf308-9cbd-4d4c-a9c1-b4e23ee9c890" providerId="ADAL" clId="{9B015188-C5CF-4C49-9151-ADAF620120E0}" dt="2026-08-27T14:29:57.825" v="73" actId="255"/>
          <ac:spMkLst>
            <pc:docMk/>
            <pc:sldMk cId="2681872425" sldId="332"/>
            <ac:spMk id="20" creationId="{D2BB358C-A984-674B-D3BD-7798746CECAB}"/>
          </ac:spMkLst>
        </pc:spChg>
        <pc:spChg chg="mod">
          <ac:chgData name="Priyanka Salgar" userId="c77cf308-9cbd-4d4c-a9c1-b4e23ee9c890" providerId="ADAL" clId="{9B015188-C5CF-4C49-9151-ADAF620120E0}" dt="2026-08-27T14:30:22.761" v="77" actId="14100"/>
          <ac:spMkLst>
            <pc:docMk/>
            <pc:sldMk cId="2681872425" sldId="332"/>
            <ac:spMk id="21" creationId="{C8CC7434-5659-B97B-7D29-D31EB4A1B6DC}"/>
          </ac:spMkLst>
        </pc:spChg>
        <pc:spChg chg="mod">
          <ac:chgData name="Priyanka Salgar" userId="c77cf308-9cbd-4d4c-a9c1-b4e23ee9c890" providerId="ADAL" clId="{9B015188-C5CF-4C49-9151-ADAF620120E0}" dt="2026-08-27T14:29:12.222" v="71" actId="255"/>
          <ac:spMkLst>
            <pc:docMk/>
            <pc:sldMk cId="2681872425" sldId="332"/>
            <ac:spMk id="23" creationId="{5C3A9318-85D6-6E95-9A1B-78B8E1399A14}"/>
          </ac:spMkLst>
        </pc:spChg>
        <pc:spChg chg="mod">
          <ac:chgData name="Priyanka Salgar" userId="c77cf308-9cbd-4d4c-a9c1-b4e23ee9c890" providerId="ADAL" clId="{9B015188-C5CF-4C49-9151-ADAF620120E0}" dt="2026-08-27T14:29:35.528" v="72" actId="255"/>
          <ac:spMkLst>
            <pc:docMk/>
            <pc:sldMk cId="2681872425" sldId="332"/>
            <ac:spMk id="25" creationId="{E9B3929F-52C8-3D0B-C1A2-A9D42392712A}"/>
          </ac:spMkLst>
        </pc:spChg>
        <pc:spChg chg="mod">
          <ac:chgData name="Priyanka Salgar" userId="c77cf308-9cbd-4d4c-a9c1-b4e23ee9c890" providerId="ADAL" clId="{9B015188-C5CF-4C49-9151-ADAF620120E0}" dt="2026-08-27T14:30:46.811" v="79" actId="255"/>
          <ac:spMkLst>
            <pc:docMk/>
            <pc:sldMk cId="2681872425" sldId="332"/>
            <ac:spMk id="26" creationId="{856890DD-A7CD-38DB-0973-9E99DE0DBE4E}"/>
          </ac:spMkLst>
        </pc:spChg>
        <pc:spChg chg="mod">
          <ac:chgData name="Priyanka Salgar" userId="c77cf308-9cbd-4d4c-a9c1-b4e23ee9c890" providerId="ADAL" clId="{9B015188-C5CF-4C49-9151-ADAF620120E0}" dt="2026-08-27T14:29:35.528" v="72" actId="255"/>
          <ac:spMkLst>
            <pc:docMk/>
            <pc:sldMk cId="2681872425" sldId="332"/>
            <ac:spMk id="27" creationId="{8A71B5AC-1336-A1A9-6C52-C62E90B9CB31}"/>
          </ac:spMkLst>
        </pc:spChg>
        <pc:spChg chg="mod">
          <ac:chgData name="Priyanka Salgar" userId="c77cf308-9cbd-4d4c-a9c1-b4e23ee9c890" providerId="ADAL" clId="{9B015188-C5CF-4C49-9151-ADAF620120E0}" dt="2026-08-27T14:29:35.528" v="72" actId="255"/>
          <ac:spMkLst>
            <pc:docMk/>
            <pc:sldMk cId="2681872425" sldId="332"/>
            <ac:spMk id="29" creationId="{FD5F5E84-718D-8910-3C17-49476423A620}"/>
          </ac:spMkLst>
        </pc:spChg>
        <pc:spChg chg="mod">
          <ac:chgData name="Priyanka Salgar" userId="c77cf308-9cbd-4d4c-a9c1-b4e23ee9c890" providerId="ADAL" clId="{9B015188-C5CF-4C49-9151-ADAF620120E0}" dt="2026-08-27T14:29:57.825" v="73" actId="255"/>
          <ac:spMkLst>
            <pc:docMk/>
            <pc:sldMk cId="2681872425" sldId="332"/>
            <ac:spMk id="30" creationId="{94821CD0-795F-9DCA-6140-D2EC90320342}"/>
          </ac:spMkLst>
        </pc:spChg>
        <pc:spChg chg="mod">
          <ac:chgData name="Priyanka Salgar" userId="c77cf308-9cbd-4d4c-a9c1-b4e23ee9c890" providerId="ADAL" clId="{9B015188-C5CF-4C49-9151-ADAF620120E0}" dt="2026-08-27T14:29:12.222" v="71" actId="255"/>
          <ac:spMkLst>
            <pc:docMk/>
            <pc:sldMk cId="2681872425" sldId="332"/>
            <ac:spMk id="31" creationId="{F01C00CC-359B-FC5A-4945-C7D212D16E92}"/>
          </ac:spMkLst>
        </pc:spChg>
        <pc:spChg chg="mod">
          <ac:chgData name="Priyanka Salgar" userId="c77cf308-9cbd-4d4c-a9c1-b4e23ee9c890" providerId="ADAL" clId="{9B015188-C5CF-4C49-9151-ADAF620120E0}" dt="2026-08-27T14:30:31.792" v="78" actId="1076"/>
          <ac:spMkLst>
            <pc:docMk/>
            <pc:sldMk cId="2681872425" sldId="332"/>
            <ac:spMk id="32" creationId="{BE3ECE65-F9F0-C391-484F-CF36D9299346}"/>
          </ac:spMkLst>
        </pc:spChg>
        <pc:spChg chg="mod">
          <ac:chgData name="Priyanka Salgar" userId="c77cf308-9cbd-4d4c-a9c1-b4e23ee9c890" providerId="ADAL" clId="{9B015188-C5CF-4C49-9151-ADAF620120E0}" dt="2026-08-27T14:30:46.811" v="79" actId="255"/>
          <ac:spMkLst>
            <pc:docMk/>
            <pc:sldMk cId="2681872425" sldId="332"/>
            <ac:spMk id="33" creationId="{3C18E0C1-61BF-1C45-C168-B15D2F82578E}"/>
          </ac:spMkLst>
        </pc:spChg>
        <pc:spChg chg="mod">
          <ac:chgData name="Priyanka Salgar" userId="c77cf308-9cbd-4d4c-a9c1-b4e23ee9c890" providerId="ADAL" clId="{9B015188-C5CF-4C49-9151-ADAF620120E0}" dt="2026-08-27T14:29:12.222" v="71" actId="255"/>
          <ac:spMkLst>
            <pc:docMk/>
            <pc:sldMk cId="2681872425" sldId="332"/>
            <ac:spMk id="34" creationId="{AE0AB92E-E474-4B72-E70E-E50E48EF31C6}"/>
          </ac:spMkLst>
        </pc:spChg>
        <pc:spChg chg="mod">
          <ac:chgData name="Priyanka Salgar" userId="c77cf308-9cbd-4d4c-a9c1-b4e23ee9c890" providerId="ADAL" clId="{9B015188-C5CF-4C49-9151-ADAF620120E0}" dt="2026-08-27T14:29:57.825" v="73" actId="255"/>
          <ac:spMkLst>
            <pc:docMk/>
            <pc:sldMk cId="2681872425" sldId="332"/>
            <ac:spMk id="35" creationId="{9D9A0EDA-F1D5-AA25-93EE-587BC8CF24DE}"/>
          </ac:spMkLst>
        </pc:spChg>
        <pc:spChg chg="mod">
          <ac:chgData name="Priyanka Salgar" userId="c77cf308-9cbd-4d4c-a9c1-b4e23ee9c890" providerId="ADAL" clId="{9B015188-C5CF-4C49-9151-ADAF620120E0}" dt="2026-08-27T14:29:12.222" v="71" actId="255"/>
          <ac:spMkLst>
            <pc:docMk/>
            <pc:sldMk cId="2681872425" sldId="332"/>
            <ac:spMk id="37" creationId="{EFC3F3A1-E132-F67F-7F4D-00D2845708DD}"/>
          </ac:spMkLst>
        </pc:spChg>
        <pc:spChg chg="mod">
          <ac:chgData name="Priyanka Salgar" userId="c77cf308-9cbd-4d4c-a9c1-b4e23ee9c890" providerId="ADAL" clId="{9B015188-C5CF-4C49-9151-ADAF620120E0}" dt="2026-08-27T14:30:46.811" v="79" actId="255"/>
          <ac:spMkLst>
            <pc:docMk/>
            <pc:sldMk cId="2681872425" sldId="332"/>
            <ac:spMk id="38" creationId="{DD7A85E7-DF94-83C3-569F-FABCC16CA37D}"/>
          </ac:spMkLst>
        </pc:spChg>
        <pc:spChg chg="mod">
          <ac:chgData name="Priyanka Salgar" userId="c77cf308-9cbd-4d4c-a9c1-b4e23ee9c890" providerId="ADAL" clId="{9B015188-C5CF-4C49-9151-ADAF620120E0}" dt="2026-08-27T14:30:46.811" v="79" actId="255"/>
          <ac:spMkLst>
            <pc:docMk/>
            <pc:sldMk cId="2681872425" sldId="332"/>
            <ac:spMk id="39" creationId="{2A0F8A37-135D-C38A-1918-D2C9893D1C34}"/>
          </ac:spMkLst>
        </pc:spChg>
        <pc:spChg chg="mod">
          <ac:chgData name="Priyanka Salgar" userId="c77cf308-9cbd-4d4c-a9c1-b4e23ee9c890" providerId="ADAL" clId="{9B015188-C5CF-4C49-9151-ADAF620120E0}" dt="2026-08-27T14:29:57.825" v="73" actId="255"/>
          <ac:spMkLst>
            <pc:docMk/>
            <pc:sldMk cId="2681872425" sldId="332"/>
            <ac:spMk id="42" creationId="{59C69692-7089-004D-877A-653AED4F4359}"/>
          </ac:spMkLst>
        </pc:spChg>
        <pc:spChg chg="mod">
          <ac:chgData name="Priyanka Salgar" userId="c77cf308-9cbd-4d4c-a9c1-b4e23ee9c890" providerId="ADAL" clId="{9B015188-C5CF-4C49-9151-ADAF620120E0}" dt="2026-08-27T14:29:12.222" v="71" actId="255"/>
          <ac:spMkLst>
            <pc:docMk/>
            <pc:sldMk cId="2681872425" sldId="332"/>
            <ac:spMk id="44" creationId="{949C9930-52FE-E5EA-363D-334036FA6282}"/>
          </ac:spMkLst>
        </pc:spChg>
        <pc:spChg chg="mod">
          <ac:chgData name="Priyanka Salgar" userId="c77cf308-9cbd-4d4c-a9c1-b4e23ee9c890" providerId="ADAL" clId="{9B015188-C5CF-4C49-9151-ADAF620120E0}" dt="2026-08-27T14:30:46.811" v="79" actId="255"/>
          <ac:spMkLst>
            <pc:docMk/>
            <pc:sldMk cId="2681872425" sldId="332"/>
            <ac:spMk id="46" creationId="{7AAF0326-C39C-DF3B-2300-FC5EC7BCDE92}"/>
          </ac:spMkLst>
        </pc:spChg>
        <pc:spChg chg="mod">
          <ac:chgData name="Priyanka Salgar" userId="c77cf308-9cbd-4d4c-a9c1-b4e23ee9c890" providerId="ADAL" clId="{9B015188-C5CF-4C49-9151-ADAF620120E0}" dt="2026-08-27T14:29:57.825" v="73" actId="255"/>
          <ac:spMkLst>
            <pc:docMk/>
            <pc:sldMk cId="2681872425" sldId="332"/>
            <ac:spMk id="48" creationId="{EFB2D3A1-29BD-2AA2-631C-C21359D8FB39}"/>
          </ac:spMkLst>
        </pc:spChg>
        <pc:spChg chg="mod">
          <ac:chgData name="Priyanka Salgar" userId="c77cf308-9cbd-4d4c-a9c1-b4e23ee9c890" providerId="ADAL" clId="{9B015188-C5CF-4C49-9151-ADAF620120E0}" dt="2026-08-27T14:22:53.696" v="70" actId="255"/>
          <ac:spMkLst>
            <pc:docMk/>
            <pc:sldMk cId="2681872425" sldId="332"/>
            <ac:spMk id="67" creationId="{92475DC6-D892-3D42-6927-16CD77330503}"/>
          </ac:spMkLst>
        </pc:spChg>
        <pc:grpChg chg="mod">
          <ac:chgData name="Priyanka Salgar" userId="c77cf308-9cbd-4d4c-a9c1-b4e23ee9c890" providerId="ADAL" clId="{9B015188-C5CF-4C49-9151-ADAF620120E0}" dt="2026-08-27T14:31:00.180" v="81" actId="571"/>
          <ac:grpSpMkLst>
            <pc:docMk/>
            <pc:sldMk cId="2681872425" sldId="332"/>
            <ac:grpSpMk id="2" creationId="{E0D08840-62D7-9B1C-790F-529E3C13DFB2}"/>
          </ac:grpSpMkLst>
        </pc:grpChg>
      </pc:sldChg>
      <pc:sldChg chg="delSp modSp mod modNotesTx">
        <pc:chgData name="Priyanka Salgar" userId="c77cf308-9cbd-4d4c-a9c1-b4e23ee9c890" providerId="ADAL" clId="{9B015188-C5CF-4C49-9151-ADAF620120E0}" dt="2026-08-27T14:22:16.841" v="67" actId="1076"/>
        <pc:sldMkLst>
          <pc:docMk/>
          <pc:sldMk cId="2599688549" sldId="333"/>
        </pc:sldMkLst>
        <pc:spChg chg="mod">
          <ac:chgData name="Priyanka Salgar" userId="c77cf308-9cbd-4d4c-a9c1-b4e23ee9c890" providerId="ADAL" clId="{9B015188-C5CF-4C49-9151-ADAF620120E0}" dt="2026-08-27T14:22:09.987" v="66" actId="14100"/>
          <ac:spMkLst>
            <pc:docMk/>
            <pc:sldMk cId="2599688549" sldId="333"/>
            <ac:spMk id="16" creationId="{7770B4D5-7558-68CB-26B3-6961A6C159BE}"/>
          </ac:spMkLst>
        </pc:spChg>
        <pc:cxnChg chg="mod">
          <ac:chgData name="Priyanka Salgar" userId="c77cf308-9cbd-4d4c-a9c1-b4e23ee9c890" providerId="ADAL" clId="{9B015188-C5CF-4C49-9151-ADAF620120E0}" dt="2026-08-27T14:22:16.841" v="67" actId="1076"/>
          <ac:cxnSpMkLst>
            <pc:docMk/>
            <pc:sldMk cId="2599688549" sldId="333"/>
            <ac:cxnSpMk id="147" creationId="{5E770562-9BC2-9729-417C-E45E25F1B300}"/>
          </ac:cxnSpMkLst>
        </pc:cxnChg>
        <pc:cxnChg chg="del">
          <ac:chgData name="Priyanka Salgar" userId="c77cf308-9cbd-4d4c-a9c1-b4e23ee9c890" providerId="ADAL" clId="{9B015188-C5CF-4C49-9151-ADAF620120E0}" dt="2026-08-27T14:22:06.405" v="65" actId="478"/>
          <ac:cxnSpMkLst>
            <pc:docMk/>
            <pc:sldMk cId="2599688549" sldId="333"/>
            <ac:cxnSpMk id="150" creationId="{9C8E83FE-AC3E-0906-C0F3-673936F11995}"/>
          </ac:cxnSpMkLst>
        </pc:cxnChg>
      </pc:sldChg>
      <pc:sldChg chg="addSp delSp modSp add mod ord modNotesTx">
        <pc:chgData name="Priyanka Salgar" userId="c77cf308-9cbd-4d4c-a9c1-b4e23ee9c890" providerId="ADAL" clId="{9B015188-C5CF-4C49-9151-ADAF620120E0}" dt="2026-08-27T15:07:02.179" v="211" actId="255"/>
        <pc:sldMkLst>
          <pc:docMk/>
          <pc:sldMk cId="4266840583" sldId="335"/>
        </pc:sldMkLst>
        <pc:spChg chg="mod">
          <ac:chgData name="Priyanka Salgar" userId="c77cf308-9cbd-4d4c-a9c1-b4e23ee9c890" providerId="ADAL" clId="{9B015188-C5CF-4C49-9151-ADAF620120E0}" dt="2026-08-27T15:06:42.450" v="208" actId="255"/>
          <ac:spMkLst>
            <pc:docMk/>
            <pc:sldMk cId="4266840583" sldId="335"/>
            <ac:spMk id="5" creationId="{155F12B6-60DC-37F3-1F5A-FA34F9168CD9}"/>
          </ac:spMkLst>
        </pc:spChg>
        <pc:spChg chg="mod">
          <ac:chgData name="Priyanka Salgar" userId="c77cf308-9cbd-4d4c-a9c1-b4e23ee9c890" providerId="ADAL" clId="{9B015188-C5CF-4C49-9151-ADAF620120E0}" dt="2026-08-27T15:05:58.340" v="201" actId="255"/>
          <ac:spMkLst>
            <pc:docMk/>
            <pc:sldMk cId="4266840583" sldId="335"/>
            <ac:spMk id="54" creationId="{389B8386-D05E-BD6E-3576-A4DF56689E5C}"/>
          </ac:spMkLst>
        </pc:spChg>
        <pc:spChg chg="mod">
          <ac:chgData name="Priyanka Salgar" userId="c77cf308-9cbd-4d4c-a9c1-b4e23ee9c890" providerId="ADAL" clId="{9B015188-C5CF-4C49-9151-ADAF620120E0}" dt="2026-08-27T15:06:13.207" v="204" actId="255"/>
          <ac:spMkLst>
            <pc:docMk/>
            <pc:sldMk cId="4266840583" sldId="335"/>
            <ac:spMk id="62" creationId="{78239260-FE4E-D2E5-42C5-F38EFB22DC78}"/>
          </ac:spMkLst>
        </pc:spChg>
        <pc:spChg chg="mod">
          <ac:chgData name="Priyanka Salgar" userId="c77cf308-9cbd-4d4c-a9c1-b4e23ee9c890" providerId="ADAL" clId="{9B015188-C5CF-4C49-9151-ADAF620120E0}" dt="2026-08-27T15:06:22.886" v="207" actId="27636"/>
          <ac:spMkLst>
            <pc:docMk/>
            <pc:sldMk cId="4266840583" sldId="335"/>
            <ac:spMk id="74" creationId="{6818C22A-90ED-7C55-BD13-6B8FD67F4D0D}"/>
          </ac:spMkLst>
        </pc:spChg>
        <pc:spChg chg="mod">
          <ac:chgData name="Priyanka Salgar" userId="c77cf308-9cbd-4d4c-a9c1-b4e23ee9c890" providerId="ADAL" clId="{9B015188-C5CF-4C49-9151-ADAF620120E0}" dt="2026-08-27T15:07:02.179" v="211" actId="255"/>
          <ac:spMkLst>
            <pc:docMk/>
            <pc:sldMk cId="4266840583" sldId="335"/>
            <ac:spMk id="79" creationId="{A5D07CA7-8175-D516-B826-50AAE421B9B8}"/>
          </ac:spMkLst>
        </pc:spChg>
        <pc:spChg chg="mod">
          <ac:chgData name="Priyanka Salgar" userId="c77cf308-9cbd-4d4c-a9c1-b4e23ee9c890" providerId="ADAL" clId="{9B015188-C5CF-4C49-9151-ADAF620120E0}" dt="2026-08-27T15:05:58.422" v="202" actId="27636"/>
          <ac:spMkLst>
            <pc:docMk/>
            <pc:sldMk cId="4266840583" sldId="335"/>
            <ac:spMk id="84" creationId="{BC4B2C67-7C2F-113E-34AF-B6E7875C821A}"/>
          </ac:spMkLst>
        </pc:spChg>
        <pc:spChg chg="mod">
          <ac:chgData name="Priyanka Salgar" userId="c77cf308-9cbd-4d4c-a9c1-b4e23ee9c890" providerId="ADAL" clId="{9B015188-C5CF-4C49-9151-ADAF620120E0}" dt="2026-08-27T15:06:13.207" v="204" actId="255"/>
          <ac:spMkLst>
            <pc:docMk/>
            <pc:sldMk cId="4266840583" sldId="335"/>
            <ac:spMk id="88" creationId="{A4E8DA7A-BDB9-EF17-6D68-DD06DC6EFF29}"/>
          </ac:spMkLst>
        </pc:spChg>
        <pc:spChg chg="mod">
          <ac:chgData name="Priyanka Salgar" userId="c77cf308-9cbd-4d4c-a9c1-b4e23ee9c890" providerId="ADAL" clId="{9B015188-C5CF-4C49-9151-ADAF620120E0}" dt="2026-08-27T15:06:22.886" v="206" actId="27636"/>
          <ac:spMkLst>
            <pc:docMk/>
            <pc:sldMk cId="4266840583" sldId="335"/>
            <ac:spMk id="90" creationId="{7B64E95F-4E9B-5D07-F939-63DE33E96F32}"/>
          </ac:spMkLst>
        </pc:spChg>
        <pc:spChg chg="mod">
          <ac:chgData name="Priyanka Salgar" userId="c77cf308-9cbd-4d4c-a9c1-b4e23ee9c890" providerId="ADAL" clId="{9B015188-C5CF-4C49-9151-ADAF620120E0}" dt="2026-08-27T15:05:58.340" v="201" actId="255"/>
          <ac:spMkLst>
            <pc:docMk/>
            <pc:sldMk cId="4266840583" sldId="335"/>
            <ac:spMk id="94" creationId="{0AF52E85-C7A6-358C-7F95-8798A70B26C2}"/>
          </ac:spMkLst>
        </pc:spChg>
        <pc:spChg chg="mod">
          <ac:chgData name="Priyanka Salgar" userId="c77cf308-9cbd-4d4c-a9c1-b4e23ee9c890" providerId="ADAL" clId="{9B015188-C5CF-4C49-9151-ADAF620120E0}" dt="2026-08-27T15:06:13.207" v="204" actId="255"/>
          <ac:spMkLst>
            <pc:docMk/>
            <pc:sldMk cId="4266840583" sldId="335"/>
            <ac:spMk id="96" creationId="{2EA2AF2E-FE57-D947-B839-BB9CC0CF8E70}"/>
          </ac:spMkLst>
        </pc:spChg>
        <pc:spChg chg="mod">
          <ac:chgData name="Priyanka Salgar" userId="c77cf308-9cbd-4d4c-a9c1-b4e23ee9c890" providerId="ADAL" clId="{9B015188-C5CF-4C49-9151-ADAF620120E0}" dt="2026-08-27T14:21:38.895" v="61" actId="255"/>
          <ac:spMkLst>
            <pc:docMk/>
            <pc:sldMk cId="4266840583" sldId="335"/>
            <ac:spMk id="97" creationId="{11BD3A31-BECD-B1BE-2C95-FA7231A7636A}"/>
          </ac:spMkLst>
        </pc:spChg>
        <pc:spChg chg="mod">
          <ac:chgData name="Priyanka Salgar" userId="c77cf308-9cbd-4d4c-a9c1-b4e23ee9c890" providerId="ADAL" clId="{9B015188-C5CF-4C49-9151-ADAF620120E0}" dt="2026-08-27T15:06:22.823" v="205" actId="255"/>
          <ac:spMkLst>
            <pc:docMk/>
            <pc:sldMk cId="4266840583" sldId="335"/>
            <ac:spMk id="98" creationId="{A1E14D94-C3BE-F56B-4EAA-8E9EABCFC3F6}"/>
          </ac:spMkLst>
        </pc:spChg>
        <pc:spChg chg="mod">
          <ac:chgData name="Priyanka Salgar" userId="c77cf308-9cbd-4d4c-a9c1-b4e23ee9c890" providerId="ADAL" clId="{9B015188-C5CF-4C49-9151-ADAF620120E0}" dt="2026-08-27T15:05:58.340" v="201" actId="255"/>
          <ac:spMkLst>
            <pc:docMk/>
            <pc:sldMk cId="4266840583" sldId="335"/>
            <ac:spMk id="102" creationId="{ACB2C862-B31A-3FBB-3935-73F5CB81195E}"/>
          </ac:spMkLst>
        </pc:spChg>
        <pc:spChg chg="mod">
          <ac:chgData name="Priyanka Salgar" userId="c77cf308-9cbd-4d4c-a9c1-b4e23ee9c890" providerId="ADAL" clId="{9B015188-C5CF-4C49-9151-ADAF620120E0}" dt="2026-08-27T15:06:13.207" v="204" actId="255"/>
          <ac:spMkLst>
            <pc:docMk/>
            <pc:sldMk cId="4266840583" sldId="335"/>
            <ac:spMk id="104" creationId="{E6E3CC52-09B9-FC74-72F5-0C43D2B2C41D}"/>
          </ac:spMkLst>
        </pc:spChg>
        <pc:spChg chg="mod">
          <ac:chgData name="Priyanka Salgar" userId="c77cf308-9cbd-4d4c-a9c1-b4e23ee9c890" providerId="ADAL" clId="{9B015188-C5CF-4C49-9151-ADAF620120E0}" dt="2026-08-27T15:06:22.823" v="205" actId="255"/>
          <ac:spMkLst>
            <pc:docMk/>
            <pc:sldMk cId="4266840583" sldId="335"/>
            <ac:spMk id="106" creationId="{06E5D496-BF05-335E-861E-1580488A2F3E}"/>
          </ac:spMkLst>
        </pc:spChg>
        <pc:spChg chg="mod">
          <ac:chgData name="Priyanka Salgar" userId="c77cf308-9cbd-4d4c-a9c1-b4e23ee9c890" providerId="ADAL" clId="{9B015188-C5CF-4C49-9151-ADAF620120E0}" dt="2026-08-27T15:05:58.340" v="201" actId="255"/>
          <ac:spMkLst>
            <pc:docMk/>
            <pc:sldMk cId="4266840583" sldId="335"/>
            <ac:spMk id="110" creationId="{98DB2184-2799-7BDC-1538-F877833A8074}"/>
          </ac:spMkLst>
        </pc:spChg>
        <pc:spChg chg="mod">
          <ac:chgData name="Priyanka Salgar" userId="c77cf308-9cbd-4d4c-a9c1-b4e23ee9c890" providerId="ADAL" clId="{9B015188-C5CF-4C49-9151-ADAF620120E0}" dt="2026-08-27T15:06:13.207" v="204" actId="255"/>
          <ac:spMkLst>
            <pc:docMk/>
            <pc:sldMk cId="4266840583" sldId="335"/>
            <ac:spMk id="112" creationId="{F2E34293-6FC5-D7C7-D038-F767E0939B1D}"/>
          </ac:spMkLst>
        </pc:spChg>
        <pc:spChg chg="mod">
          <ac:chgData name="Priyanka Salgar" userId="c77cf308-9cbd-4d4c-a9c1-b4e23ee9c890" providerId="ADAL" clId="{9B015188-C5CF-4C49-9151-ADAF620120E0}" dt="2026-08-27T15:06:22.823" v="205" actId="255"/>
          <ac:spMkLst>
            <pc:docMk/>
            <pc:sldMk cId="4266840583" sldId="335"/>
            <ac:spMk id="114" creationId="{C9D0DE58-A1B8-1973-D2A4-AA8C719575C9}"/>
          </ac:spMkLst>
        </pc:spChg>
        <pc:spChg chg="mod">
          <ac:chgData name="Priyanka Salgar" userId="c77cf308-9cbd-4d4c-a9c1-b4e23ee9c890" providerId="ADAL" clId="{9B015188-C5CF-4C49-9151-ADAF620120E0}" dt="2026-08-27T15:05:58.423" v="203" actId="27636"/>
          <ac:spMkLst>
            <pc:docMk/>
            <pc:sldMk cId="4266840583" sldId="335"/>
            <ac:spMk id="118" creationId="{FC811CF5-C6FE-D4D0-37F9-2F526E75871F}"/>
          </ac:spMkLst>
        </pc:spChg>
        <pc:spChg chg="mod">
          <ac:chgData name="Priyanka Salgar" userId="c77cf308-9cbd-4d4c-a9c1-b4e23ee9c890" providerId="ADAL" clId="{9B015188-C5CF-4C49-9151-ADAF620120E0}" dt="2026-08-27T15:06:13.207" v="204" actId="255"/>
          <ac:spMkLst>
            <pc:docMk/>
            <pc:sldMk cId="4266840583" sldId="335"/>
            <ac:spMk id="120" creationId="{D3C6DAF9-B391-0A81-B84D-B4BA9B9AA9E7}"/>
          </ac:spMkLst>
        </pc:spChg>
        <pc:spChg chg="mod">
          <ac:chgData name="Priyanka Salgar" userId="c77cf308-9cbd-4d4c-a9c1-b4e23ee9c890" providerId="ADAL" clId="{9B015188-C5CF-4C49-9151-ADAF620120E0}" dt="2026-08-27T15:06:22.823" v="205" actId="255"/>
          <ac:spMkLst>
            <pc:docMk/>
            <pc:sldMk cId="4266840583" sldId="335"/>
            <ac:spMk id="122" creationId="{305EE9BE-162C-25D0-4842-BD14015D2359}"/>
          </ac:spMkLst>
        </pc:spChg>
        <pc:spChg chg="mod">
          <ac:chgData name="Priyanka Salgar" userId="c77cf308-9cbd-4d4c-a9c1-b4e23ee9c890" providerId="ADAL" clId="{9B015188-C5CF-4C49-9151-ADAF620120E0}" dt="2026-08-27T15:06:49.887" v="209" actId="255"/>
          <ac:spMkLst>
            <pc:docMk/>
            <pc:sldMk cId="4266840583" sldId="335"/>
            <ac:spMk id="127" creationId="{131C29C8-3D62-AB89-5D89-519D24F00AAA}"/>
          </ac:spMkLst>
        </pc:spChg>
        <pc:spChg chg="mod">
          <ac:chgData name="Priyanka Salgar" userId="c77cf308-9cbd-4d4c-a9c1-b4e23ee9c890" providerId="ADAL" clId="{9B015188-C5CF-4C49-9151-ADAF620120E0}" dt="2026-08-27T15:06:56.262" v="210" actId="255"/>
          <ac:spMkLst>
            <pc:docMk/>
            <pc:sldMk cId="4266840583" sldId="335"/>
            <ac:spMk id="128" creationId="{AA725B83-6FDE-5519-ECA8-C7C721D8965D}"/>
          </ac:spMkLst>
        </pc:spChg>
        <pc:spChg chg="mod">
          <ac:chgData name="Priyanka Salgar" userId="c77cf308-9cbd-4d4c-a9c1-b4e23ee9c890" providerId="ADAL" clId="{9B015188-C5CF-4C49-9151-ADAF620120E0}" dt="2026-08-27T15:06:49.887" v="209" actId="255"/>
          <ac:spMkLst>
            <pc:docMk/>
            <pc:sldMk cId="4266840583" sldId="335"/>
            <ac:spMk id="130" creationId="{2A083CF8-5844-B26C-9379-7020AE8C4302}"/>
          </ac:spMkLst>
        </pc:spChg>
        <pc:spChg chg="mod">
          <ac:chgData name="Priyanka Salgar" userId="c77cf308-9cbd-4d4c-a9c1-b4e23ee9c890" providerId="ADAL" clId="{9B015188-C5CF-4C49-9151-ADAF620120E0}" dt="2026-08-27T15:06:56.262" v="210" actId="255"/>
          <ac:spMkLst>
            <pc:docMk/>
            <pc:sldMk cId="4266840583" sldId="335"/>
            <ac:spMk id="131" creationId="{928D38A8-2C77-1955-EC7B-64328D6F6522}"/>
          </ac:spMkLst>
        </pc:spChg>
        <pc:spChg chg="mod">
          <ac:chgData name="Priyanka Salgar" userId="c77cf308-9cbd-4d4c-a9c1-b4e23ee9c890" providerId="ADAL" clId="{9B015188-C5CF-4C49-9151-ADAF620120E0}" dt="2026-08-27T15:06:49.887" v="209" actId="255"/>
          <ac:spMkLst>
            <pc:docMk/>
            <pc:sldMk cId="4266840583" sldId="335"/>
            <ac:spMk id="133" creationId="{C4991A38-E5C2-2E54-A0AB-6BA5817CE612}"/>
          </ac:spMkLst>
        </pc:spChg>
        <pc:spChg chg="mod">
          <ac:chgData name="Priyanka Salgar" userId="c77cf308-9cbd-4d4c-a9c1-b4e23ee9c890" providerId="ADAL" clId="{9B015188-C5CF-4C49-9151-ADAF620120E0}" dt="2026-08-27T15:06:56.262" v="210" actId="255"/>
          <ac:spMkLst>
            <pc:docMk/>
            <pc:sldMk cId="4266840583" sldId="335"/>
            <ac:spMk id="134" creationId="{ADCFEB8A-0CB6-EED1-FA56-026E0E498425}"/>
          </ac:spMkLst>
        </pc:spChg>
        <pc:spChg chg="mod">
          <ac:chgData name="Priyanka Salgar" userId="c77cf308-9cbd-4d4c-a9c1-b4e23ee9c890" providerId="ADAL" clId="{9B015188-C5CF-4C49-9151-ADAF620120E0}" dt="2026-08-27T15:06:49.887" v="209" actId="255"/>
          <ac:spMkLst>
            <pc:docMk/>
            <pc:sldMk cId="4266840583" sldId="335"/>
            <ac:spMk id="136" creationId="{74A6A210-2AE5-E3F9-A334-C854CFDE7C29}"/>
          </ac:spMkLst>
        </pc:spChg>
        <pc:spChg chg="mod">
          <ac:chgData name="Priyanka Salgar" userId="c77cf308-9cbd-4d4c-a9c1-b4e23ee9c890" providerId="ADAL" clId="{9B015188-C5CF-4C49-9151-ADAF620120E0}" dt="2026-08-27T15:06:56.262" v="210" actId="255"/>
          <ac:spMkLst>
            <pc:docMk/>
            <pc:sldMk cId="4266840583" sldId="335"/>
            <ac:spMk id="137" creationId="{509B592E-FCF0-C3A7-11DD-14A2763F865E}"/>
          </ac:spMkLst>
        </pc:spChg>
        <pc:spChg chg="mod">
          <ac:chgData name="Priyanka Salgar" userId="c77cf308-9cbd-4d4c-a9c1-b4e23ee9c890" providerId="ADAL" clId="{9B015188-C5CF-4C49-9151-ADAF620120E0}" dt="2026-08-27T15:06:49.887" v="209" actId="255"/>
          <ac:spMkLst>
            <pc:docMk/>
            <pc:sldMk cId="4266840583" sldId="335"/>
            <ac:spMk id="139" creationId="{AD2D052C-6062-EACF-86D0-2A5BD2F7A27D}"/>
          </ac:spMkLst>
        </pc:spChg>
        <pc:spChg chg="mod">
          <ac:chgData name="Priyanka Salgar" userId="c77cf308-9cbd-4d4c-a9c1-b4e23ee9c890" providerId="ADAL" clId="{9B015188-C5CF-4C49-9151-ADAF620120E0}" dt="2026-08-27T15:06:56.262" v="210" actId="255"/>
          <ac:spMkLst>
            <pc:docMk/>
            <pc:sldMk cId="4266840583" sldId="335"/>
            <ac:spMk id="140" creationId="{674BF5A8-0D1A-14E2-CBD3-9D933233C492}"/>
          </ac:spMkLst>
        </pc:spChg>
        <pc:spChg chg="mod">
          <ac:chgData name="Priyanka Salgar" userId="c77cf308-9cbd-4d4c-a9c1-b4e23ee9c890" providerId="ADAL" clId="{9B015188-C5CF-4C49-9151-ADAF620120E0}" dt="2026-08-27T15:06:49.887" v="209" actId="255"/>
          <ac:spMkLst>
            <pc:docMk/>
            <pc:sldMk cId="4266840583" sldId="335"/>
            <ac:spMk id="142" creationId="{2769A1F1-1CBA-399E-0395-84C08A4B0779}"/>
          </ac:spMkLst>
        </pc:spChg>
        <pc:spChg chg="mod">
          <ac:chgData name="Priyanka Salgar" userId="c77cf308-9cbd-4d4c-a9c1-b4e23ee9c890" providerId="ADAL" clId="{9B015188-C5CF-4C49-9151-ADAF620120E0}" dt="2026-08-27T15:06:56.262" v="210" actId="255"/>
          <ac:spMkLst>
            <pc:docMk/>
            <pc:sldMk cId="4266840583" sldId="335"/>
            <ac:spMk id="143" creationId="{0229E4AF-5E07-AB0E-D41A-184DD90C004A}"/>
          </ac:spMkLst>
        </pc:spChg>
        <pc:spChg chg="mod">
          <ac:chgData name="Priyanka Salgar" userId="c77cf308-9cbd-4d4c-a9c1-b4e23ee9c890" providerId="ADAL" clId="{9B015188-C5CF-4C49-9151-ADAF620120E0}" dt="2026-08-27T15:06:42.450" v="208" actId="255"/>
          <ac:spMkLst>
            <pc:docMk/>
            <pc:sldMk cId="4266840583" sldId="335"/>
            <ac:spMk id="145" creationId="{ADF0FFD5-85C0-2854-C611-287C591BC239}"/>
          </ac:spMkLst>
        </pc:spChg>
      </pc:sldChg>
      <pc:sldChg chg="modSp mod">
        <pc:chgData name="Priyanka Salgar" userId="c77cf308-9cbd-4d4c-a9c1-b4e23ee9c890" providerId="ADAL" clId="{9B015188-C5CF-4C49-9151-ADAF620120E0}" dt="2026-08-27T14:34:21.670" v="105" actId="255"/>
        <pc:sldMkLst>
          <pc:docMk/>
          <pc:sldMk cId="1886353312" sldId="2146848419"/>
        </pc:sldMkLst>
        <pc:spChg chg="mod">
          <ac:chgData name="Priyanka Salgar" userId="c77cf308-9cbd-4d4c-a9c1-b4e23ee9c890" providerId="ADAL" clId="{9B015188-C5CF-4C49-9151-ADAF620120E0}" dt="2026-08-27T14:33:59.203" v="104" actId="255"/>
          <ac:spMkLst>
            <pc:docMk/>
            <pc:sldMk cId="1886353312" sldId="2146848419"/>
            <ac:spMk id="23" creationId="{506185DE-AF2B-762D-8E99-E2B5E25BD7AE}"/>
          </ac:spMkLst>
        </pc:spChg>
        <pc:spChg chg="mod">
          <ac:chgData name="Priyanka Salgar" userId="c77cf308-9cbd-4d4c-a9c1-b4e23ee9c890" providerId="ADAL" clId="{9B015188-C5CF-4C49-9151-ADAF620120E0}" dt="2026-08-27T14:34:21.670" v="105" actId="255"/>
          <ac:spMkLst>
            <pc:docMk/>
            <pc:sldMk cId="1886353312" sldId="2146848419"/>
            <ac:spMk id="41" creationId="{7F986048-9524-4636-82E6-674E1A426B3F}"/>
          </ac:spMkLst>
        </pc:spChg>
        <pc:spChg chg="mod">
          <ac:chgData name="Priyanka Salgar" userId="c77cf308-9cbd-4d4c-a9c1-b4e23ee9c890" providerId="ADAL" clId="{9B015188-C5CF-4C49-9151-ADAF620120E0}" dt="2026-08-27T14:34:21.670" v="105" actId="255"/>
          <ac:spMkLst>
            <pc:docMk/>
            <pc:sldMk cId="1886353312" sldId="2146848419"/>
            <ac:spMk id="57" creationId="{D9523E3E-5444-C050-0A15-B45B490231FA}"/>
          </ac:spMkLst>
        </pc:spChg>
        <pc:spChg chg="mod">
          <ac:chgData name="Priyanka Salgar" userId="c77cf308-9cbd-4d4c-a9c1-b4e23ee9c890" providerId="ADAL" clId="{9B015188-C5CF-4C49-9151-ADAF620120E0}" dt="2026-08-27T14:34:21.670" v="105" actId="255"/>
          <ac:spMkLst>
            <pc:docMk/>
            <pc:sldMk cId="1886353312" sldId="2146848419"/>
            <ac:spMk id="65" creationId="{2AF2BA6B-A4BA-DD12-1214-FC74430FABB6}"/>
          </ac:spMkLst>
        </pc:spChg>
        <pc:spChg chg="mod">
          <ac:chgData name="Priyanka Salgar" userId="c77cf308-9cbd-4d4c-a9c1-b4e23ee9c890" providerId="ADAL" clId="{9B015188-C5CF-4C49-9151-ADAF620120E0}" dt="2026-08-27T14:34:21.670" v="105" actId="255"/>
          <ac:spMkLst>
            <pc:docMk/>
            <pc:sldMk cId="1886353312" sldId="2146848419"/>
            <ac:spMk id="73" creationId="{7BA7F616-D963-877B-7A98-910B507316B7}"/>
          </ac:spMkLst>
        </pc:spChg>
        <pc:spChg chg="mod">
          <ac:chgData name="Priyanka Salgar" userId="c77cf308-9cbd-4d4c-a9c1-b4e23ee9c890" providerId="ADAL" clId="{9B015188-C5CF-4C49-9151-ADAF620120E0}" dt="2026-08-27T14:34:21.670" v="105" actId="255"/>
          <ac:spMkLst>
            <pc:docMk/>
            <pc:sldMk cId="1886353312" sldId="2146848419"/>
            <ac:spMk id="81" creationId="{0BD05874-D8FA-6097-584A-ED5EF07F4CBB}"/>
          </ac:spMkLst>
        </pc:spChg>
        <pc:spChg chg="mod">
          <ac:chgData name="Priyanka Salgar" userId="c77cf308-9cbd-4d4c-a9c1-b4e23ee9c890" providerId="ADAL" clId="{9B015188-C5CF-4C49-9151-ADAF620120E0}" dt="2026-08-27T14:33:50.830" v="103" actId="1076"/>
          <ac:spMkLst>
            <pc:docMk/>
            <pc:sldMk cId="1886353312" sldId="2146848419"/>
            <ac:spMk id="159" creationId="{8BF6A901-AD83-17AE-F557-907D1E9D9723}"/>
          </ac:spMkLst>
        </pc:spChg>
      </pc:sldChg>
      <pc:sldChg chg="addSp modSp mod modNotesTx">
        <pc:chgData name="Priyanka Salgar" userId="c77cf308-9cbd-4d4c-a9c1-b4e23ee9c890" providerId="ADAL" clId="{9B015188-C5CF-4C49-9151-ADAF620120E0}" dt="2026-08-27T15:02:51.655" v="195" actId="1076"/>
        <pc:sldMkLst>
          <pc:docMk/>
          <pc:sldMk cId="2629490761" sldId="2146848423"/>
        </pc:sldMkLst>
        <pc:spChg chg="add mod">
          <ac:chgData name="Priyanka Salgar" userId="c77cf308-9cbd-4d4c-a9c1-b4e23ee9c890" providerId="ADAL" clId="{9B015188-C5CF-4C49-9151-ADAF620120E0}" dt="2026-08-27T14:58:29.249" v="168" actId="571"/>
          <ac:spMkLst>
            <pc:docMk/>
            <pc:sldMk cId="2629490761" sldId="2146848423"/>
            <ac:spMk id="2" creationId="{D82178A7-B32F-9E9E-3403-E20581B345D0}"/>
          </ac:spMkLst>
        </pc:spChg>
        <pc:spChg chg="add mod">
          <ac:chgData name="Priyanka Salgar" userId="c77cf308-9cbd-4d4c-a9c1-b4e23ee9c890" providerId="ADAL" clId="{9B015188-C5CF-4C49-9151-ADAF620120E0}" dt="2026-08-27T14:58:29.249" v="168" actId="571"/>
          <ac:spMkLst>
            <pc:docMk/>
            <pc:sldMk cId="2629490761" sldId="2146848423"/>
            <ac:spMk id="6" creationId="{58A54A61-5BF1-37E9-0DF1-D589846649DC}"/>
          </ac:spMkLst>
        </pc:spChg>
        <pc:spChg chg="mod">
          <ac:chgData name="Priyanka Salgar" userId="c77cf308-9cbd-4d4c-a9c1-b4e23ee9c890" providerId="ADAL" clId="{9B015188-C5CF-4C49-9151-ADAF620120E0}" dt="2026-08-27T15:01:24.017" v="185" actId="14100"/>
          <ac:spMkLst>
            <pc:docMk/>
            <pc:sldMk cId="2629490761" sldId="2146848423"/>
            <ac:spMk id="11" creationId="{8AA3380E-F3E5-E39A-EF8E-DE1340D10D88}"/>
          </ac:spMkLst>
        </pc:spChg>
        <pc:spChg chg="mod">
          <ac:chgData name="Priyanka Salgar" userId="c77cf308-9cbd-4d4c-a9c1-b4e23ee9c890" providerId="ADAL" clId="{9B015188-C5CF-4C49-9151-ADAF620120E0}" dt="2026-08-27T15:01:44.356" v="188" actId="255"/>
          <ac:spMkLst>
            <pc:docMk/>
            <pc:sldMk cId="2629490761" sldId="2146848423"/>
            <ac:spMk id="15" creationId="{35D2B858-DAE1-83E2-E783-21FF2A93287B}"/>
          </ac:spMkLst>
        </pc:spChg>
        <pc:spChg chg="mod">
          <ac:chgData name="Priyanka Salgar" userId="c77cf308-9cbd-4d4c-a9c1-b4e23ee9c890" providerId="ADAL" clId="{9B015188-C5CF-4C49-9151-ADAF620120E0}" dt="2026-08-27T14:59:31.237" v="174" actId="2711"/>
          <ac:spMkLst>
            <pc:docMk/>
            <pc:sldMk cId="2629490761" sldId="2146848423"/>
            <ac:spMk id="19" creationId="{E118C1EE-D5AE-20FC-E19D-D59F87DA13AB}"/>
          </ac:spMkLst>
        </pc:spChg>
        <pc:spChg chg="mod">
          <ac:chgData name="Priyanka Salgar" userId="c77cf308-9cbd-4d4c-a9c1-b4e23ee9c890" providerId="ADAL" clId="{9B015188-C5CF-4C49-9151-ADAF620120E0}" dt="2026-08-27T15:01:07.859" v="184" actId="1076"/>
          <ac:spMkLst>
            <pc:docMk/>
            <pc:sldMk cId="2629490761" sldId="2146848423"/>
            <ac:spMk id="20" creationId="{FD70ADC6-93D8-9035-C80A-E5FB5D295EFB}"/>
          </ac:spMkLst>
        </pc:spChg>
        <pc:spChg chg="mod">
          <ac:chgData name="Priyanka Salgar" userId="c77cf308-9cbd-4d4c-a9c1-b4e23ee9c890" providerId="ADAL" clId="{9B015188-C5CF-4C49-9151-ADAF620120E0}" dt="2026-08-27T14:59:31.237" v="174" actId="2711"/>
          <ac:spMkLst>
            <pc:docMk/>
            <pc:sldMk cId="2629490761" sldId="2146848423"/>
            <ac:spMk id="21" creationId="{99C4DCEB-F110-D3A9-5FA2-3A4B8E84D987}"/>
          </ac:spMkLst>
        </pc:spChg>
        <pc:spChg chg="mod">
          <ac:chgData name="Priyanka Salgar" userId="c77cf308-9cbd-4d4c-a9c1-b4e23ee9c890" providerId="ADAL" clId="{9B015188-C5CF-4C49-9151-ADAF620120E0}" dt="2026-08-27T14:59:31.237" v="174" actId="2711"/>
          <ac:spMkLst>
            <pc:docMk/>
            <pc:sldMk cId="2629490761" sldId="2146848423"/>
            <ac:spMk id="22" creationId="{91D91B09-DC47-9D52-8A9E-BCAD35881E65}"/>
          </ac:spMkLst>
        </pc:spChg>
        <pc:spChg chg="mod">
          <ac:chgData name="Priyanka Salgar" userId="c77cf308-9cbd-4d4c-a9c1-b4e23ee9c890" providerId="ADAL" clId="{9B015188-C5CF-4C49-9151-ADAF620120E0}" dt="2026-08-27T15:02:32.087" v="191" actId="571"/>
          <ac:spMkLst>
            <pc:docMk/>
            <pc:sldMk cId="2629490761" sldId="2146848423"/>
            <ac:spMk id="23" creationId="{47F47459-5206-59A8-0792-B37B235645BD}"/>
          </ac:spMkLst>
        </pc:spChg>
        <pc:spChg chg="mod">
          <ac:chgData name="Priyanka Salgar" userId="c77cf308-9cbd-4d4c-a9c1-b4e23ee9c890" providerId="ADAL" clId="{9B015188-C5CF-4C49-9151-ADAF620120E0}" dt="2026-08-27T14:58:29.249" v="168" actId="571"/>
          <ac:spMkLst>
            <pc:docMk/>
            <pc:sldMk cId="2629490761" sldId="2146848423"/>
            <ac:spMk id="30" creationId="{D38C0673-0F7C-1673-7E58-2DA4622B2E4D}"/>
          </ac:spMkLst>
        </pc:spChg>
        <pc:spChg chg="mod">
          <ac:chgData name="Priyanka Salgar" userId="c77cf308-9cbd-4d4c-a9c1-b4e23ee9c890" providerId="ADAL" clId="{9B015188-C5CF-4C49-9151-ADAF620120E0}" dt="2026-08-27T15:01:30.133" v="186" actId="255"/>
          <ac:spMkLst>
            <pc:docMk/>
            <pc:sldMk cId="2629490761" sldId="2146848423"/>
            <ac:spMk id="31" creationId="{5687E2CC-63F7-9B5C-18F6-8CFB9C291E6C}"/>
          </ac:spMkLst>
        </pc:spChg>
        <pc:spChg chg="mod">
          <ac:chgData name="Priyanka Salgar" userId="c77cf308-9cbd-4d4c-a9c1-b4e23ee9c890" providerId="ADAL" clId="{9B015188-C5CF-4C49-9151-ADAF620120E0}" dt="2026-08-27T15:01:44.356" v="188" actId="255"/>
          <ac:spMkLst>
            <pc:docMk/>
            <pc:sldMk cId="2629490761" sldId="2146848423"/>
            <ac:spMk id="32" creationId="{AE1555D1-3CBF-C3AB-BB20-F28D988A97C6}"/>
          </ac:spMkLst>
        </pc:spChg>
        <pc:spChg chg="mod">
          <ac:chgData name="Priyanka Salgar" userId="c77cf308-9cbd-4d4c-a9c1-b4e23ee9c890" providerId="ADAL" clId="{9B015188-C5CF-4C49-9151-ADAF620120E0}" dt="2026-08-27T15:02:49.187" v="194" actId="14100"/>
          <ac:spMkLst>
            <pc:docMk/>
            <pc:sldMk cId="2629490761" sldId="2146848423"/>
            <ac:spMk id="33" creationId="{86CCB292-5480-C175-6285-D0903ABFB749}"/>
          </ac:spMkLst>
        </pc:spChg>
        <pc:spChg chg="mod">
          <ac:chgData name="Priyanka Salgar" userId="c77cf308-9cbd-4d4c-a9c1-b4e23ee9c890" providerId="ADAL" clId="{9B015188-C5CF-4C49-9151-ADAF620120E0}" dt="2026-08-27T15:02:51.655" v="195" actId="1076"/>
          <ac:spMkLst>
            <pc:docMk/>
            <pc:sldMk cId="2629490761" sldId="2146848423"/>
            <ac:spMk id="34" creationId="{EC4A470A-A695-CF27-ABA8-1C415306D0A9}"/>
          </ac:spMkLst>
        </pc:spChg>
        <pc:spChg chg="mod">
          <ac:chgData name="Priyanka Salgar" userId="c77cf308-9cbd-4d4c-a9c1-b4e23ee9c890" providerId="ADAL" clId="{9B015188-C5CF-4C49-9151-ADAF620120E0}" dt="2026-08-27T15:01:44.356" v="188" actId="255"/>
          <ac:spMkLst>
            <pc:docMk/>
            <pc:sldMk cId="2629490761" sldId="2146848423"/>
            <ac:spMk id="35" creationId="{CE8315B1-95C1-FE92-C7F4-D484790728EF}"/>
          </ac:spMkLst>
        </pc:spChg>
        <pc:spChg chg="mod">
          <ac:chgData name="Priyanka Salgar" userId="c77cf308-9cbd-4d4c-a9c1-b4e23ee9c890" providerId="ADAL" clId="{9B015188-C5CF-4C49-9151-ADAF620120E0}" dt="2026-08-27T15:02:32.087" v="191" actId="571"/>
          <ac:spMkLst>
            <pc:docMk/>
            <pc:sldMk cId="2629490761" sldId="2146848423"/>
            <ac:spMk id="41" creationId="{FC483AA9-D47A-3C83-03EC-45D4B59CEE7E}"/>
          </ac:spMkLst>
        </pc:spChg>
        <pc:spChg chg="mod">
          <ac:chgData name="Priyanka Salgar" userId="c77cf308-9cbd-4d4c-a9c1-b4e23ee9c890" providerId="ADAL" clId="{9B015188-C5CF-4C49-9151-ADAF620120E0}" dt="2026-08-27T15:02:32.087" v="191" actId="571"/>
          <ac:spMkLst>
            <pc:docMk/>
            <pc:sldMk cId="2629490761" sldId="2146848423"/>
            <ac:spMk id="46" creationId="{BAA06778-C23A-FF99-9E2D-36E4A9A83BBA}"/>
          </ac:spMkLst>
        </pc:spChg>
        <pc:spChg chg="mod">
          <ac:chgData name="Priyanka Salgar" userId="c77cf308-9cbd-4d4c-a9c1-b4e23ee9c890" providerId="ADAL" clId="{9B015188-C5CF-4C49-9151-ADAF620120E0}" dt="2026-08-27T15:01:03.530" v="183" actId="1076"/>
          <ac:spMkLst>
            <pc:docMk/>
            <pc:sldMk cId="2629490761" sldId="2146848423"/>
            <ac:spMk id="47" creationId="{21CB0F52-1053-78F6-4991-1B59C06C03B2}"/>
          </ac:spMkLst>
        </pc:spChg>
        <pc:spChg chg="mod">
          <ac:chgData name="Priyanka Salgar" userId="c77cf308-9cbd-4d4c-a9c1-b4e23ee9c890" providerId="ADAL" clId="{9B015188-C5CF-4C49-9151-ADAF620120E0}" dt="2026-08-27T14:58:29.249" v="168" actId="571"/>
          <ac:spMkLst>
            <pc:docMk/>
            <pc:sldMk cId="2629490761" sldId="2146848423"/>
            <ac:spMk id="50" creationId="{3B8017EB-D1B8-E60E-56F5-AD7C8B6143A2}"/>
          </ac:spMkLst>
        </pc:spChg>
        <pc:spChg chg="mod">
          <ac:chgData name="Priyanka Salgar" userId="c77cf308-9cbd-4d4c-a9c1-b4e23ee9c890" providerId="ADAL" clId="{9B015188-C5CF-4C49-9151-ADAF620120E0}" dt="2026-08-27T15:02:32.087" v="191" actId="571"/>
          <ac:spMkLst>
            <pc:docMk/>
            <pc:sldMk cId="2629490761" sldId="2146848423"/>
            <ac:spMk id="54" creationId="{71EBC39F-E878-021B-82A7-7039E24FCBC4}"/>
          </ac:spMkLst>
        </pc:spChg>
        <pc:spChg chg="mod">
          <ac:chgData name="Priyanka Salgar" userId="c77cf308-9cbd-4d4c-a9c1-b4e23ee9c890" providerId="ADAL" clId="{9B015188-C5CF-4C49-9151-ADAF620120E0}" dt="2026-08-27T15:02:32.087" v="191" actId="571"/>
          <ac:spMkLst>
            <pc:docMk/>
            <pc:sldMk cId="2629490761" sldId="2146848423"/>
            <ac:spMk id="55" creationId="{051C49AF-26AA-5152-BB45-A6D750E63A59}"/>
          </ac:spMkLst>
        </pc:spChg>
        <pc:spChg chg="mod">
          <ac:chgData name="Priyanka Salgar" userId="c77cf308-9cbd-4d4c-a9c1-b4e23ee9c890" providerId="ADAL" clId="{9B015188-C5CF-4C49-9151-ADAF620120E0}" dt="2026-08-27T15:01:30.133" v="186" actId="255"/>
          <ac:spMkLst>
            <pc:docMk/>
            <pc:sldMk cId="2629490761" sldId="2146848423"/>
            <ac:spMk id="56" creationId="{2CE77910-9BE2-6B3E-B46B-C0D72688A1B6}"/>
          </ac:spMkLst>
        </pc:spChg>
        <pc:spChg chg="mod">
          <ac:chgData name="Priyanka Salgar" userId="c77cf308-9cbd-4d4c-a9c1-b4e23ee9c890" providerId="ADAL" clId="{9B015188-C5CF-4C49-9151-ADAF620120E0}" dt="2026-08-27T15:01:30.133" v="186" actId="255"/>
          <ac:spMkLst>
            <pc:docMk/>
            <pc:sldMk cId="2629490761" sldId="2146848423"/>
            <ac:spMk id="57" creationId="{CACC0CF2-36BB-EBD7-1737-4E765171B10F}"/>
          </ac:spMkLst>
        </pc:spChg>
        <pc:spChg chg="mod">
          <ac:chgData name="Priyanka Salgar" userId="c77cf308-9cbd-4d4c-a9c1-b4e23ee9c890" providerId="ADAL" clId="{9B015188-C5CF-4C49-9151-ADAF620120E0}" dt="2026-08-27T15:02:14.801" v="189" actId="255"/>
          <ac:spMkLst>
            <pc:docMk/>
            <pc:sldMk cId="2629490761" sldId="2146848423"/>
            <ac:spMk id="63" creationId="{FE904C6A-C2AD-6803-E7E7-DEA586E3AB27}"/>
          </ac:spMkLst>
        </pc:spChg>
        <pc:spChg chg="mod">
          <ac:chgData name="Priyanka Salgar" userId="c77cf308-9cbd-4d4c-a9c1-b4e23ee9c890" providerId="ADAL" clId="{9B015188-C5CF-4C49-9151-ADAF620120E0}" dt="2026-08-27T15:02:32.087" v="191" actId="571"/>
          <ac:spMkLst>
            <pc:docMk/>
            <pc:sldMk cId="2629490761" sldId="2146848423"/>
            <ac:spMk id="68" creationId="{D2AD5AF0-0A77-26CE-D95A-75CB7BBFD163}"/>
          </ac:spMkLst>
        </pc:spChg>
        <pc:spChg chg="mod">
          <ac:chgData name="Priyanka Salgar" userId="c77cf308-9cbd-4d4c-a9c1-b4e23ee9c890" providerId="ADAL" clId="{9B015188-C5CF-4C49-9151-ADAF620120E0}" dt="2026-08-27T15:02:32.087" v="191" actId="571"/>
          <ac:spMkLst>
            <pc:docMk/>
            <pc:sldMk cId="2629490761" sldId="2146848423"/>
            <ac:spMk id="69" creationId="{1A877664-A15F-49EF-29B7-A70F41EC7474}"/>
          </ac:spMkLst>
        </pc:spChg>
        <pc:spChg chg="mod">
          <ac:chgData name="Priyanka Salgar" userId="c77cf308-9cbd-4d4c-a9c1-b4e23ee9c890" providerId="ADAL" clId="{9B015188-C5CF-4C49-9151-ADAF620120E0}" dt="2026-08-27T15:02:32.087" v="191" actId="571"/>
          <ac:spMkLst>
            <pc:docMk/>
            <pc:sldMk cId="2629490761" sldId="2146848423"/>
            <ac:spMk id="72" creationId="{98763029-7DD9-A967-B0C0-935C43B620A6}"/>
          </ac:spMkLst>
        </pc:spChg>
        <pc:spChg chg="mod">
          <ac:chgData name="Priyanka Salgar" userId="c77cf308-9cbd-4d4c-a9c1-b4e23ee9c890" providerId="ADAL" clId="{9B015188-C5CF-4C49-9151-ADAF620120E0}" dt="2026-08-27T15:02:32.087" v="191" actId="571"/>
          <ac:spMkLst>
            <pc:docMk/>
            <pc:sldMk cId="2629490761" sldId="2146848423"/>
            <ac:spMk id="75" creationId="{E45A52CA-79C6-C38A-CCB7-D627E87AA42C}"/>
          </ac:spMkLst>
        </pc:spChg>
        <pc:spChg chg="mod">
          <ac:chgData name="Priyanka Salgar" userId="c77cf308-9cbd-4d4c-a9c1-b4e23ee9c890" providerId="ADAL" clId="{9B015188-C5CF-4C49-9151-ADAF620120E0}" dt="2026-08-27T15:02:32.087" v="191" actId="571"/>
          <ac:spMkLst>
            <pc:docMk/>
            <pc:sldMk cId="2629490761" sldId="2146848423"/>
            <ac:spMk id="81" creationId="{7A9C0641-4F29-9034-E142-50874C905328}"/>
          </ac:spMkLst>
        </pc:spChg>
        <pc:spChg chg="mod">
          <ac:chgData name="Priyanka Salgar" userId="c77cf308-9cbd-4d4c-a9c1-b4e23ee9c890" providerId="ADAL" clId="{9B015188-C5CF-4C49-9151-ADAF620120E0}" dt="2026-08-27T14:58:29.249" v="168" actId="571"/>
          <ac:spMkLst>
            <pc:docMk/>
            <pc:sldMk cId="2629490761" sldId="2146848423"/>
            <ac:spMk id="90" creationId="{4A4D76C4-9973-FA80-1249-A6219C9DA706}"/>
          </ac:spMkLst>
        </pc:spChg>
      </pc:sldChg>
      <pc:sldChg chg="modSp mod">
        <pc:chgData name="Priyanka Salgar" userId="c77cf308-9cbd-4d4c-a9c1-b4e23ee9c890" providerId="ADAL" clId="{9B015188-C5CF-4C49-9151-ADAF620120E0}" dt="2026-08-27T14:38:35.855" v="135" actId="1076"/>
        <pc:sldMkLst>
          <pc:docMk/>
          <pc:sldMk cId="4261110346" sldId="2146848429"/>
        </pc:sldMkLst>
        <pc:spChg chg="mod">
          <ac:chgData name="Priyanka Salgar" userId="c77cf308-9cbd-4d4c-a9c1-b4e23ee9c890" providerId="ADAL" clId="{9B015188-C5CF-4C49-9151-ADAF620120E0}" dt="2026-08-27T14:35:24.309" v="108" actId="255"/>
          <ac:spMkLst>
            <pc:docMk/>
            <pc:sldMk cId="4261110346" sldId="2146848429"/>
            <ac:spMk id="22" creationId="{8802B994-CA3C-EFB5-E133-6D5866E61057}"/>
          </ac:spMkLst>
        </pc:spChg>
        <pc:spChg chg="mod">
          <ac:chgData name="Priyanka Salgar" userId="c77cf308-9cbd-4d4c-a9c1-b4e23ee9c890" providerId="ADAL" clId="{9B015188-C5CF-4C49-9151-ADAF620120E0}" dt="2026-08-27T14:36:26.178" v="113" actId="14100"/>
          <ac:spMkLst>
            <pc:docMk/>
            <pc:sldMk cId="4261110346" sldId="2146848429"/>
            <ac:spMk id="56" creationId="{A872C230-ED68-86EB-56E1-92E33E112751}"/>
          </ac:spMkLst>
        </pc:spChg>
        <pc:spChg chg="mod">
          <ac:chgData name="Priyanka Salgar" userId="c77cf308-9cbd-4d4c-a9c1-b4e23ee9c890" providerId="ADAL" clId="{9B015188-C5CF-4C49-9151-ADAF620120E0}" dt="2026-08-27T14:38:35.855" v="135" actId="1076"/>
          <ac:spMkLst>
            <pc:docMk/>
            <pc:sldMk cId="4261110346" sldId="2146848429"/>
            <ac:spMk id="69" creationId="{59B8EEC1-16E4-8596-FDDD-8A9DF149E432}"/>
          </ac:spMkLst>
        </pc:spChg>
        <pc:spChg chg="mod">
          <ac:chgData name="Priyanka Salgar" userId="c77cf308-9cbd-4d4c-a9c1-b4e23ee9c890" providerId="ADAL" clId="{9B015188-C5CF-4C49-9151-ADAF620120E0}" dt="2026-08-27T14:36:09.541" v="111" actId="255"/>
          <ac:spMkLst>
            <pc:docMk/>
            <pc:sldMk cId="4261110346" sldId="2146848429"/>
            <ac:spMk id="72" creationId="{5443724B-0A9E-F77C-8F40-CB1A0B2AA1B6}"/>
          </ac:spMkLst>
        </pc:spChg>
        <pc:spChg chg="mod">
          <ac:chgData name="Priyanka Salgar" userId="c77cf308-9cbd-4d4c-a9c1-b4e23ee9c890" providerId="ADAL" clId="{9B015188-C5CF-4C49-9151-ADAF620120E0}" dt="2026-08-27T14:36:00.233" v="110" actId="1076"/>
          <ac:spMkLst>
            <pc:docMk/>
            <pc:sldMk cId="4261110346" sldId="2146848429"/>
            <ac:spMk id="74" creationId="{AD8FAEC2-7D2A-4728-8938-BB37A6DD0449}"/>
          </ac:spMkLst>
        </pc:spChg>
        <pc:spChg chg="mod">
          <ac:chgData name="Priyanka Salgar" userId="c77cf308-9cbd-4d4c-a9c1-b4e23ee9c890" providerId="ADAL" clId="{9B015188-C5CF-4C49-9151-ADAF620120E0}" dt="2026-08-27T14:35:47.116" v="109" actId="1076"/>
          <ac:spMkLst>
            <pc:docMk/>
            <pc:sldMk cId="4261110346" sldId="2146848429"/>
            <ac:spMk id="77" creationId="{1D244579-D32B-E445-E29D-D4902A637940}"/>
          </ac:spMkLst>
        </pc:spChg>
        <pc:spChg chg="mod">
          <ac:chgData name="Priyanka Salgar" userId="c77cf308-9cbd-4d4c-a9c1-b4e23ee9c890" providerId="ADAL" clId="{9B015188-C5CF-4C49-9151-ADAF620120E0}" dt="2026-08-27T14:36:26.178" v="113" actId="14100"/>
          <ac:spMkLst>
            <pc:docMk/>
            <pc:sldMk cId="4261110346" sldId="2146848429"/>
            <ac:spMk id="83" creationId="{7467AF0C-032E-1EF5-DED0-255875475AD0}"/>
          </ac:spMkLst>
        </pc:spChg>
        <pc:spChg chg="mod">
          <ac:chgData name="Priyanka Salgar" userId="c77cf308-9cbd-4d4c-a9c1-b4e23ee9c890" providerId="ADAL" clId="{9B015188-C5CF-4C49-9151-ADAF620120E0}" dt="2026-08-27T14:37:23.124" v="121" actId="1076"/>
          <ac:spMkLst>
            <pc:docMk/>
            <pc:sldMk cId="4261110346" sldId="2146848429"/>
            <ac:spMk id="87" creationId="{D41678F9-E0D0-8178-6EBD-581F340F6674}"/>
          </ac:spMkLst>
        </pc:spChg>
        <pc:spChg chg="mod">
          <ac:chgData name="Priyanka Salgar" userId="c77cf308-9cbd-4d4c-a9c1-b4e23ee9c890" providerId="ADAL" clId="{9B015188-C5CF-4C49-9151-ADAF620120E0}" dt="2026-08-27T14:38:35.855" v="135" actId="1076"/>
          <ac:spMkLst>
            <pc:docMk/>
            <pc:sldMk cId="4261110346" sldId="2146848429"/>
            <ac:spMk id="89" creationId="{F806223C-40E1-3DFD-2C02-599676D91BDC}"/>
          </ac:spMkLst>
        </pc:spChg>
        <pc:spChg chg="mod">
          <ac:chgData name="Priyanka Salgar" userId="c77cf308-9cbd-4d4c-a9c1-b4e23ee9c890" providerId="ADAL" clId="{9B015188-C5CF-4C49-9151-ADAF620120E0}" dt="2026-08-27T14:36:09.541" v="111" actId="255"/>
          <ac:spMkLst>
            <pc:docMk/>
            <pc:sldMk cId="4261110346" sldId="2146848429"/>
            <ac:spMk id="104" creationId="{568D121C-C388-8B0E-9A58-E28BB3DA4548}"/>
          </ac:spMkLst>
        </pc:spChg>
        <pc:spChg chg="mod">
          <ac:chgData name="Priyanka Salgar" userId="c77cf308-9cbd-4d4c-a9c1-b4e23ee9c890" providerId="ADAL" clId="{9B015188-C5CF-4C49-9151-ADAF620120E0}" dt="2026-08-27T14:36:00.233" v="110" actId="1076"/>
          <ac:spMkLst>
            <pc:docMk/>
            <pc:sldMk cId="4261110346" sldId="2146848429"/>
            <ac:spMk id="106" creationId="{E483506A-5EF5-4023-4043-62FE3105CD62}"/>
          </ac:spMkLst>
        </pc:spChg>
        <pc:spChg chg="mod">
          <ac:chgData name="Priyanka Salgar" userId="c77cf308-9cbd-4d4c-a9c1-b4e23ee9c890" providerId="ADAL" clId="{9B015188-C5CF-4C49-9151-ADAF620120E0}" dt="2026-08-27T14:35:47.116" v="109" actId="1076"/>
          <ac:spMkLst>
            <pc:docMk/>
            <pc:sldMk cId="4261110346" sldId="2146848429"/>
            <ac:spMk id="110" creationId="{A2059282-67C6-40D6-3977-D76007E3ABB0}"/>
          </ac:spMkLst>
        </pc:spChg>
        <pc:spChg chg="mod">
          <ac:chgData name="Priyanka Salgar" userId="c77cf308-9cbd-4d4c-a9c1-b4e23ee9c890" providerId="ADAL" clId="{9B015188-C5CF-4C49-9151-ADAF620120E0}" dt="2026-08-27T14:36:26.178" v="113" actId="14100"/>
          <ac:spMkLst>
            <pc:docMk/>
            <pc:sldMk cId="4261110346" sldId="2146848429"/>
            <ac:spMk id="116" creationId="{0643B40D-9D30-E74F-CAB3-7DCBD09002CE}"/>
          </ac:spMkLst>
        </pc:spChg>
        <pc:spChg chg="mod">
          <ac:chgData name="Priyanka Salgar" userId="c77cf308-9cbd-4d4c-a9c1-b4e23ee9c890" providerId="ADAL" clId="{9B015188-C5CF-4C49-9151-ADAF620120E0}" dt="2026-08-27T14:38:35.855" v="135" actId="1076"/>
          <ac:spMkLst>
            <pc:docMk/>
            <pc:sldMk cId="4261110346" sldId="2146848429"/>
            <ac:spMk id="123" creationId="{B0AE7128-9B48-1039-3692-53BFDD7D012B}"/>
          </ac:spMkLst>
        </pc:spChg>
        <pc:spChg chg="mod">
          <ac:chgData name="Priyanka Salgar" userId="c77cf308-9cbd-4d4c-a9c1-b4e23ee9c890" providerId="ADAL" clId="{9B015188-C5CF-4C49-9151-ADAF620120E0}" dt="2026-08-27T14:36:09.541" v="111" actId="255"/>
          <ac:spMkLst>
            <pc:docMk/>
            <pc:sldMk cId="4261110346" sldId="2146848429"/>
            <ac:spMk id="125" creationId="{087E87E9-B6B3-1F72-100B-9927227D8913}"/>
          </ac:spMkLst>
        </pc:spChg>
        <pc:spChg chg="mod">
          <ac:chgData name="Priyanka Salgar" userId="c77cf308-9cbd-4d4c-a9c1-b4e23ee9c890" providerId="ADAL" clId="{9B015188-C5CF-4C49-9151-ADAF620120E0}" dt="2026-08-27T14:36:00.233" v="110" actId="1076"/>
          <ac:spMkLst>
            <pc:docMk/>
            <pc:sldMk cId="4261110346" sldId="2146848429"/>
            <ac:spMk id="127" creationId="{97AD9B2B-8761-E07F-10EB-1A016E4011C6}"/>
          </ac:spMkLst>
        </pc:spChg>
        <pc:spChg chg="mod">
          <ac:chgData name="Priyanka Salgar" userId="c77cf308-9cbd-4d4c-a9c1-b4e23ee9c890" providerId="ADAL" clId="{9B015188-C5CF-4C49-9151-ADAF620120E0}" dt="2026-08-27T14:35:47.116" v="109" actId="1076"/>
          <ac:spMkLst>
            <pc:docMk/>
            <pc:sldMk cId="4261110346" sldId="2146848429"/>
            <ac:spMk id="129" creationId="{A5C10B13-BE89-B115-4B68-7F6ABB4E9230}"/>
          </ac:spMkLst>
        </pc:spChg>
        <pc:spChg chg="mod">
          <ac:chgData name="Priyanka Salgar" userId="c77cf308-9cbd-4d4c-a9c1-b4e23ee9c890" providerId="ADAL" clId="{9B015188-C5CF-4C49-9151-ADAF620120E0}" dt="2026-08-27T14:38:08.407" v="127" actId="1076"/>
          <ac:spMkLst>
            <pc:docMk/>
            <pc:sldMk cId="4261110346" sldId="2146848429"/>
            <ac:spMk id="133" creationId="{A8B9B75B-ECEA-2FD7-9101-4A2143A8762B}"/>
          </ac:spMkLst>
        </pc:spChg>
        <pc:spChg chg="mod">
          <ac:chgData name="Priyanka Salgar" userId="c77cf308-9cbd-4d4c-a9c1-b4e23ee9c890" providerId="ADAL" clId="{9B015188-C5CF-4C49-9151-ADAF620120E0}" dt="2026-08-27T14:38:13.110" v="128" actId="1076"/>
          <ac:spMkLst>
            <pc:docMk/>
            <pc:sldMk cId="4261110346" sldId="2146848429"/>
            <ac:spMk id="137" creationId="{E26EC3FF-8EFF-E8BF-8B09-0AA2BB238EA4}"/>
          </ac:spMkLst>
        </pc:spChg>
        <pc:spChg chg="mod">
          <ac:chgData name="Priyanka Salgar" userId="c77cf308-9cbd-4d4c-a9c1-b4e23ee9c890" providerId="ADAL" clId="{9B015188-C5CF-4C49-9151-ADAF620120E0}" dt="2026-08-27T14:36:09.541" v="111" actId="255"/>
          <ac:spMkLst>
            <pc:docMk/>
            <pc:sldMk cId="4261110346" sldId="2146848429"/>
            <ac:spMk id="139" creationId="{3829549A-B5CD-B44E-F67D-455DBBEA3FD1}"/>
          </ac:spMkLst>
        </pc:spChg>
        <pc:spChg chg="mod">
          <ac:chgData name="Priyanka Salgar" userId="c77cf308-9cbd-4d4c-a9c1-b4e23ee9c890" providerId="ADAL" clId="{9B015188-C5CF-4C49-9151-ADAF620120E0}" dt="2026-08-27T14:36:00.233" v="110" actId="1076"/>
          <ac:spMkLst>
            <pc:docMk/>
            <pc:sldMk cId="4261110346" sldId="2146848429"/>
            <ac:spMk id="141" creationId="{23DA90F6-6ACC-9A9F-A7E3-F9E5C7CB225E}"/>
          </ac:spMkLst>
        </pc:spChg>
        <pc:spChg chg="mod">
          <ac:chgData name="Priyanka Salgar" userId="c77cf308-9cbd-4d4c-a9c1-b4e23ee9c890" providerId="ADAL" clId="{9B015188-C5CF-4C49-9151-ADAF620120E0}" dt="2026-08-27T14:35:47.116" v="109" actId="1076"/>
          <ac:spMkLst>
            <pc:docMk/>
            <pc:sldMk cId="4261110346" sldId="2146848429"/>
            <ac:spMk id="143" creationId="{A52524D6-F3DB-888F-D40E-83E82FC15592}"/>
          </ac:spMkLst>
        </pc:spChg>
        <pc:spChg chg="mod">
          <ac:chgData name="Priyanka Salgar" userId="c77cf308-9cbd-4d4c-a9c1-b4e23ee9c890" providerId="ADAL" clId="{9B015188-C5CF-4C49-9151-ADAF620120E0}" dt="2026-08-27T14:36:26.178" v="113" actId="14100"/>
          <ac:spMkLst>
            <pc:docMk/>
            <pc:sldMk cId="4261110346" sldId="2146848429"/>
            <ac:spMk id="147" creationId="{34B5A681-524E-F9E6-2E30-472290A5B16D}"/>
          </ac:spMkLst>
        </pc:spChg>
        <pc:spChg chg="mod">
          <ac:chgData name="Priyanka Salgar" userId="c77cf308-9cbd-4d4c-a9c1-b4e23ee9c890" providerId="ADAL" clId="{9B015188-C5CF-4C49-9151-ADAF620120E0}" dt="2026-08-27T14:38:16.575" v="129" actId="1076"/>
          <ac:spMkLst>
            <pc:docMk/>
            <pc:sldMk cId="4261110346" sldId="2146848429"/>
            <ac:spMk id="151" creationId="{429997E0-96DE-A3C8-F06E-1A82953DEBE0}"/>
          </ac:spMkLst>
        </pc:spChg>
        <pc:spChg chg="mod">
          <ac:chgData name="Priyanka Salgar" userId="c77cf308-9cbd-4d4c-a9c1-b4e23ee9c890" providerId="ADAL" clId="{9B015188-C5CF-4C49-9151-ADAF620120E0}" dt="2026-08-27T14:36:09.541" v="111" actId="255"/>
          <ac:spMkLst>
            <pc:docMk/>
            <pc:sldMk cId="4261110346" sldId="2146848429"/>
            <ac:spMk id="153" creationId="{081CD138-E5EF-9121-38B0-5F0C7FEEB5EE}"/>
          </ac:spMkLst>
        </pc:spChg>
        <pc:spChg chg="mod">
          <ac:chgData name="Priyanka Salgar" userId="c77cf308-9cbd-4d4c-a9c1-b4e23ee9c890" providerId="ADAL" clId="{9B015188-C5CF-4C49-9151-ADAF620120E0}" dt="2026-08-27T14:36:00.233" v="110" actId="1076"/>
          <ac:spMkLst>
            <pc:docMk/>
            <pc:sldMk cId="4261110346" sldId="2146848429"/>
            <ac:spMk id="155" creationId="{4B295D76-C0BE-15E5-5197-D7D6A1D89CAD}"/>
          </ac:spMkLst>
        </pc:spChg>
        <pc:spChg chg="mod">
          <ac:chgData name="Priyanka Salgar" userId="c77cf308-9cbd-4d4c-a9c1-b4e23ee9c890" providerId="ADAL" clId="{9B015188-C5CF-4C49-9151-ADAF620120E0}" dt="2026-08-27T14:35:47.116" v="109" actId="1076"/>
          <ac:spMkLst>
            <pc:docMk/>
            <pc:sldMk cId="4261110346" sldId="2146848429"/>
            <ac:spMk id="157" creationId="{195E47CB-868B-C048-F383-70BDF299D0E3}"/>
          </ac:spMkLst>
        </pc:spChg>
        <pc:spChg chg="mod">
          <ac:chgData name="Priyanka Salgar" userId="c77cf308-9cbd-4d4c-a9c1-b4e23ee9c890" providerId="ADAL" clId="{9B015188-C5CF-4C49-9151-ADAF620120E0}" dt="2026-08-27T14:38:27.139" v="133" actId="1076"/>
          <ac:spMkLst>
            <pc:docMk/>
            <pc:sldMk cId="4261110346" sldId="2146848429"/>
            <ac:spMk id="161" creationId="{48F2D53D-3652-83F2-8990-4EB1725D4E8D}"/>
          </ac:spMkLst>
        </pc:spChg>
        <pc:spChg chg="mod">
          <ac:chgData name="Priyanka Salgar" userId="c77cf308-9cbd-4d4c-a9c1-b4e23ee9c890" providerId="ADAL" clId="{9B015188-C5CF-4C49-9151-ADAF620120E0}" dt="2026-08-27T14:37:55.166" v="125" actId="1076"/>
          <ac:spMkLst>
            <pc:docMk/>
            <pc:sldMk cId="4261110346" sldId="2146848429"/>
            <ac:spMk id="163" creationId="{B2FF314B-A085-0AB8-FD6F-4CF94DEE5141}"/>
          </ac:spMkLst>
        </pc:spChg>
        <pc:spChg chg="mod">
          <ac:chgData name="Priyanka Salgar" userId="c77cf308-9cbd-4d4c-a9c1-b4e23ee9c890" providerId="ADAL" clId="{9B015188-C5CF-4C49-9151-ADAF620120E0}" dt="2026-08-27T14:38:27.527" v="134" actId="14100"/>
          <ac:spMkLst>
            <pc:docMk/>
            <pc:sldMk cId="4261110346" sldId="2146848429"/>
            <ac:spMk id="165" creationId="{9C4FDCC8-90EE-532D-F5D8-04F609FA7CFF}"/>
          </ac:spMkLst>
        </pc:spChg>
        <pc:spChg chg="mod">
          <ac:chgData name="Priyanka Salgar" userId="c77cf308-9cbd-4d4c-a9c1-b4e23ee9c890" providerId="ADAL" clId="{9B015188-C5CF-4C49-9151-ADAF620120E0}" dt="2026-08-27T14:36:09.541" v="111" actId="255"/>
          <ac:spMkLst>
            <pc:docMk/>
            <pc:sldMk cId="4261110346" sldId="2146848429"/>
            <ac:spMk id="167" creationId="{C5B66AC9-E995-7471-1D07-AA03F40CC631}"/>
          </ac:spMkLst>
        </pc:spChg>
        <pc:spChg chg="mod">
          <ac:chgData name="Priyanka Salgar" userId="c77cf308-9cbd-4d4c-a9c1-b4e23ee9c890" providerId="ADAL" clId="{9B015188-C5CF-4C49-9151-ADAF620120E0}" dt="2026-08-27T14:36:00.233" v="110" actId="1076"/>
          <ac:spMkLst>
            <pc:docMk/>
            <pc:sldMk cId="4261110346" sldId="2146848429"/>
            <ac:spMk id="169" creationId="{10DBE38D-A321-14C4-9F24-10B082A53D14}"/>
          </ac:spMkLst>
        </pc:spChg>
        <pc:spChg chg="mod">
          <ac:chgData name="Priyanka Salgar" userId="c77cf308-9cbd-4d4c-a9c1-b4e23ee9c890" providerId="ADAL" clId="{9B015188-C5CF-4C49-9151-ADAF620120E0}" dt="2026-08-27T14:36:26.178" v="113" actId="14100"/>
          <ac:spMkLst>
            <pc:docMk/>
            <pc:sldMk cId="4261110346" sldId="2146848429"/>
            <ac:spMk id="171" creationId="{A4F64562-C787-8B05-9ABE-24FA408449BC}"/>
          </ac:spMkLst>
        </pc:spChg>
        <pc:spChg chg="mod">
          <ac:chgData name="Priyanka Salgar" userId="c77cf308-9cbd-4d4c-a9c1-b4e23ee9c890" providerId="ADAL" clId="{9B015188-C5CF-4C49-9151-ADAF620120E0}" dt="2026-08-27T14:36:31.919" v="114" actId="255"/>
          <ac:spMkLst>
            <pc:docMk/>
            <pc:sldMk cId="4261110346" sldId="2146848429"/>
            <ac:spMk id="189" creationId="{419C0F59-758C-2611-8AE0-203FAAD622DF}"/>
          </ac:spMkLst>
        </pc:spChg>
      </pc:sldChg>
    </pc:docChg>
  </pc:docChgLst>
</pc:chgInfo>
</file>

<file path=ppt/comments/modernComment_10D_D176A73E.xml><?xml version="1.0" encoding="utf-8"?>
<p188:cmLst xmlns:a="http://schemas.openxmlformats.org/drawingml/2006/main" xmlns:r="http://schemas.openxmlformats.org/officeDocument/2006/relationships" xmlns:p188="http://schemas.microsoft.com/office/powerpoint/2018/8/main">
  <p188:cm id="{8BD66BA4-9E4D-4D3B-BB91-8D264B0CF4E4}" authorId="{1C2B85AE-0FC6-BFBD-C01D-501E159016CC}" status="resolved" created="2026-08-26T06:37:05.012" complete="100000">
    <ac:txMkLst xmlns:ac="http://schemas.microsoft.com/office/drawing/2013/main/command">
      <pc:docMk xmlns:pc="http://schemas.microsoft.com/office/powerpoint/2013/main/command"/>
      <pc:sldMk xmlns:pc="http://schemas.microsoft.com/office/powerpoint/2013/main/command" cId="3514214206" sldId="269"/>
      <ac:spMk id="34" creationId="{4FB582D6-DEDB-D253-CF64-3248350BACA5}"/>
      <ac:txMk cp="18" len="13">
        <ac:context len="32" hash="4158973844"/>
      </ac:txMk>
    </ac:txMkLst>
    <p188:replyLst>
      <p188:reply id="{5CFAC4EA-8D2C-486B-BF2C-20590BC75A1A}" authorId="{A2783E9E-6D8F-611E-3CA1-D9F54FAD8A94}" created="2026-08-26T06:52:31.527">
        <p188:txBody>
          <a:bodyPr/>
          <a:lstStyle/>
          <a:p>
            <a:r>
              <a:rPr lang="en-US"/>
              <a:t>Done</a:t>
            </a:r>
          </a:p>
        </p188:txBody>
      </p188:reply>
    </p188:replyLst>
    <p188:txBody>
      <a:bodyPr/>
      <a:lstStyle/>
      <a:p>
        <a:r>
          <a:rPr lang="en-US"/>
          <a:t>Please make these following changes to maintain parallelism
Proven experience in delivering complex curriculum and content solutions for leading education organizations. 
Strong understanding of the nuances of standards alignment, literacy strategies, and content customization</a:t>
        </a:r>
      </a:p>
    </p188:txBody>
  </p188:cm>
  <p188:cm id="{3CC0D551-04B3-4A3E-B19F-EFD9C0ED5A4E}" authorId="{1C2B85AE-0FC6-BFBD-C01D-501E159016CC}" status="resolved" created="2026-08-26T06:38:38.845" complete="100000">
    <ac:txMkLst xmlns:ac="http://schemas.microsoft.com/office/drawing/2013/main/command">
      <pc:docMk xmlns:pc="http://schemas.microsoft.com/office/powerpoint/2013/main/command"/>
      <pc:sldMk xmlns:pc="http://schemas.microsoft.com/office/powerpoint/2013/main/command" cId="3514214206" sldId="269"/>
      <ac:spMk id="35" creationId="{64D4888F-B9C4-C1F4-7CA8-EBB5809A3AFD}"/>
      <ac:txMk cp="120">
        <ac:context len="224" hash="1109131975"/>
      </ac:txMk>
    </ac:txMkLst>
    <p188:replyLst>
      <p188:reply id="{4355CB4B-BF6E-4F4F-951D-0809DAA6120D}" authorId="{A2783E9E-6D8F-611E-3CA1-D9F54FAD8A94}" created="2026-08-26T06:53:56.508">
        <p188:txBody>
          <a:bodyPr/>
          <a:lstStyle/>
          <a:p>
            <a:r>
              <a:rPr lang="en-US"/>
              <a:t>Done</a:t>
            </a:r>
          </a:p>
        </p188:txBody>
      </p188:reply>
    </p188:replyLst>
    <p188:txBody>
      <a:bodyPr/>
      <a:lstStyle/>
      <a:p>
        <a:r>
          <a:rPr lang="en-US"/>
          <a:t>Please consider changing 
Pre-built building blocks and configurable workflows
to 
Reusable building blocks and configurable workflows</a:t>
        </a:r>
      </a:p>
    </p188:txBody>
  </p188:cm>
  <p188:cm id="{F6578345-9520-4A63-B9BB-3840FAA5B324}" authorId="{1C2B85AE-0FC6-BFBD-C01D-501E159016CC}" status="resolved" created="2026-08-26T06:43:03.752" complete="100000">
    <ac:txMkLst xmlns:ac="http://schemas.microsoft.com/office/drawing/2013/main/command">
      <pc:docMk xmlns:pc="http://schemas.microsoft.com/office/powerpoint/2013/main/command"/>
      <pc:sldMk xmlns:pc="http://schemas.microsoft.com/office/powerpoint/2013/main/command" cId="3514214206" sldId="269"/>
      <ac:spMk id="38" creationId="{C886BB90-1B80-15AD-5E51-6DEF295D13BF}"/>
      <ac:txMk cp="130" len="54">
        <ac:context len="185" hash="3015646633"/>
      </ac:txMk>
    </ac:txMkLst>
    <p188:replyLst>
      <p188:reply id="{76FB2DE7-C2AD-41BB-B500-19B6831FEB90}" authorId="{A2783E9E-6D8F-611E-3CA1-D9F54FAD8A94}" created="2026-08-26T06:54:12.910">
        <p188:txBody>
          <a:bodyPr/>
          <a:lstStyle/>
          <a:p>
            <a:r>
              <a:rPr lang="en-US"/>
              <a:t>Done</a:t>
            </a:r>
          </a:p>
        </p188:txBody>
      </p188:reply>
    </p188:replyLst>
    <p188:txBody>
      <a:bodyPr/>
      <a:lstStyle/>
      <a:p>
        <a:r>
          <a:rPr lang="en-US"/>
          <a:t>Please review edits. Changes have been made to make this pointer parallel with the above pointers. </a:t>
        </a:r>
      </a:p>
    </p188:txBody>
  </p188:cm>
  <p188:cm id="{D25CEDCE-4980-4DD0-A802-49FBB68E48DC}" authorId="{1C2B85AE-0FC6-BFBD-C01D-501E159016CC}" status="resolved" created="2026-08-26T06:46:31.733" complete="100000">
    <ac:txMkLst xmlns:ac="http://schemas.microsoft.com/office/drawing/2013/main/command">
      <pc:docMk xmlns:pc="http://schemas.microsoft.com/office/powerpoint/2013/main/command"/>
      <pc:sldMk xmlns:pc="http://schemas.microsoft.com/office/powerpoint/2013/main/command" cId="3514214206" sldId="269"/>
      <ac:spMk id="40" creationId="{686B2648-0FEF-C108-8532-BA3B47D69404}"/>
      <ac:txMk cp="115" len="36">
        <ac:context len="152" hash="3891944307"/>
      </ac:txMk>
    </ac:txMkLst>
    <p188:replyLst>
      <p188:reply id="{51A786E3-1EED-4935-9AF8-5157120013FE}" authorId="{C07986C5-F038-BDDA-AFFA-929272B4981A}" created="2026-08-26T06:53:54.801">
        <p188:txBody>
          <a:bodyPr/>
          <a:lstStyle/>
          <a:p>
            <a:r>
              <a:rPr lang="en-US"/>
              <a:t>Done, Thank you.</a:t>
            </a:r>
          </a:p>
        </p188:txBody>
      </p188:reply>
    </p188:replyLst>
    <p188:txBody>
      <a:bodyPr/>
      <a:lstStyle/>
      <a:p>
        <a:r>
          <a:rPr lang="en-US"/>
          <a:t>For maintaining parallelism, please consider changing 
Your success is our mission
To 
Dedicated commitment to your success</a:t>
        </a:r>
      </a:p>
    </p188:txBody>
  </p188:cm>
</p188:cmLst>
</file>

<file path=ppt/comments/modernComment_14C_9FDA2029.xml><?xml version="1.0" encoding="utf-8"?>
<p188:cmLst xmlns:a="http://schemas.openxmlformats.org/drawingml/2006/main" xmlns:r="http://schemas.openxmlformats.org/officeDocument/2006/relationships" xmlns:p188="http://schemas.microsoft.com/office/powerpoint/2018/8/main">
  <p188:cm id="{602BC830-792C-455F-ACEA-6A7DD3903F97}" authorId="{1C2B85AE-0FC6-BFBD-C01D-501E159016CC}" status="resolved" created="2026-08-26T06:55:47.648" complete="100000">
    <pc:sldMkLst xmlns:pc="http://schemas.microsoft.com/office/powerpoint/2013/main/command">
      <pc:docMk/>
      <pc:sldMk cId="2681872425" sldId="332"/>
    </pc:sldMkLst>
    <p188:replyLst>
      <p188:reply id="{D2F4776C-E6CF-4699-B8E0-86B20DC7E743}" authorId="{A2783E9E-6D8F-611E-3CA1-D9F54FAD8A94}" created="2026-08-26T07:08:46.112">
        <p188:txBody>
          <a:bodyPr/>
          <a:lstStyle/>
          <a:p>
            <a:r>
              <a:rPr lang="en-US"/>
              <a:t>It can be content or any utility like workflow executer or impact analysis </a:t>
            </a:r>
          </a:p>
        </p188:txBody>
      </p188:reply>
    </p188:replyLst>
    <p188:txBody>
      <a:bodyPr/>
      <a:lstStyle/>
      <a:p>
        <a:r>
          <a:rPr lang="en-US"/>
          <a:t>Leverage Proven IP to Deliver Faster, Smarter what with Higher Quality. Is it 
Leverage Proven IP to Deliver Faster, Smarter Content with Higher Quality or something else. Please mention. </a:t>
        </a:r>
      </a:p>
    </p188:txBody>
  </p188:cm>
  <p188:cm id="{984DEF4B-23C2-4125-80F6-A57D5752E50B}" authorId="{1C2B85AE-0FC6-BFBD-C01D-501E159016CC}" status="resolved" created="2026-08-26T07:10:27.736" complete="100000">
    <ac:txMkLst xmlns:ac="http://schemas.microsoft.com/office/drawing/2013/main/command">
      <pc:docMk xmlns:pc="http://schemas.microsoft.com/office/powerpoint/2013/main/command"/>
      <pc:sldMk xmlns:pc="http://schemas.microsoft.com/office/powerpoint/2013/main/command" cId="2681872425" sldId="332"/>
      <ac:spMk id="26" creationId="{856890DD-A7CD-38DB-0973-9E99DE0DBE4E}"/>
      <ac:txMk cp="0" len="12">
        <ac:context len="27" hash="3584541178"/>
      </ac:txMk>
    </ac:txMkLst>
    <p188:pos x="2439995" y="268981"/>
    <p188:replyLst>
      <p188:reply id="{81056B16-1320-47BB-A927-EDEF09B9ED6D}" authorId="{A2783E9E-6D8F-611E-3CA1-D9F54FAD8A94}" created="2026-08-26T07:13:23.524">
        <p188:txBody>
          <a:bodyPr/>
          <a:lstStyle/>
          <a:p>
            <a:r>
              <a:rPr lang="en-US"/>
              <a:t>Edits are good. We can use them.</a:t>
            </a:r>
          </a:p>
        </p188:txBody>
      </p188:reply>
    </p188:replyLst>
    <p188:txBody>
      <a:bodyPr/>
      <a:lstStyle/>
      <a:p>
        <a:r>
          <a:rPr lang="en-US"/>
          <a:t>Please review edits. Changes made for parallelism. </a:t>
        </a:r>
      </a:p>
    </p188:txBody>
  </p188:cm>
</p188:cmLst>
</file>

<file path=ppt/comments/modernComment_14F_FE52D207.xml><?xml version="1.0" encoding="utf-8"?>
<p188:cmLst xmlns:a="http://schemas.openxmlformats.org/drawingml/2006/main" xmlns:r="http://schemas.openxmlformats.org/officeDocument/2006/relationships" xmlns:p188="http://schemas.microsoft.com/office/powerpoint/2018/8/main">
  <p188:cm id="{56316170-4338-47C3-B9E2-34A8BB2507BF}" authorId="{C07986C5-F038-BDDA-AFFA-929272B4981A}" status="resolved" created="2026-08-26T08:09:07.850" complete="100000">
    <ac:txMkLst xmlns:ac="http://schemas.microsoft.com/office/drawing/2013/main/command">
      <pc:docMk xmlns:pc="http://schemas.microsoft.com/office/powerpoint/2013/main/command"/>
      <pc:sldMk xmlns:pc="http://schemas.microsoft.com/office/powerpoint/2013/main/command" cId="4266840583" sldId="335"/>
      <ac:spMk id="4" creationId="{D5099782-FB06-EADC-40EA-235FFFF899D6}"/>
      <ac:txMk cp="0" len="35">
        <ac:context len="36" hash="2607351722"/>
      </ac:txMk>
    </ac:txMkLst>
    <p188:replyLst>
      <p188:reply id="{5748E9F4-BFE6-4869-AD18-5BE53AB06986}" authorId="{A2783E9E-6D8F-611E-3CA1-D9F54FAD8A94}" created="2026-08-26T08:16:16.603">
        <p188:txBody>
          <a:bodyPr/>
          <a:lstStyle/>
          <a:p>
            <a:r>
              <a:rPr lang="en-US"/>
              <a:t>Sure, it works! Thanks.</a:t>
            </a:r>
          </a:p>
        </p188:txBody>
      </p188:reply>
    </p188:replyLst>
    <p188:txBody>
      <a:bodyPr/>
      <a:lstStyle/>
      <a:p>
        <a:r>
          <a:rPr lang="en-US"/>
          <a:t>[@Rahul], I’ve added the slide title, as it was missing earlier. Please review and let me know if this works.</a:t>
        </a:r>
      </a:p>
    </p188:txBody>
  </p188:cm>
</p188:cmLst>
</file>

<file path=ppt/comments/modernComment_102_0.xml><?xml version="1.0" encoding="utf-8"?>
<p188:cmLst xmlns:a="http://schemas.openxmlformats.org/drawingml/2006/main" xmlns:r="http://schemas.openxmlformats.org/officeDocument/2006/relationships" xmlns:p188="http://schemas.microsoft.com/office/powerpoint/2018/8/main">
  <p188:cm id="{BAE2EC90-2BC7-4668-94B8-0C6A27709663}" authorId="{1C2B85AE-0FC6-BFBD-C01D-501E159016CC}" status="resolved" created="2026-08-26T06:51:16.631" complete="100000">
    <ac:txMkLst xmlns:ac="http://schemas.microsoft.com/office/drawing/2013/main/command">
      <pc:docMk xmlns:pc="http://schemas.microsoft.com/office/powerpoint/2013/main/command"/>
      <pc:sldMk xmlns:pc="http://schemas.microsoft.com/office/powerpoint/2013/main/command" cId="0" sldId="258"/>
      <ac:spMk id="73" creationId="{6040CF34-11FF-BAA6-6CEE-BA08B3471232}"/>
      <ac:txMk cp="0">
        <ac:context len="85" hash="3812537809"/>
      </ac:txMk>
    </ac:txMkLst>
    <p188:txBody>
      <a:bodyPr/>
      <a:lstStyle/>
      <a:p>
        <a:r>
          <a:rPr lang="en-US"/>
          <a:t>For maintaining parallelism, please consider changing 
Alignment matrix, gap register, remediation plan, traceability report
to 
Created an alignment matrix, gap register, remediation plan, and traceability report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F855E0-CFBF-4720-9104-92BBBF2B7247}" type="datetimeFigureOut">
              <a:rPr lang="en-US" smtClean="0"/>
              <a:t>28-Aug-26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D7FA8-97C7-414F-8258-223E592344C6}" type="slidenum">
              <a:rPr lang="en-US" smtClean="0"/>
              <a:t>‹#›</a:t>
            </a:fld>
            <a:endParaRPr lang="en-US"/>
          </a:p>
        </p:txBody>
      </p:sp>
    </p:spTree>
    <p:extLst>
      <p:ext uri="{BB962C8B-B14F-4D97-AF65-F5344CB8AC3E}">
        <p14:creationId xmlns:p14="http://schemas.microsoft.com/office/powerpoint/2010/main" val="4426066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43ab9e2c76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g243ab9e2c76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WALKTHROUGH</a:t>
            </a:r>
          </a:p>
          <a:p>
            <a:endParaRPr lang="en-US" b="1" dirty="0"/>
          </a:p>
          <a:p>
            <a:endParaRPr lang="en-US" b="1" dirty="0"/>
          </a:p>
          <a:p>
            <a:r>
              <a:rPr lang="en-US" b="1" dirty="0"/>
              <a:t>Executive walkthrough</a:t>
            </a:r>
          </a:p>
          <a:p>
            <a:r>
              <a:rPr lang="en-US" dirty="0"/>
              <a:t>“This slide summarizes our proposed AI-powered Curriculum Intelligence Platform for Discovery Education, covering the business need, our solution approach, the capabilities we can reuse, the capabilities we need to build, and the recommended path to implementation.”</a:t>
            </a:r>
          </a:p>
          <a:p>
            <a:r>
              <a:rPr lang="en-US" dirty="0"/>
              <a:t>Starting with the </a:t>
            </a:r>
            <a:r>
              <a:rPr lang="en-US" b="1" dirty="0"/>
              <a:t>business requirement</a:t>
            </a:r>
            <a:r>
              <a:rPr lang="en-US" dirty="0"/>
              <a:t>, Discovery Education needs a unified AI platform that can analyze, align, customize, and enhance curriculum while maintaining accuracy, instructional integrity, and traceability.</a:t>
            </a:r>
          </a:p>
          <a:p>
            <a:r>
              <a:rPr lang="en-US" dirty="0"/>
              <a:t>We have organized the requirement around three primary scenarios. The first is </a:t>
            </a:r>
            <a:r>
              <a:rPr lang="en-US" b="1" dirty="0"/>
              <a:t>Standards Alignment and Gap Analysis</a:t>
            </a:r>
            <a:r>
              <a:rPr lang="en-US" dirty="0"/>
              <a:t>, where content needs to be evaluated against curriculum standards and gaps identified. The second is </a:t>
            </a:r>
            <a:r>
              <a:rPr lang="en-US" b="1" dirty="0"/>
              <a:t>Literacy Strategy Integration</a:t>
            </a:r>
            <a:r>
              <a:rPr lang="en-US" dirty="0"/>
              <a:t>, where instructional and literacy strategies need to be incorporated consistently. The third is </a:t>
            </a:r>
            <a:r>
              <a:rPr lang="en-US" b="1" dirty="0"/>
              <a:t>Oregon Content Customization</a:t>
            </a:r>
            <a:r>
              <a:rPr lang="en-US" dirty="0"/>
              <a:t>, which introduces state-specific curriculum and content requirements.</a:t>
            </a:r>
          </a:p>
          <a:p>
            <a:r>
              <a:rPr lang="en-US" dirty="0"/>
              <a:t>The important architectural point is that we are </a:t>
            </a:r>
            <a:r>
              <a:rPr lang="en-US" b="1" dirty="0"/>
              <a:t>not proposing three independent solutions</a:t>
            </a:r>
            <a:r>
              <a:rPr lang="en-US" dirty="0"/>
              <a:t>. Instead, we are proposing a </a:t>
            </a:r>
            <a:r>
              <a:rPr lang="en-US" b="1" dirty="0"/>
              <a:t>common Curriculum Intelligence Platform</a:t>
            </a:r>
            <a:r>
              <a:rPr lang="en-US" dirty="0"/>
              <a:t> that supports all three scenarios through reusable services and configurable workflows.</a:t>
            </a:r>
          </a:p>
          <a:p>
            <a:br>
              <a:rPr lang="en-US" dirty="0"/>
            </a:br>
            <a:endParaRPr lang="en-US" dirty="0"/>
          </a:p>
          <a:p>
            <a:r>
              <a:rPr lang="en-US" b="1" dirty="0"/>
              <a:t>Our proposed solution</a:t>
            </a:r>
          </a:p>
          <a:p>
            <a:r>
              <a:rPr lang="en-US" dirty="0"/>
              <a:t>Our solution is based on four architectural principles.</a:t>
            </a:r>
          </a:p>
          <a:p>
            <a:r>
              <a:rPr lang="en-US" b="1" dirty="0"/>
              <a:t>First, leverage proven accelerators.</a:t>
            </a:r>
            <a:br>
              <a:rPr lang="en-US" dirty="0"/>
            </a:br>
            <a:r>
              <a:rPr lang="en-US" dirty="0"/>
              <a:t>Academian already has eight reusable capabilities covering areas such as content ingestion, standards intelligence, content understanding, alignment, content generation, accessibility, assessment authoring, and reporting.</a:t>
            </a:r>
          </a:p>
          <a:p>
            <a:r>
              <a:rPr lang="en-US" dirty="0"/>
              <a:t>Rather than rebuilding these capabilities, we propose using them as the foundation of the platform. This reduces development effort, implementation risk, and time to value.</a:t>
            </a:r>
          </a:p>
          <a:p>
            <a:r>
              <a:rPr lang="en-US" b="1" dirty="0"/>
              <a:t>Second, extend the platform where capability gaps exist.</a:t>
            </a:r>
            <a:br>
              <a:rPr lang="en-US" dirty="0"/>
            </a:br>
            <a:r>
              <a:rPr lang="en-US" dirty="0"/>
              <a:t>Our assessment identifies four major areas requiring additional development:</a:t>
            </a:r>
          </a:p>
          <a:p>
            <a:pPr lvl="0"/>
            <a:r>
              <a:rPr lang="en-US" dirty="0"/>
              <a:t>Impact Analysis and Rationale </a:t>
            </a:r>
          </a:p>
          <a:p>
            <a:pPr lvl="0"/>
            <a:r>
              <a:rPr lang="en-US" dirty="0"/>
              <a:t>Quality Validation and Assurance </a:t>
            </a:r>
          </a:p>
          <a:p>
            <a:pPr lvl="0"/>
            <a:r>
              <a:rPr lang="en-US" dirty="0"/>
              <a:t>Content Summarization and Insights </a:t>
            </a:r>
          </a:p>
          <a:p>
            <a:pPr lvl="0"/>
            <a:r>
              <a:rPr lang="en-US" dirty="0"/>
              <a:t>Advanced Workflow Orchestration </a:t>
            </a:r>
          </a:p>
          <a:p>
            <a:r>
              <a:rPr lang="en-US" dirty="0"/>
              <a:t>These capabilities complement the existing accelerators rather than replacing them.</a:t>
            </a:r>
          </a:p>
          <a:p>
            <a:br>
              <a:rPr lang="en-US" dirty="0"/>
            </a:br>
            <a:endParaRPr lang="en-US" dirty="0"/>
          </a:p>
          <a:p>
            <a:r>
              <a:rPr lang="en-US" b="1" dirty="0"/>
              <a:t>Shared platform services</a:t>
            </a:r>
          </a:p>
          <a:p>
            <a:r>
              <a:rPr lang="en-US" dirty="0"/>
              <a:t>The third architectural principle is to establish </a:t>
            </a:r>
            <a:r>
              <a:rPr lang="en-US" b="1" dirty="0"/>
              <a:t>shared platform services</a:t>
            </a:r>
            <a:r>
              <a:rPr lang="en-US" dirty="0"/>
              <a:t>.</a:t>
            </a:r>
          </a:p>
          <a:p>
            <a:r>
              <a:rPr lang="en-US" dirty="0"/>
              <a:t>These services provide the horizontal capabilities required across every use case—for example:</a:t>
            </a:r>
          </a:p>
          <a:p>
            <a:pPr lvl="0"/>
            <a:r>
              <a:rPr lang="en-US" dirty="0"/>
              <a:t>data and content services, </a:t>
            </a:r>
          </a:p>
          <a:p>
            <a:pPr lvl="0"/>
            <a:r>
              <a:rPr lang="en-US" dirty="0"/>
              <a:t>AI and model orchestration, </a:t>
            </a:r>
          </a:p>
          <a:p>
            <a:pPr lvl="0"/>
            <a:r>
              <a:rPr lang="en-US" dirty="0"/>
              <a:t>security and access controls, </a:t>
            </a:r>
          </a:p>
          <a:p>
            <a:pPr lvl="0"/>
            <a:r>
              <a:rPr lang="en-US" dirty="0"/>
              <a:t>AI quality and validation, </a:t>
            </a:r>
          </a:p>
          <a:p>
            <a:pPr lvl="0"/>
            <a:r>
              <a:rPr lang="en-US" dirty="0"/>
              <a:t>traceability and reporting, </a:t>
            </a:r>
          </a:p>
          <a:p>
            <a:pPr lvl="0"/>
            <a:r>
              <a:rPr lang="en-US" dirty="0"/>
              <a:t>and human-in-the-loop review. </a:t>
            </a:r>
          </a:p>
          <a:p>
            <a:r>
              <a:rPr lang="en-US" dirty="0"/>
              <a:t>This layer is particularly important from an enterprise architecture perspective because it prevents each workflow from creating its own security, AI governance, validation, and integration mechanisms.</a:t>
            </a:r>
          </a:p>
          <a:p>
            <a:r>
              <a:rPr lang="en-US" dirty="0"/>
              <a:t>It also gives Discovery Education a common foundation that can support additional curriculum use cases in the future.</a:t>
            </a:r>
          </a:p>
          <a:p>
            <a:br>
              <a:rPr lang="en-US" dirty="0"/>
            </a:br>
            <a:endParaRPr lang="en-US" dirty="0"/>
          </a:p>
          <a:p>
            <a:r>
              <a:rPr lang="en-US" b="1" dirty="0"/>
              <a:t>Configurable workflows</a:t>
            </a:r>
          </a:p>
          <a:p>
            <a:r>
              <a:rPr lang="en-US" dirty="0"/>
              <a:t>The fourth principle is </a:t>
            </a:r>
            <a:r>
              <a:rPr lang="en-US" b="1" dirty="0"/>
              <a:t>configuration over customization</a:t>
            </a:r>
            <a:r>
              <a:rPr lang="en-US" dirty="0"/>
              <a:t>.</a:t>
            </a:r>
          </a:p>
          <a:p>
            <a:r>
              <a:rPr lang="en-US" dirty="0"/>
              <a:t>Each scenario—Standards Alignment, Literacy Strategy Integration, or Oregon Content Customization—will have its own workflow, but those workflows will consume the same reusable platform capabilities.</a:t>
            </a:r>
          </a:p>
          <a:p>
            <a:r>
              <a:rPr lang="en-US" dirty="0"/>
              <a:t>For example, a standards-alignment workflow might combine:</a:t>
            </a:r>
          </a:p>
          <a:p>
            <a:r>
              <a:rPr lang="en-US" b="1" dirty="0"/>
              <a:t>Content Ingestion → Content Understanding → Standards Intelligence → Alignment Analysis → Impact Analysis → Quality Validation → Human Review → Reporting.</a:t>
            </a:r>
            <a:endParaRPr lang="en-US" dirty="0"/>
          </a:p>
          <a:p>
            <a:r>
              <a:rPr lang="en-US" dirty="0"/>
              <a:t>A content-customization workflow could reuse many of the same services but introduce content generation, summarization, and additional approval steps.</a:t>
            </a:r>
          </a:p>
          <a:p>
            <a:r>
              <a:rPr lang="en-US" dirty="0"/>
              <a:t>This allows us to support scenario-specific requirements without creating tightly coupled point solutions.</a:t>
            </a:r>
          </a:p>
          <a:p>
            <a:br>
              <a:rPr lang="en-US" dirty="0"/>
            </a:br>
            <a:endParaRPr lang="en-US" dirty="0"/>
          </a:p>
          <a:p>
            <a:r>
              <a:rPr lang="en-US" b="1" dirty="0"/>
              <a:t>Reusable accelerator foundation</a:t>
            </a:r>
          </a:p>
          <a:p>
            <a:r>
              <a:rPr lang="en-US" dirty="0"/>
              <a:t>At the bottom-left of the slide are the </a:t>
            </a:r>
            <a:r>
              <a:rPr lang="en-US" b="1" dirty="0"/>
              <a:t>eight proven accelerators</a:t>
            </a:r>
            <a:r>
              <a:rPr lang="en-US" dirty="0"/>
              <a:t> forming the core solution foundation.</a:t>
            </a:r>
          </a:p>
          <a:p>
            <a:r>
              <a:rPr lang="en-US" dirty="0"/>
              <a:t>They cover the curriculum lifecycle from:</a:t>
            </a:r>
          </a:p>
          <a:p>
            <a:r>
              <a:rPr lang="en-US" b="1" dirty="0"/>
              <a:t>ingestion and normalization</a:t>
            </a:r>
            <a:r>
              <a:rPr lang="en-US" dirty="0"/>
              <a:t>, through </a:t>
            </a:r>
            <a:r>
              <a:rPr lang="en-US" b="1" dirty="0"/>
              <a:t>standards and NLP-based content understanding</a:t>
            </a:r>
            <a:r>
              <a:rPr lang="en-US" dirty="0"/>
              <a:t>, to </a:t>
            </a:r>
            <a:r>
              <a:rPr lang="en-US" b="1" dirty="0"/>
              <a:t>alignment analysis</a:t>
            </a:r>
            <a:r>
              <a:rPr lang="en-US" dirty="0"/>
              <a:t>, followed by </a:t>
            </a:r>
            <a:r>
              <a:rPr lang="en-US" b="1" dirty="0"/>
              <a:t>content generation, accessibility validation, assessment creation, and reporting</a:t>
            </a:r>
            <a:r>
              <a:rPr lang="en-US" dirty="0"/>
              <a:t>.</a:t>
            </a:r>
          </a:p>
          <a:p>
            <a:r>
              <a:rPr lang="en-US" dirty="0"/>
              <a:t>The architectural advantage here is significant: these are reusable building blocks rather than use-case-specific components.</a:t>
            </a:r>
          </a:p>
          <a:p>
            <a:r>
              <a:rPr lang="en-US" dirty="0"/>
              <a:t>As Discovery Education introduces additional subjects, states, standards, or curriculum products, the same capabilities can continue to be reused.</a:t>
            </a:r>
          </a:p>
          <a:p>
            <a:br>
              <a:rPr lang="en-US" dirty="0"/>
            </a:br>
            <a:endParaRPr lang="en-US" dirty="0"/>
          </a:p>
          <a:p>
            <a:r>
              <a:rPr lang="en-US" b="1" dirty="0"/>
              <a:t>Four new capabilities</a:t>
            </a:r>
          </a:p>
          <a:p>
            <a:r>
              <a:rPr lang="en-US" dirty="0"/>
              <a:t>The center section highlights the four areas where targeted development is recommended.</a:t>
            </a:r>
          </a:p>
          <a:p>
            <a:r>
              <a:rPr lang="en-US" b="1" dirty="0"/>
              <a:t>Impact Analysis &amp; Rationale Engine</a:t>
            </a:r>
            <a:r>
              <a:rPr lang="en-US" dirty="0"/>
              <a:t> provides evidence-based reasoning behind curriculum recommendations or proposed changes. This is particularly important because the platform should not simply state that something is misaligned—it should explain </a:t>
            </a:r>
            <a:r>
              <a:rPr lang="en-US" b="1" dirty="0"/>
              <a:t>why</a:t>
            </a:r>
            <a:r>
              <a:rPr lang="en-US" dirty="0"/>
              <a:t> and provide evidence supporting the recommendation.</a:t>
            </a:r>
          </a:p>
          <a:p>
            <a:r>
              <a:rPr lang="en-US" b="1" dirty="0"/>
              <a:t>Quality Validation &amp; Assurance</a:t>
            </a:r>
            <a:r>
              <a:rPr lang="en-US" dirty="0"/>
              <a:t> establishes AI and rule-based controls around accuracy, compliance, and instructional integrity. This gives us an important quality gate before AI-generated or AI-modified content reaches educators.</a:t>
            </a:r>
          </a:p>
          <a:p>
            <a:r>
              <a:rPr lang="en-US" b="1" dirty="0"/>
              <a:t>Content Summarization &amp; Insights</a:t>
            </a:r>
            <a:r>
              <a:rPr lang="en-US" dirty="0"/>
              <a:t> transforms large volumes of curriculum information into concise, actionable insights for curriculum specialists and decision-makers.</a:t>
            </a:r>
          </a:p>
          <a:p>
            <a:r>
              <a:rPr lang="en-US" dirty="0"/>
              <a:t>Finally, the </a:t>
            </a:r>
            <a:r>
              <a:rPr lang="en-US" b="1" dirty="0"/>
              <a:t>Advanced Workflow Orchestrator</a:t>
            </a:r>
            <a:r>
              <a:rPr lang="en-US" dirty="0"/>
              <a:t> coordinates the end-to-end processes, including scenario-specific rules, AI services, human review, validation, and exception handling.</a:t>
            </a:r>
          </a:p>
          <a:p>
            <a:r>
              <a:rPr lang="en-US" dirty="0"/>
              <a:t>From an architecture standpoint, this orchestrator becomes an important control plane connecting the reusable accelerators and shared services into business workflows.</a:t>
            </a:r>
          </a:p>
          <a:p>
            <a:br>
              <a:rPr lang="en-US" dirty="0"/>
            </a:br>
            <a:endParaRPr lang="en-US" dirty="0"/>
          </a:p>
          <a:p>
            <a:r>
              <a:rPr lang="en-US" b="1" dirty="0"/>
              <a:t>Human-in-the-loop and AI governance</a:t>
            </a:r>
          </a:p>
          <a:p>
            <a:r>
              <a:rPr lang="en-US" dirty="0"/>
              <a:t>One point I would emphasize while presenting the slide is that this is </a:t>
            </a:r>
            <a:r>
              <a:rPr lang="en-US" b="1" dirty="0"/>
              <a:t>not intended to be an autonomous content-generation system</a:t>
            </a:r>
            <a:r>
              <a:rPr lang="en-US" dirty="0"/>
              <a:t>.</a:t>
            </a:r>
          </a:p>
          <a:p>
            <a:r>
              <a:rPr lang="en-US" dirty="0"/>
              <a:t>For curriculum-sensitive activities, AI recommendations should pass through appropriate validation and, where required, </a:t>
            </a:r>
            <a:r>
              <a:rPr lang="en-US" b="1" dirty="0"/>
              <a:t>human-in-the-loop approval</a:t>
            </a:r>
            <a:r>
              <a:rPr lang="en-US" dirty="0"/>
              <a:t>.</a:t>
            </a:r>
          </a:p>
          <a:p>
            <a:r>
              <a:rPr lang="en-US" dirty="0"/>
              <a:t>The platform therefore combines AI automation with governance, traceability, validation, and human oversight. This is essential for maintaining instructional quality and stakeholder confidence.</a:t>
            </a:r>
          </a:p>
          <a:p>
            <a:br>
              <a:rPr lang="en-US" dirty="0"/>
            </a:br>
            <a:endParaRPr lang="en-US" dirty="0"/>
          </a:p>
          <a:p>
            <a:r>
              <a:rPr lang="en-US" b="1" dirty="0"/>
              <a:t>Implementation path</a:t>
            </a:r>
          </a:p>
          <a:p>
            <a:r>
              <a:rPr lang="en-US" dirty="0"/>
              <a:t>The recommended delivery approach is incremental.</a:t>
            </a:r>
          </a:p>
          <a:p>
            <a:r>
              <a:rPr lang="en-US" dirty="0"/>
              <a:t>We begin by </a:t>
            </a:r>
            <a:r>
              <a:rPr lang="en-US" b="1" dirty="0"/>
              <a:t>confirming scope and prioritizing the three scenarios</a:t>
            </a:r>
            <a:r>
              <a:rPr lang="en-US" dirty="0"/>
              <a:t>. We then conduct detailed planning and integrate the reusable accelerators.</a:t>
            </a:r>
          </a:p>
          <a:p>
            <a:r>
              <a:rPr lang="en-US" dirty="0"/>
              <a:t>From there, we </a:t>
            </a:r>
            <a:r>
              <a:rPr lang="en-US" b="1" dirty="0"/>
              <a:t>build and configure the identified capability gaps and pilot the workflows</a:t>
            </a:r>
            <a:r>
              <a:rPr lang="en-US" dirty="0"/>
              <a:t>.</a:t>
            </a:r>
          </a:p>
          <a:p>
            <a:r>
              <a:rPr lang="en-US" dirty="0"/>
              <a:t>Once the pilot validates accuracy, performance, usability, and instructional quality, we move into </a:t>
            </a:r>
            <a:r>
              <a:rPr lang="en-US" b="1" dirty="0"/>
              <a:t>validation, rollout, and continuous improvement</a:t>
            </a:r>
            <a:r>
              <a:rPr lang="en-US" dirty="0"/>
              <a:t>.</a:t>
            </a:r>
          </a:p>
          <a:p>
            <a:r>
              <a:rPr lang="en-US" dirty="0"/>
              <a:t>This approach allows Discovery Education to demonstrate value early while progressively establishing the broader platform.</a:t>
            </a:r>
          </a:p>
          <a:p>
            <a:br>
              <a:rPr lang="en-US" dirty="0"/>
            </a:br>
            <a:endParaRPr lang="en-US" dirty="0"/>
          </a:p>
          <a:p>
            <a:r>
              <a:rPr lang="en-US" b="1" dirty="0"/>
              <a:t>Closing message</a:t>
            </a:r>
          </a:p>
          <a:p>
            <a:r>
              <a:rPr lang="en-US" dirty="0"/>
              <a:t>The key message of the slide is:</a:t>
            </a:r>
          </a:p>
          <a:p>
            <a:r>
              <a:rPr lang="en-US" b="1" dirty="0"/>
              <a:t>We are not starting from scratch and we are not building three separate AI solutions. We are creating one reusable Curriculum Intelligence Platform that combines proven accelerators, a small number of targeted new capabilities, common enterprise services, and configurable workflows.</a:t>
            </a:r>
            <a:endParaRPr lang="en-US" dirty="0"/>
          </a:p>
          <a:p>
            <a:r>
              <a:rPr lang="en-US" dirty="0"/>
              <a:t>That gives Discovery Education three important benefits: </a:t>
            </a:r>
            <a:r>
              <a:rPr lang="en-US" b="1" dirty="0"/>
              <a:t>faster time to value, lower implementation risk, and a scalable architecture that can support future curriculum use cases beyond the initial three scenarios.</a:t>
            </a:r>
            <a:endParaRPr lang="en-US" dirty="0"/>
          </a:p>
          <a:p>
            <a:r>
              <a:rPr lang="en-US" dirty="0"/>
              <a:t>For an executive discussion, I would spend roughly </a:t>
            </a:r>
            <a:r>
              <a:rPr lang="en-US" b="1" dirty="0"/>
              <a:t>5–7 minutes on this slide</a:t>
            </a:r>
            <a:r>
              <a:rPr lang="en-US" dirty="0"/>
              <a:t>, with most of the emphasis on the </a:t>
            </a:r>
            <a:r>
              <a:rPr lang="en-US" b="1" dirty="0"/>
              <a:t>reuse-first architecture, shared platform model, four new capabilities, and configurability of the solution</a:t>
            </a:r>
            <a:r>
              <a:rPr lang="en-US" dirty="0"/>
              <a:t>, rather than explaining every accelerator individually.</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a:t>
            </a:r>
          </a:p>
          <a:p>
            <a:r>
              <a:rPr lang="en-US" b="1" dirty="0"/>
              <a:t>SLIDE CONTENT</a:t>
            </a:r>
          </a:p>
          <a:p>
            <a:endParaRPr lang="en-US" b="1" dirty="0"/>
          </a:p>
          <a:p>
            <a:r>
              <a:rPr lang="en-US" b="1" dirty="0"/>
              <a:t>Discovery Education Solution—Executive Summary</a:t>
            </a:r>
            <a:endParaRPr lang="en-US" dirty="0"/>
          </a:p>
          <a:p>
            <a:r>
              <a:rPr lang="en-US" b="1" dirty="0"/>
              <a:t>Academian’s AI-Powered Curriculum Intelligence Platform for Discovery Education</a:t>
            </a:r>
            <a:endParaRPr lang="en-US" dirty="0"/>
          </a:p>
          <a:p>
            <a:r>
              <a:rPr lang="en-US" b="1" dirty="0"/>
              <a:t>BUSINESS REQUIREMENT</a:t>
            </a:r>
            <a:endParaRPr lang="en-US" dirty="0"/>
          </a:p>
          <a:p>
            <a:r>
              <a:rPr lang="en-US" dirty="0"/>
              <a:t>Discovery Education needs a unified AI platform that can intelligently analyze, align, customize, and enhance curriculum across standards, literacy strategies, and content requirements while ensuring accuracy, instructional integrity, and traceability.</a:t>
            </a:r>
          </a:p>
          <a:p>
            <a:r>
              <a:rPr lang="en-US" dirty="0"/>
              <a:t>The platform must support three key scenarios with consistent quality, faster turnaround, and scalable delivery –</a:t>
            </a:r>
          </a:p>
          <a:p>
            <a:r>
              <a:rPr lang="en-US" b="1" dirty="0"/>
              <a:t>[Scenario 1: SC Standards Alignment &amp; Gap Analysis,</a:t>
            </a:r>
            <a:br>
              <a:rPr lang="en-US" b="1" dirty="0"/>
            </a:br>
            <a:r>
              <a:rPr lang="en-US" b="1" dirty="0"/>
              <a:t>Scenario 2: Literacy Strategy Integration,</a:t>
            </a:r>
            <a:br>
              <a:rPr lang="en-US" b="1" dirty="0"/>
            </a:br>
            <a:r>
              <a:rPr lang="en-US" b="1" dirty="0"/>
              <a:t>Scenario 3: Oregon Content Customization]</a:t>
            </a:r>
            <a:endParaRPr lang="en-US" dirty="0"/>
          </a:p>
          <a:p>
            <a:r>
              <a:rPr lang="en-US" b="1" dirty="0"/>
              <a:t>OUR SOLUTION SNAPSHOT</a:t>
            </a:r>
            <a:endParaRPr lang="en-US" dirty="0"/>
          </a:p>
          <a:p>
            <a:r>
              <a:rPr lang="en-US" dirty="0"/>
              <a:t>Academian proposes a unified Curriculum Intelligence Platform that leverages our proven accelerators and reusable capabilities to address Discovery Ed’s requirements.</a:t>
            </a:r>
          </a:p>
          <a:p>
            <a:r>
              <a:rPr lang="en-US" dirty="0"/>
              <a:t>• Reuse of 8 proven accelerators for core capabilities</a:t>
            </a:r>
          </a:p>
          <a:p>
            <a:r>
              <a:rPr lang="en-US" dirty="0"/>
              <a:t>• Shared platform services for orchestration,</a:t>
            </a:r>
            <a:br>
              <a:rPr lang="en-US" dirty="0"/>
            </a:br>
            <a:r>
              <a:rPr lang="en-US" dirty="0"/>
              <a:t>data, AI quality, and human-in-the-loop</a:t>
            </a:r>
          </a:p>
          <a:p>
            <a:r>
              <a:rPr lang="en-US" dirty="0"/>
              <a:t>• New development of 4 key capabilities to fill identified gaps</a:t>
            </a:r>
          </a:p>
          <a:p>
            <a:r>
              <a:rPr lang="en-US" dirty="0"/>
              <a:t>• Configure workflows for 3 scenarios to deliver</a:t>
            </a:r>
            <a:br>
              <a:rPr lang="en-US" dirty="0"/>
            </a:br>
            <a:r>
              <a:rPr lang="en-US" dirty="0"/>
              <a:t>measurable business value</a:t>
            </a:r>
          </a:p>
          <a:p>
            <a:r>
              <a:rPr lang="en-US" b="1" dirty="0"/>
              <a:t>OUR PLATFORM APPROACH</a:t>
            </a:r>
            <a:endParaRPr lang="en-US" dirty="0"/>
          </a:p>
          <a:p>
            <a:r>
              <a:rPr lang="en-US" b="1" dirty="0"/>
              <a:t>1. Leverage Accelerators</a:t>
            </a:r>
            <a:br>
              <a:rPr lang="en-US" dirty="0"/>
            </a:br>
            <a:r>
              <a:rPr lang="en-US" dirty="0"/>
              <a:t>Leverage 8 proven accelerators for ingestion, understanding, standards intelligence, alignment, content generation, accessibility, assessment, and authoring.</a:t>
            </a:r>
          </a:p>
          <a:p>
            <a:r>
              <a:rPr lang="en-US" b="1" dirty="0"/>
              <a:t>2. Extend &amp; Build</a:t>
            </a:r>
            <a:br>
              <a:rPr lang="en-US" dirty="0"/>
            </a:br>
            <a:r>
              <a:rPr lang="en-US" dirty="0"/>
              <a:t>Develop 4 key capabilities (CAP-03, CAP-10, CAP-12, CAP-13) to fill gaps and deliver impact analysis, rationale, quality validation, and summarization.</a:t>
            </a:r>
          </a:p>
          <a:p>
            <a:r>
              <a:rPr lang="en-US" b="1" dirty="0"/>
              <a:t>3. Shared Platform Services</a:t>
            </a:r>
            <a:br>
              <a:rPr lang="en-US" dirty="0"/>
            </a:br>
            <a:r>
              <a:rPr lang="en-US" dirty="0"/>
              <a:t>Common services for data, AI orchestration, security, quality, traceability, reporting, and human-in-the-loop workflows.</a:t>
            </a:r>
          </a:p>
          <a:p>
            <a:r>
              <a:rPr lang="en-US" b="1" dirty="0"/>
              <a:t>4. Configurable Workflows</a:t>
            </a:r>
            <a:br>
              <a:rPr lang="en-US" dirty="0"/>
            </a:br>
            <a:r>
              <a:rPr lang="en-US" dirty="0"/>
              <a:t>Scenario-specific workflows built on reusable capabilities for faster delivery, consistency, and future scalability.</a:t>
            </a:r>
          </a:p>
          <a:p>
            <a:r>
              <a:rPr lang="en-US" b="1" dirty="0"/>
              <a:t>REUSABLE ACCELERATORS (8 PROVEN)</a:t>
            </a:r>
            <a:endParaRPr lang="en-US" dirty="0"/>
          </a:p>
          <a:p>
            <a:r>
              <a:rPr lang="en-US" b="1" dirty="0"/>
              <a:t>1. Content Ingestion</a:t>
            </a:r>
            <a:br>
              <a:rPr lang="en-US" b="1" dirty="0"/>
            </a:br>
            <a:r>
              <a:rPr lang="en-US" b="1" dirty="0"/>
              <a:t>&amp; Normalization</a:t>
            </a:r>
            <a:endParaRPr lang="en-US" dirty="0"/>
          </a:p>
          <a:p>
            <a:r>
              <a:rPr lang="en-US" b="1" dirty="0"/>
              <a:t>2. Standards Intelligence</a:t>
            </a:r>
            <a:br>
              <a:rPr lang="en-US" b="1" dirty="0"/>
            </a:br>
            <a:r>
              <a:rPr lang="en-US" b="1" dirty="0"/>
              <a:t>&amp; </a:t>
            </a:r>
            <a:r>
              <a:rPr lang="en-US" b="1" dirty="0" err="1"/>
              <a:t>Crosswalking</a:t>
            </a:r>
            <a:endParaRPr lang="en-US" dirty="0"/>
          </a:p>
          <a:p>
            <a:r>
              <a:rPr lang="en-US" b="1" dirty="0"/>
              <a:t>3. Content Understanding</a:t>
            </a:r>
            <a:br>
              <a:rPr lang="en-US" b="1" dirty="0"/>
            </a:br>
            <a:r>
              <a:rPr lang="en-US" b="1" dirty="0"/>
              <a:t>&amp; NLP Analysis</a:t>
            </a:r>
            <a:endParaRPr lang="en-US" dirty="0"/>
          </a:p>
          <a:p>
            <a:r>
              <a:rPr lang="en-US" b="1" dirty="0"/>
              <a:t>4. Alignment &amp; Gap</a:t>
            </a:r>
            <a:br>
              <a:rPr lang="en-US" b="1" dirty="0"/>
            </a:br>
            <a:r>
              <a:rPr lang="en-US" b="1" dirty="0"/>
              <a:t>Analysis Engine</a:t>
            </a:r>
            <a:endParaRPr lang="en-US" dirty="0"/>
          </a:p>
          <a:p>
            <a:r>
              <a:rPr lang="en-US" b="1" dirty="0"/>
              <a:t>5. Content Generation</a:t>
            </a:r>
            <a:br>
              <a:rPr lang="en-US" b="1" dirty="0"/>
            </a:br>
            <a:r>
              <a:rPr lang="en-US" b="1" dirty="0"/>
              <a:t>&amp; Enhancement</a:t>
            </a:r>
            <a:endParaRPr lang="en-US" dirty="0"/>
          </a:p>
          <a:p>
            <a:r>
              <a:rPr lang="en-US" b="1" dirty="0"/>
              <a:t>6. Accessibility &amp;</a:t>
            </a:r>
            <a:br>
              <a:rPr lang="en-US" b="1" dirty="0"/>
            </a:br>
            <a:r>
              <a:rPr lang="en-US" b="1" dirty="0"/>
              <a:t>Readability</a:t>
            </a:r>
            <a:endParaRPr lang="en-US" dirty="0"/>
          </a:p>
          <a:p>
            <a:r>
              <a:rPr lang="en-US" b="1" dirty="0"/>
              <a:t>7. Assessment Item</a:t>
            </a:r>
            <a:br>
              <a:rPr lang="en-US" b="1" dirty="0"/>
            </a:br>
            <a:r>
              <a:rPr lang="en-US" b="1" dirty="0"/>
              <a:t>Authoring</a:t>
            </a:r>
            <a:endParaRPr lang="en-US" dirty="0"/>
          </a:p>
          <a:p>
            <a:r>
              <a:rPr lang="en-US" b="1" dirty="0"/>
              <a:t>8. Reporting &amp; Insights</a:t>
            </a:r>
            <a:br>
              <a:rPr lang="en-US" b="1" dirty="0"/>
            </a:br>
            <a:r>
              <a:rPr lang="en-US" b="1" dirty="0"/>
              <a:t>Dashboard</a:t>
            </a:r>
            <a:endParaRPr lang="en-US" dirty="0"/>
          </a:p>
          <a:p>
            <a:r>
              <a:rPr lang="en-US" dirty="0"/>
              <a:t>Built on proven IP, frameworks, and reusable components – reduces time, cost, and risk.</a:t>
            </a:r>
          </a:p>
          <a:p>
            <a:r>
              <a:rPr lang="en-US" b="1" dirty="0"/>
              <a:t>NEW CAPABILITIES (4 TO BUILD)</a:t>
            </a:r>
            <a:endParaRPr lang="en-US" dirty="0"/>
          </a:p>
          <a:p>
            <a:r>
              <a:rPr lang="en-US" b="1" dirty="0"/>
              <a:t>1. Impact Analysis</a:t>
            </a:r>
            <a:br>
              <a:rPr lang="en-US" b="1" dirty="0"/>
            </a:br>
            <a:r>
              <a:rPr lang="en-US" b="1" dirty="0"/>
              <a:t>&amp; Rationale Engine</a:t>
            </a:r>
            <a:br>
              <a:rPr lang="en-US" dirty="0"/>
            </a:br>
            <a:r>
              <a:rPr lang="en-US" dirty="0"/>
              <a:t>Provide evidence-based rationale and impact scoring for revisions.</a:t>
            </a:r>
          </a:p>
          <a:p>
            <a:r>
              <a:rPr lang="en-US" b="1" dirty="0"/>
              <a:t>2. Quality Validation</a:t>
            </a:r>
            <a:br>
              <a:rPr lang="en-US" b="1" dirty="0"/>
            </a:br>
            <a:r>
              <a:rPr lang="en-US" b="1" dirty="0"/>
              <a:t>&amp; Assurance</a:t>
            </a:r>
            <a:br>
              <a:rPr lang="en-US" dirty="0"/>
            </a:br>
            <a:r>
              <a:rPr lang="en-US" dirty="0"/>
              <a:t>AI + rule-based validation for accuracy, compliance, and instructional integrity.</a:t>
            </a:r>
          </a:p>
          <a:p>
            <a:r>
              <a:rPr lang="en-US" b="1" dirty="0"/>
              <a:t>3. Content Summarization</a:t>
            </a:r>
            <a:br>
              <a:rPr lang="en-US" b="1" dirty="0"/>
            </a:br>
            <a:r>
              <a:rPr lang="en-US" b="1" dirty="0"/>
              <a:t>&amp; Insights</a:t>
            </a:r>
            <a:br>
              <a:rPr lang="en-US" dirty="0"/>
            </a:br>
            <a:r>
              <a:rPr lang="en-US" dirty="0"/>
              <a:t>Generate concise summaries and key insights for quick decision-making.</a:t>
            </a:r>
          </a:p>
          <a:p>
            <a:r>
              <a:rPr lang="en-US" b="1" dirty="0"/>
              <a:t>4. Advanced Workflow</a:t>
            </a:r>
            <a:br>
              <a:rPr lang="en-US" b="1" dirty="0"/>
            </a:br>
            <a:r>
              <a:rPr lang="en-US" b="1" dirty="0"/>
              <a:t>Orchestrator</a:t>
            </a:r>
            <a:br>
              <a:rPr lang="en-US" dirty="0"/>
            </a:br>
            <a:r>
              <a:rPr lang="en-US" dirty="0"/>
              <a:t>Scenario-specific, configurable workflows with human-in-the-loop controls.</a:t>
            </a:r>
          </a:p>
          <a:p>
            <a:r>
              <a:rPr lang="en-US" dirty="0"/>
              <a:t>Purpose-built capabilities to address identified gaps and drive differentiation.</a:t>
            </a:r>
          </a:p>
          <a:p>
            <a:r>
              <a:rPr lang="en-US" b="1" dirty="0"/>
              <a:t>NEXT STEPS</a:t>
            </a:r>
            <a:endParaRPr lang="en-US" dirty="0"/>
          </a:p>
          <a:p>
            <a:r>
              <a:rPr lang="en-US" b="1" dirty="0"/>
              <a:t>Confirm Scope &amp;</a:t>
            </a:r>
            <a:br>
              <a:rPr lang="en-US" b="1" dirty="0"/>
            </a:br>
            <a:r>
              <a:rPr lang="en-US" b="1" dirty="0"/>
              <a:t>Prioritize Scenarios</a:t>
            </a:r>
            <a:endParaRPr lang="en-US" dirty="0"/>
          </a:p>
          <a:p>
            <a:r>
              <a:rPr lang="en-US" dirty="0"/>
              <a:t>↓</a:t>
            </a:r>
          </a:p>
          <a:p>
            <a:r>
              <a:rPr lang="en-US" b="1" dirty="0"/>
              <a:t>Detailed Planning &amp;</a:t>
            </a:r>
            <a:br>
              <a:rPr lang="en-US" b="1" dirty="0"/>
            </a:br>
            <a:r>
              <a:rPr lang="en-US" b="1" dirty="0"/>
              <a:t>Accelerator Integration</a:t>
            </a:r>
            <a:endParaRPr lang="en-US" dirty="0"/>
          </a:p>
          <a:p>
            <a:r>
              <a:rPr lang="en-US" dirty="0"/>
              <a:t>↓</a:t>
            </a:r>
          </a:p>
          <a:p>
            <a:r>
              <a:rPr lang="en-US" b="1" dirty="0"/>
              <a:t>Build, Configure &amp; Pilot</a:t>
            </a:r>
            <a:endParaRPr lang="en-US" dirty="0"/>
          </a:p>
          <a:p>
            <a:r>
              <a:rPr lang="en-US" dirty="0"/>
              <a:t>↓</a:t>
            </a:r>
          </a:p>
          <a:p>
            <a:r>
              <a:rPr lang="en-US" b="1" dirty="0"/>
              <a:t>Validation, Rollout &amp;</a:t>
            </a:r>
            <a:br>
              <a:rPr lang="en-US" b="1" dirty="0"/>
            </a:br>
            <a:r>
              <a:rPr lang="en-US" b="1" dirty="0"/>
              <a:t>Continuous Improvement</a:t>
            </a:r>
            <a:endParaRPr lang="en-US" dirty="0"/>
          </a:p>
          <a:p>
            <a:r>
              <a:rPr lang="en-US" b="1" dirty="0"/>
              <a:t>Academian is committed to helping Discovery Education achieve its goals with a proven, AI-powered platform that delivers impact, scale, and long-term value.</a:t>
            </a:r>
            <a:endParaRPr lang="en-US" dirty="0"/>
          </a:p>
          <a:p>
            <a:endParaRPr lang="en-US" dirty="0"/>
          </a:p>
        </p:txBody>
      </p:sp>
      <p:sp>
        <p:nvSpPr>
          <p:cNvPr id="4" name="Slide Number Placeholder 3"/>
          <p:cNvSpPr>
            <a:spLocks noGrp="1"/>
          </p:cNvSpPr>
          <p:nvPr>
            <p:ph type="sldNum" sz="quarter" idx="5"/>
          </p:nvPr>
        </p:nvSpPr>
        <p:spPr/>
        <p:txBody>
          <a:bodyPr/>
          <a:lstStyle/>
          <a:p>
            <a:fld id="{310D7FA8-97C7-414F-8258-223E592344C6}" type="slidenum">
              <a:rPr lang="en-US" smtClean="0"/>
              <a:t>2</a:t>
            </a:fld>
            <a:endParaRPr lang="en-US"/>
          </a:p>
        </p:txBody>
      </p:sp>
    </p:spTree>
    <p:extLst>
      <p:ext uri="{BB962C8B-B14F-4D97-AF65-F5344CB8AC3E}">
        <p14:creationId xmlns:p14="http://schemas.microsoft.com/office/powerpoint/2010/main" val="3545141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endParaRPr lang="en-US" b="1" dirty="0"/>
          </a:p>
          <a:p>
            <a:endParaRPr lang="en-US" b="1" dirty="0"/>
          </a:p>
          <a:p>
            <a:endParaRPr lang="en-US" b="1" dirty="0"/>
          </a:p>
          <a:p>
            <a:r>
              <a:rPr lang="en-US" b="1" dirty="0"/>
              <a:t>Executive walkthrough</a:t>
            </a:r>
          </a:p>
          <a:p>
            <a:r>
              <a:rPr lang="en-US" dirty="0"/>
              <a:t>“This slide explains why Academian is well positioned to deliver the Unified Curriculum Intelligence Platform successfully—not only from a technology standpoint, but also from a domain, delivery, governance, and long-term partnership perspective.”</a:t>
            </a:r>
          </a:p>
          <a:p>
            <a:r>
              <a:rPr lang="en-US" dirty="0"/>
              <a:t>The central message is straightforward: </a:t>
            </a:r>
            <a:r>
              <a:rPr lang="en-US" b="1" dirty="0"/>
              <a:t>we bring proven accelerators, reusable platform capabilities, education-domain expertise, and an established delivery approach that together reduce risk and accelerate value realization.</a:t>
            </a:r>
            <a:endParaRPr lang="en-US" dirty="0"/>
          </a:p>
          <a:p>
            <a:r>
              <a:rPr lang="en-US" dirty="0"/>
              <a:t>At the top of the slide, we summarize this as:</a:t>
            </a:r>
          </a:p>
          <a:p>
            <a:r>
              <a:rPr lang="en-US" b="1" dirty="0"/>
              <a:t>Proven accelerators. Shared capabilities. Faster delivery. Better outcomes.</a:t>
            </a:r>
            <a:endParaRPr lang="en-US" dirty="0"/>
          </a:p>
          <a:p>
            <a:r>
              <a:rPr lang="en-US" dirty="0"/>
              <a:t>And importantly, we are proposing </a:t>
            </a:r>
            <a:r>
              <a:rPr lang="en-US" b="1" dirty="0"/>
              <a:t>one partner and one platform foundation supporting all three scenarios</a:t>
            </a:r>
            <a:r>
              <a:rPr lang="en-US" dirty="0"/>
              <a:t>, rather than three isolated implementations.</a:t>
            </a:r>
          </a:p>
          <a:p>
            <a:br>
              <a:rPr lang="en-US" dirty="0"/>
            </a:br>
            <a:endParaRPr lang="en-US" dirty="0"/>
          </a:p>
          <a:p>
            <a:r>
              <a:rPr lang="en-US" b="1" dirty="0"/>
              <a:t>1. Proven domain expertise</a:t>
            </a:r>
          </a:p>
          <a:p>
            <a:r>
              <a:rPr lang="en-US" dirty="0"/>
              <a:t>The first differentiator is our </a:t>
            </a:r>
            <a:r>
              <a:rPr lang="en-US" b="1" dirty="0"/>
              <a:t>education and curriculum domain expertise</a:t>
            </a:r>
            <a:r>
              <a:rPr lang="en-US" dirty="0"/>
              <a:t>.</a:t>
            </a:r>
          </a:p>
          <a:p>
            <a:r>
              <a:rPr lang="en-US" dirty="0"/>
              <a:t>This solution is not simply an AI or technology implementation. It requires an understanding of curriculum standards, instructional design, standards alignment, literacy strategies, assessment, accessibility, and content customization.</a:t>
            </a:r>
          </a:p>
          <a:p>
            <a:r>
              <a:rPr lang="en-US" dirty="0"/>
              <a:t>Academian brings experience in delivering complex education and content platforms, which helps us understand both the </a:t>
            </a:r>
            <a:r>
              <a:rPr lang="en-US" b="1" dirty="0"/>
              <a:t>technical problem and the instructional context behind the problem</a:t>
            </a:r>
            <a:r>
              <a:rPr lang="en-US" dirty="0"/>
              <a:t>.</a:t>
            </a:r>
          </a:p>
          <a:p>
            <a:r>
              <a:rPr lang="en-US" dirty="0"/>
              <a:t>That becomes particularly important when AI is making recommendations about standards alignment or educational content. The solution must understand more than semantic similarity—it needs to preserve educational intent and instructional integrity.</a:t>
            </a:r>
          </a:p>
          <a:p>
            <a:br>
              <a:rPr lang="en-US" dirty="0"/>
            </a:br>
            <a:endParaRPr lang="en-US" dirty="0"/>
          </a:p>
          <a:p>
            <a:r>
              <a:rPr lang="en-US" b="1" dirty="0"/>
              <a:t>2. Reusable accelerators and intellectual property</a:t>
            </a:r>
          </a:p>
          <a:p>
            <a:r>
              <a:rPr lang="en-US" dirty="0"/>
              <a:t>The second major strength is our </a:t>
            </a:r>
            <a:r>
              <a:rPr lang="en-US" b="1" dirty="0"/>
              <a:t>existing reusable accelerator foundation</a:t>
            </a:r>
            <a:r>
              <a:rPr lang="en-US" dirty="0"/>
              <a:t>.</a:t>
            </a:r>
          </a:p>
          <a:p>
            <a:r>
              <a:rPr lang="en-US" dirty="0"/>
              <a:t>As shown in the previous solution architecture, we already have eight proven accelerators together with additional platform capabilities that can be adapted for Discovery Education.</a:t>
            </a:r>
          </a:p>
          <a:p>
            <a:r>
              <a:rPr lang="en-US" dirty="0"/>
              <a:t>This means we do not start every capability from a blank sheet.</a:t>
            </a:r>
          </a:p>
          <a:p>
            <a:r>
              <a:rPr lang="en-US" dirty="0"/>
              <a:t>Instead, we reuse established building blocks for areas such as ingestion, standards intelligence, content understanding, alignment, generation, accessibility, assessment, and reporting.</a:t>
            </a:r>
          </a:p>
          <a:p>
            <a:r>
              <a:rPr lang="en-US" dirty="0"/>
              <a:t>From a program perspective, this provides three benefits:</a:t>
            </a:r>
          </a:p>
          <a:p>
            <a:r>
              <a:rPr lang="en-US" b="1" dirty="0"/>
              <a:t>reduced development effort, lower implementation risk, and faster time to value.</a:t>
            </a:r>
            <a:endParaRPr lang="en-US" dirty="0"/>
          </a:p>
          <a:p>
            <a:r>
              <a:rPr lang="en-US" dirty="0"/>
              <a:t>It also means that the initial investment creates reusable capabilities that can continue supporting future Discovery Education scenarios.</a:t>
            </a:r>
          </a:p>
          <a:p>
            <a:br>
              <a:rPr lang="en-US" dirty="0"/>
            </a:br>
            <a:endParaRPr lang="en-US" dirty="0"/>
          </a:p>
          <a:p>
            <a:r>
              <a:rPr lang="en-US" b="1" dirty="0"/>
              <a:t>3. Shared capabilities that scale</a:t>
            </a:r>
          </a:p>
          <a:p>
            <a:r>
              <a:rPr lang="en-US" dirty="0"/>
              <a:t>The third differentiator is our </a:t>
            </a:r>
            <a:r>
              <a:rPr lang="en-US" b="1" dirty="0"/>
              <a:t>shared-platform approach</a:t>
            </a:r>
            <a:r>
              <a:rPr lang="en-US" dirty="0"/>
              <a:t>.</a:t>
            </a:r>
          </a:p>
          <a:p>
            <a:r>
              <a:rPr lang="en-US" dirty="0"/>
              <a:t>Rather than creating duplicate services for each scenario, common capabilities are implemented once and consumed by multiple workflows.</a:t>
            </a:r>
          </a:p>
          <a:p>
            <a:r>
              <a:rPr lang="en-US" dirty="0"/>
              <a:t>For example, content ingestion, AI orchestration, standards intelligence, validation, reporting, security, and human review can all become common platform services.</a:t>
            </a:r>
          </a:p>
          <a:p>
            <a:r>
              <a:rPr lang="en-US" dirty="0"/>
              <a:t>This gives Discovery Education a </a:t>
            </a:r>
            <a:r>
              <a:rPr lang="en-US" b="1" dirty="0"/>
              <a:t>single data and intelligence foundation</a:t>
            </a:r>
            <a:r>
              <a:rPr lang="en-US" dirty="0"/>
              <a:t> for content, standards, evidence, and recommendations.</a:t>
            </a:r>
          </a:p>
          <a:p>
            <a:r>
              <a:rPr lang="en-US" dirty="0"/>
              <a:t>Architecturally, this is important because it reduces duplication and promotes consistency.</a:t>
            </a:r>
          </a:p>
          <a:p>
            <a:r>
              <a:rPr lang="en-US" dirty="0"/>
              <a:t>It also means that when a capability is improved—for example, the alignment engine or quality validation service—the improvement becomes available across multiple business scenarios.</a:t>
            </a:r>
          </a:p>
          <a:p>
            <a:br>
              <a:rPr lang="en-US" dirty="0"/>
            </a:br>
            <a:endParaRPr lang="en-US" dirty="0"/>
          </a:p>
          <a:p>
            <a:r>
              <a:rPr lang="en-US" b="1" dirty="0"/>
              <a:t>4. End-to-end platform expertise</a:t>
            </a:r>
          </a:p>
          <a:p>
            <a:r>
              <a:rPr lang="en-US" dirty="0"/>
              <a:t>Another important distinction is our ability to support the </a:t>
            </a:r>
            <a:r>
              <a:rPr lang="en-US" b="1" dirty="0"/>
              <a:t>entire lifecycle of the platform</a:t>
            </a:r>
            <a:r>
              <a:rPr lang="en-US" dirty="0"/>
              <a:t>.</a:t>
            </a:r>
          </a:p>
          <a:p>
            <a:r>
              <a:rPr lang="en-US" dirty="0"/>
              <a:t>We are not looking only at the GenAI layer.</a:t>
            </a:r>
          </a:p>
          <a:p>
            <a:r>
              <a:rPr lang="en-US" dirty="0"/>
              <a:t>Our scope covers:</a:t>
            </a:r>
          </a:p>
          <a:p>
            <a:r>
              <a:rPr lang="en-US" b="1" dirty="0"/>
              <a:t>strategy and architecture → platform engineering → AI capabilities → integration → security → deployment → operations and support.</a:t>
            </a:r>
            <a:endParaRPr lang="en-US" dirty="0"/>
          </a:p>
          <a:p>
            <a:r>
              <a:rPr lang="en-US" dirty="0"/>
              <a:t>That end-to-end capability is important for an enterprise AI platform because the success of the solution depends just as much on integration, data quality, observability, security, governance, and operational reliability as it does on the underlying models.</a:t>
            </a:r>
          </a:p>
          <a:p>
            <a:r>
              <a:rPr lang="en-US" dirty="0"/>
              <a:t>We therefore design the solution as a </a:t>
            </a:r>
            <a:r>
              <a:rPr lang="en-US" b="1" dirty="0"/>
              <a:t>production-grade enterprise platform</a:t>
            </a:r>
            <a:r>
              <a:rPr lang="en-US" dirty="0"/>
              <a:t>, not merely as a collection of AI proofs of concept.</a:t>
            </a:r>
          </a:p>
          <a:p>
            <a:br>
              <a:rPr lang="en-US" dirty="0"/>
            </a:br>
            <a:endParaRPr lang="en-US" dirty="0"/>
          </a:p>
          <a:p>
            <a:r>
              <a:rPr lang="en-US" b="1" dirty="0"/>
              <a:t>5. Agile delivery and collaboration</a:t>
            </a:r>
          </a:p>
          <a:p>
            <a:r>
              <a:rPr lang="en-US" dirty="0"/>
              <a:t>The fifth strength is our </a:t>
            </a:r>
            <a:r>
              <a:rPr lang="en-US" b="1" dirty="0"/>
              <a:t>iterative delivery model</a:t>
            </a:r>
            <a:r>
              <a:rPr lang="en-US" dirty="0"/>
              <a:t>.</a:t>
            </a:r>
          </a:p>
          <a:p>
            <a:r>
              <a:rPr lang="en-US" dirty="0"/>
              <a:t>For a solution like this, we would avoid a long development cycle followed by a single large release.</a:t>
            </a:r>
          </a:p>
          <a:p>
            <a:r>
              <a:rPr lang="en-US" dirty="0"/>
              <a:t>Instead, we propose incremental delivery with regular demonstrations and validation.</a:t>
            </a:r>
          </a:p>
          <a:p>
            <a:r>
              <a:rPr lang="en-US" dirty="0"/>
              <a:t>The approach would typically involve:</a:t>
            </a:r>
          </a:p>
          <a:p>
            <a:r>
              <a:rPr lang="en-US" b="1" dirty="0"/>
              <a:t>prioritize → configure/build → demonstrate → validate → refine → scale.</a:t>
            </a:r>
            <a:endParaRPr lang="en-US" dirty="0"/>
          </a:p>
          <a:p>
            <a:r>
              <a:rPr lang="en-US" dirty="0"/>
              <a:t>This enables Discovery Education stakeholders—including curriculum experts, product owners, architects, and business teams—to continuously validate whether the platform is producing the expected educational and business outcomes.</a:t>
            </a:r>
          </a:p>
          <a:p>
            <a:r>
              <a:rPr lang="en-US" dirty="0"/>
              <a:t>That feedback loop is particularly important for AI systems because model performance and workflow effectiveness need to be evaluated using real-world content and scenarios.</a:t>
            </a:r>
          </a:p>
          <a:p>
            <a:br>
              <a:rPr lang="en-US" dirty="0"/>
            </a:br>
            <a:endParaRPr lang="en-US" dirty="0"/>
          </a:p>
          <a:p>
            <a:r>
              <a:rPr lang="en-US" b="1" dirty="0"/>
              <a:t>6. Quality, security, and compliance</a:t>
            </a:r>
          </a:p>
          <a:p>
            <a:r>
              <a:rPr lang="en-US" dirty="0"/>
              <a:t>The next area is </a:t>
            </a:r>
            <a:r>
              <a:rPr lang="en-US" b="1" dirty="0"/>
              <a:t>quality, security, and compliance by design</a:t>
            </a:r>
            <a:r>
              <a:rPr lang="en-US" dirty="0"/>
              <a:t>.</a:t>
            </a:r>
          </a:p>
          <a:p>
            <a:r>
              <a:rPr lang="en-US" dirty="0"/>
              <a:t>For an AI-enabled curriculum platform, these capabilities cannot be added at the end of the project.</a:t>
            </a:r>
          </a:p>
          <a:p>
            <a:r>
              <a:rPr lang="en-US" dirty="0"/>
              <a:t>Quality engineering, privacy, security, traceability, and auditability need to be embedded into each layer.</a:t>
            </a:r>
          </a:p>
          <a:p>
            <a:r>
              <a:rPr lang="en-US" dirty="0"/>
              <a:t>For example, we need visibility into:</a:t>
            </a:r>
          </a:p>
          <a:p>
            <a:pPr lvl="0"/>
            <a:r>
              <a:rPr lang="en-US" dirty="0"/>
              <a:t>what source content was used, </a:t>
            </a:r>
          </a:p>
          <a:p>
            <a:pPr lvl="0"/>
            <a:r>
              <a:rPr lang="en-US" dirty="0"/>
              <a:t>which standards influenced a recommendation, </a:t>
            </a:r>
          </a:p>
          <a:p>
            <a:pPr lvl="0"/>
            <a:r>
              <a:rPr lang="en-US" dirty="0"/>
              <a:t>what AI or rule generated an output, </a:t>
            </a:r>
          </a:p>
          <a:p>
            <a:pPr lvl="0"/>
            <a:r>
              <a:rPr lang="en-US" dirty="0"/>
              <a:t>what validations were performed, </a:t>
            </a:r>
          </a:p>
          <a:p>
            <a:pPr lvl="0"/>
            <a:r>
              <a:rPr lang="en-US" dirty="0"/>
              <a:t>and where human approval was required. </a:t>
            </a:r>
          </a:p>
          <a:p>
            <a:r>
              <a:rPr lang="en-US" dirty="0"/>
              <a:t>This creates a platform that is not only intelligent, but also </a:t>
            </a:r>
            <a:r>
              <a:rPr lang="en-US" b="1" dirty="0"/>
              <a:t>explainable, governable, and trustworthy</a:t>
            </a:r>
            <a:r>
              <a:rPr lang="en-US" dirty="0"/>
              <a:t>.</a:t>
            </a:r>
          </a:p>
          <a:p>
            <a:br>
              <a:rPr lang="en-US" dirty="0"/>
            </a:br>
            <a:endParaRPr lang="en-US" dirty="0"/>
          </a:p>
          <a:p>
            <a:r>
              <a:rPr lang="en-US" b="1" dirty="0"/>
              <a:t>7. Commitment to Discovery Education's success</a:t>
            </a:r>
          </a:p>
          <a:p>
            <a:r>
              <a:rPr lang="en-US" dirty="0"/>
              <a:t>The final strength in the upper section is our </a:t>
            </a:r>
            <a:r>
              <a:rPr lang="en-US" b="1" dirty="0"/>
              <a:t>customer-first partnership model</a:t>
            </a:r>
            <a:r>
              <a:rPr lang="en-US" dirty="0"/>
              <a:t>.</a:t>
            </a:r>
          </a:p>
          <a:p>
            <a:r>
              <a:rPr lang="en-US" dirty="0"/>
              <a:t>Our objective is not simply to implement the first three scenarios and exit.</a:t>
            </a:r>
          </a:p>
          <a:p>
            <a:r>
              <a:rPr lang="en-US" dirty="0"/>
              <a:t>The architecture is deliberately designed to evolve.</a:t>
            </a:r>
          </a:p>
          <a:p>
            <a:r>
              <a:rPr lang="en-US" dirty="0"/>
              <a:t>As Discovery Education introduces new states, curriculum requirements, subjects, standards frameworks, content types, or AI use cases, the platform should continue to expand without requiring major redesign.</a:t>
            </a:r>
          </a:p>
          <a:p>
            <a:r>
              <a:rPr lang="en-US" dirty="0"/>
              <a:t>So our focus is on creating a capability that provides </a:t>
            </a:r>
            <a:r>
              <a:rPr lang="en-US" b="1" dirty="0"/>
              <a:t>long-term strategic value</a:t>
            </a:r>
            <a:r>
              <a:rPr lang="en-US" dirty="0"/>
              <a:t>, rather than optimizing only for the initial implementation.</a:t>
            </a:r>
          </a:p>
          <a:p>
            <a:br>
              <a:rPr lang="en-US" dirty="0"/>
            </a:br>
            <a:endParaRPr lang="en-US" dirty="0"/>
          </a:p>
          <a:p>
            <a:r>
              <a:rPr lang="en-US" b="1" dirty="0"/>
              <a:t>A partner you can trust</a:t>
            </a:r>
          </a:p>
          <a:p>
            <a:r>
              <a:rPr lang="en-US" dirty="0"/>
              <a:t>The lower portion of the slide reinforces why we believe this partnership model can work successfully.</a:t>
            </a:r>
          </a:p>
          <a:p>
            <a:r>
              <a:rPr lang="en-US" dirty="0"/>
              <a:t>The </a:t>
            </a:r>
            <a:r>
              <a:rPr lang="en-US" b="1" dirty="0"/>
              <a:t>proven track record</a:t>
            </a:r>
            <a:r>
              <a:rPr lang="en-US" dirty="0"/>
              <a:t> demonstrates experience delivering sophisticated education and content solutions.</a:t>
            </a:r>
          </a:p>
          <a:p>
            <a:r>
              <a:rPr lang="en-US" dirty="0"/>
              <a:t>The </a:t>
            </a:r>
            <a:r>
              <a:rPr lang="en-US" b="1" dirty="0"/>
              <a:t>expert team</a:t>
            </a:r>
            <a:r>
              <a:rPr lang="en-US" dirty="0"/>
              <a:t> brings together domain expertise, architecture, AI, platform engineering, and delivery capabilities.</a:t>
            </a:r>
          </a:p>
          <a:p>
            <a:r>
              <a:rPr lang="en-US" dirty="0"/>
              <a:t>The </a:t>
            </a:r>
            <a:r>
              <a:rPr lang="en-US" b="1" dirty="0"/>
              <a:t>collaborative partnership model</a:t>
            </a:r>
            <a:r>
              <a:rPr lang="en-US" dirty="0"/>
              <a:t> means we work as an extension of Discovery Education's team rather than operating as an isolated vendor.</a:t>
            </a:r>
          </a:p>
          <a:p>
            <a:r>
              <a:rPr lang="en-US" dirty="0"/>
              <a:t>Our </a:t>
            </a:r>
            <a:r>
              <a:rPr lang="en-US" b="1" dirty="0"/>
              <a:t>innovation focus</a:t>
            </a:r>
            <a:r>
              <a:rPr lang="en-US" dirty="0"/>
              <a:t> ensures that the platform can take advantage of advancements in AI, models, orchestration, and platform technologies over time.</a:t>
            </a:r>
          </a:p>
          <a:p>
            <a:r>
              <a:rPr lang="en-US" dirty="0"/>
              <a:t>And finally, the emphasis on </a:t>
            </a:r>
            <a:r>
              <a:rPr lang="en-US" b="1" dirty="0"/>
              <a:t>long-term value</a:t>
            </a:r>
            <a:r>
              <a:rPr lang="en-US" dirty="0"/>
              <a:t> means that the architecture is built to scale, evolve, and continue delivering benefit beyond the initial project.</a:t>
            </a:r>
          </a:p>
          <a:p>
            <a:br>
              <a:rPr lang="en-US" dirty="0"/>
            </a:br>
            <a:endParaRPr lang="en-US" dirty="0"/>
          </a:p>
          <a:p>
            <a:r>
              <a:rPr lang="en-US" b="1" dirty="0"/>
              <a:t>Closing message</a:t>
            </a:r>
          </a:p>
          <a:p>
            <a:r>
              <a:rPr lang="en-US" dirty="0"/>
              <a:t>I would close this slide with:</a:t>
            </a:r>
          </a:p>
          <a:p>
            <a:r>
              <a:rPr lang="en-US" b="1" dirty="0"/>
              <a:t>“What differentiates Academian is not any single accelerator or technology. It is the combination of education-domain expertise, proven reusable IP, a shared enterprise platform approach, end-to-end engineering capability, and a collaborative delivery model.”</a:t>
            </a:r>
            <a:endParaRPr lang="en-US" dirty="0"/>
          </a:p>
          <a:p>
            <a:r>
              <a:rPr lang="en-US" b="1" dirty="0"/>
              <a:t>“That combination allows us to help Discovery Education move faster while reducing implementation risk—and, more importantly, establish a Curriculum Intelligence Platform that can continue evolving well beyond the initial three scenarios.”</a:t>
            </a: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r>
              <a:rPr lang="en-US" b="1" dirty="0"/>
              <a:t>************************************************************************************************************************************************************</a:t>
            </a:r>
          </a:p>
          <a:p>
            <a:r>
              <a:rPr lang="en-US" b="1" dirty="0"/>
              <a:t>SLIDE CONTENT</a:t>
            </a:r>
          </a:p>
          <a:p>
            <a:endParaRPr lang="en-US" b="1" dirty="0"/>
          </a:p>
          <a:p>
            <a:r>
              <a:rPr lang="en-US" b="1" dirty="0"/>
              <a:t>Why Academian Is The Best Choice</a:t>
            </a:r>
          </a:p>
          <a:p>
            <a:r>
              <a:rPr lang="en-US" dirty="0"/>
              <a:t>To Deliver the Desired Solution – Unified Curriculum Intelligence Platform</a:t>
            </a:r>
          </a:p>
          <a:p>
            <a:r>
              <a:rPr lang="en-US" b="1" dirty="0"/>
              <a:t>Proven Accelerators. Shared Capabilities. Faster Delivery. Better Outcomes.</a:t>
            </a:r>
            <a:br>
              <a:rPr lang="en-US" dirty="0"/>
            </a:br>
            <a:r>
              <a:rPr lang="en-US" b="1" dirty="0"/>
              <a:t>One Partner. Three Scenarios. Infinite Impact.</a:t>
            </a:r>
            <a:endParaRPr lang="en-US" dirty="0"/>
          </a:p>
          <a:p>
            <a:r>
              <a:rPr lang="en-US" b="1" dirty="0"/>
              <a:t>Comprehensive Strengths That Deliver Value</a:t>
            </a:r>
          </a:p>
          <a:p>
            <a:r>
              <a:rPr lang="en-US" b="1" dirty="0"/>
              <a:t>Proven Domain Expertise</a:t>
            </a:r>
          </a:p>
          <a:p>
            <a:r>
              <a:rPr lang="en-US" dirty="0"/>
              <a:t>• Deep expertise in education, curriculum, standards, and instructional design.</a:t>
            </a:r>
            <a:br>
              <a:rPr lang="en-US" dirty="0"/>
            </a:br>
            <a:r>
              <a:rPr lang="en-US" dirty="0"/>
              <a:t>• Delivered complex curriculum and content solutions for leading education organizations.</a:t>
            </a:r>
            <a:br>
              <a:rPr lang="en-US" dirty="0"/>
            </a:br>
            <a:r>
              <a:rPr lang="en-US" dirty="0"/>
              <a:t>• Understand the nuances of standards alignment, literacy strategies, and content customization.</a:t>
            </a:r>
          </a:p>
          <a:p>
            <a:r>
              <a:rPr lang="en-US" b="1" dirty="0"/>
              <a:t>Reusable Accelerators &amp; IP Assets</a:t>
            </a:r>
          </a:p>
          <a:p>
            <a:r>
              <a:rPr lang="en-US" dirty="0"/>
              <a:t>• 8 proven accelerators and extended capabilities (CAP-03, CAP-10, CAP-12, CAP-13, etc.) reduce development time and risk.</a:t>
            </a:r>
            <a:br>
              <a:rPr lang="en-US" dirty="0"/>
            </a:br>
            <a:r>
              <a:rPr lang="en-US" dirty="0"/>
              <a:t>• Pre-built building blocks and configurable workflows.</a:t>
            </a:r>
            <a:br>
              <a:rPr lang="en-US" dirty="0"/>
            </a:br>
            <a:r>
              <a:rPr lang="en-US" dirty="0"/>
              <a:t>• Jumpstart projects and deliver faster time to value.</a:t>
            </a:r>
          </a:p>
          <a:p>
            <a:r>
              <a:rPr lang="en-US" b="1" dirty="0"/>
              <a:t>Shared Capabilities That Scale</a:t>
            </a:r>
          </a:p>
          <a:p>
            <a:r>
              <a:rPr lang="en-US" dirty="0"/>
              <a:t>• Common platform capabilities across all scenarios maximize reuse and consistency.</a:t>
            </a:r>
            <a:br>
              <a:rPr lang="en-US" dirty="0"/>
            </a:br>
            <a:r>
              <a:rPr lang="en-US" dirty="0"/>
              <a:t>• Single data foundation for content, standards, evidence, and recommendations.</a:t>
            </a:r>
            <a:br>
              <a:rPr lang="en-US" dirty="0"/>
            </a:br>
            <a:r>
              <a:rPr lang="en-US" dirty="0"/>
              <a:t>• Reduced duplication, lower cost, and higher quality outcomes.</a:t>
            </a:r>
          </a:p>
          <a:p>
            <a:r>
              <a:rPr lang="en-US" b="1" dirty="0"/>
              <a:t>End-to-end Platform Expertise</a:t>
            </a:r>
          </a:p>
          <a:p>
            <a:r>
              <a:rPr lang="en-US" dirty="0"/>
              <a:t>• From strategy and architecture to development, integration, and support.</a:t>
            </a:r>
            <a:br>
              <a:rPr lang="en-US" dirty="0"/>
            </a:br>
            <a:r>
              <a:rPr lang="en-US" dirty="0"/>
              <a:t>• Modern, secure, cloud-native platform with well-architected frameworks.</a:t>
            </a:r>
            <a:br>
              <a:rPr lang="en-US" dirty="0"/>
            </a:br>
            <a:r>
              <a:rPr lang="en-US" dirty="0"/>
              <a:t>• Seamless integration with existing tools and data sources.</a:t>
            </a:r>
          </a:p>
          <a:p>
            <a:r>
              <a:rPr lang="en-US" b="1" dirty="0"/>
              <a:t>Agile Delivery &amp; Collaboration</a:t>
            </a:r>
          </a:p>
          <a:p>
            <a:r>
              <a:rPr lang="en-US" dirty="0"/>
              <a:t>• Agile, iterative approach with transparency and collaboration at every step.</a:t>
            </a:r>
            <a:br>
              <a:rPr lang="en-US" dirty="0"/>
            </a:br>
            <a:r>
              <a:rPr lang="en-US" dirty="0"/>
              <a:t>• Frequent demos, feedback loops, and adaptive planning.</a:t>
            </a:r>
            <a:br>
              <a:rPr lang="en-US" dirty="0"/>
            </a:br>
            <a:r>
              <a:rPr lang="en-US" dirty="0"/>
              <a:t>• Ensures The Solution Evolves With Your Needs.</a:t>
            </a:r>
          </a:p>
          <a:p>
            <a:r>
              <a:rPr lang="en-US" b="1" dirty="0"/>
              <a:t>Quality, Security &amp; Compliance</a:t>
            </a:r>
          </a:p>
          <a:p>
            <a:r>
              <a:rPr lang="en-US" dirty="0"/>
              <a:t>• Built-in quality engineering, testing, and compliance.</a:t>
            </a:r>
            <a:br>
              <a:rPr lang="en-US" dirty="0"/>
            </a:br>
            <a:r>
              <a:rPr lang="en-US" dirty="0"/>
              <a:t>• Data privacy, security, and auditability embedded in every layer.</a:t>
            </a:r>
            <a:br>
              <a:rPr lang="en-US" dirty="0"/>
            </a:br>
            <a:r>
              <a:rPr lang="en-US" dirty="0"/>
              <a:t>• Reliable, secure, and standards-aligned platform.</a:t>
            </a:r>
          </a:p>
          <a:p>
            <a:r>
              <a:rPr lang="en-US" b="1" dirty="0"/>
              <a:t>Committed To Your Success</a:t>
            </a:r>
          </a:p>
          <a:p>
            <a:r>
              <a:rPr lang="en-US" dirty="0"/>
              <a:t>• Customer-first mindset focused on outcomes and long-term partnership.</a:t>
            </a:r>
            <a:br>
              <a:rPr lang="en-US" dirty="0"/>
            </a:br>
            <a:r>
              <a:rPr lang="en-US" dirty="0"/>
              <a:t>• Ongoing support, optimization, and innovation.</a:t>
            </a:r>
            <a:br>
              <a:rPr lang="en-US" dirty="0"/>
            </a:br>
            <a:r>
              <a:rPr lang="en-US" dirty="0"/>
              <a:t>• Your success is our mission.</a:t>
            </a:r>
          </a:p>
          <a:p>
            <a:r>
              <a:rPr lang="en-US" b="1" dirty="0"/>
              <a:t>A Partner You Can Trust</a:t>
            </a:r>
          </a:p>
          <a:p>
            <a:r>
              <a:rPr lang="en-US" b="1" dirty="0"/>
              <a:t>Proven Track Record</a:t>
            </a:r>
          </a:p>
          <a:p>
            <a:r>
              <a:rPr lang="en-US" dirty="0"/>
              <a:t>Successful delivery of complex education and content platforms for diverse clients.</a:t>
            </a:r>
          </a:p>
          <a:p>
            <a:r>
              <a:rPr lang="en-US" b="1" dirty="0"/>
              <a:t>Expert Team</a:t>
            </a:r>
          </a:p>
          <a:p>
            <a:r>
              <a:rPr lang="en-US" dirty="0"/>
              <a:t>Experienced professionals with domain, technology, and platform engineering expertise.</a:t>
            </a:r>
          </a:p>
          <a:p>
            <a:r>
              <a:rPr lang="en-US" b="1" dirty="0"/>
              <a:t>Collaborative Partnership</a:t>
            </a:r>
          </a:p>
          <a:p>
            <a:r>
              <a:rPr lang="en-US" dirty="0"/>
              <a:t>Work as an extension of your team with shared goals and transparent communication.</a:t>
            </a:r>
          </a:p>
          <a:p>
            <a:r>
              <a:rPr lang="en-US" b="1" dirty="0"/>
              <a:t>Innovation Focused</a:t>
            </a:r>
          </a:p>
          <a:p>
            <a:r>
              <a:rPr lang="en-US" dirty="0"/>
              <a:t>Continuous improvement, AI-powered capabilities, and modern technologies.</a:t>
            </a:r>
          </a:p>
          <a:p>
            <a:r>
              <a:rPr lang="en-US" b="1" dirty="0"/>
              <a:t>Long-Term Value</a:t>
            </a:r>
          </a:p>
          <a:p>
            <a:r>
              <a:rPr lang="en-US" dirty="0"/>
              <a:t>Built to adapt, scale, and deliver sustained impact for years to come.</a:t>
            </a:r>
          </a:p>
          <a:p>
            <a:r>
              <a:rPr lang="en-US" b="1" dirty="0"/>
              <a:t>Academian combines the right platform, proven assets, and deep expertise to deliver the Unified Curriculum Intelligence Platform that helps you achieve your vision—faster, smarter, and with greater impact.</a:t>
            </a:r>
            <a:endParaRPr lang="en-US" dirty="0"/>
          </a:p>
          <a:p>
            <a:endParaRPr lang="en-US" dirty="0"/>
          </a:p>
        </p:txBody>
      </p:sp>
      <p:sp>
        <p:nvSpPr>
          <p:cNvPr id="4" name="Slide Number Placeholder 3"/>
          <p:cNvSpPr>
            <a:spLocks noGrp="1"/>
          </p:cNvSpPr>
          <p:nvPr>
            <p:ph type="sldNum" sz="quarter" idx="5"/>
          </p:nvPr>
        </p:nvSpPr>
        <p:spPr/>
        <p:txBody>
          <a:bodyPr/>
          <a:lstStyle/>
          <a:p>
            <a:fld id="{310D7FA8-97C7-414F-8258-223E592344C6}" type="slidenum">
              <a:rPr lang="en-US" smtClean="0"/>
              <a:t>3</a:t>
            </a:fld>
            <a:endParaRPr lang="en-US"/>
          </a:p>
        </p:txBody>
      </p:sp>
    </p:spTree>
    <p:extLst>
      <p:ext uri="{BB962C8B-B14F-4D97-AF65-F5344CB8AC3E}">
        <p14:creationId xmlns:p14="http://schemas.microsoft.com/office/powerpoint/2010/main" val="87016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endParaRPr lang="en-US" b="1" dirty="0"/>
          </a:p>
          <a:p>
            <a:endParaRPr lang="en-US" b="1" dirty="0"/>
          </a:p>
          <a:p>
            <a:r>
              <a:rPr lang="en-US" b="1" dirty="0"/>
              <a:t>Executive walkthrough</a:t>
            </a:r>
          </a:p>
          <a:p>
            <a:r>
              <a:rPr lang="en-US" dirty="0"/>
              <a:t>“This slide translates Discovery Education’s business needs into three concrete implementation scenarios and shows, for each scenario, what we are trying to achieve, the information we need, the activities the platform performs, and how success will be measured.”</a:t>
            </a:r>
          </a:p>
          <a:p>
            <a:r>
              <a:rPr lang="en-US" dirty="0"/>
              <a:t>Although the scenarios address different curriculum challenges, they share a common objective: </a:t>
            </a:r>
            <a:r>
              <a:rPr lang="en-US" b="1" dirty="0"/>
              <a:t>to deliver accurate, standards-aligned, high-quality curriculum content while reducing manual effort and improving consistency.</a:t>
            </a:r>
            <a:endParaRPr lang="en-US" dirty="0"/>
          </a:p>
          <a:p>
            <a:br>
              <a:rPr lang="en-US" dirty="0"/>
            </a:br>
            <a:endParaRPr lang="en-US" dirty="0"/>
          </a:p>
          <a:p>
            <a:r>
              <a:rPr lang="en-US" b="1" dirty="0"/>
              <a:t>Scenario 1 — SC Standards Alignment &amp; Gap Analysis</a:t>
            </a:r>
          </a:p>
          <a:p>
            <a:r>
              <a:rPr lang="en-US" dirty="0"/>
              <a:t>The first scenario focuses on </a:t>
            </a:r>
            <a:r>
              <a:rPr lang="en-US" b="1" dirty="0"/>
              <a:t>aligning K–5 science curriculum to South Carolina standards</a:t>
            </a:r>
            <a:r>
              <a:rPr lang="en-US" dirty="0"/>
              <a:t>.</a:t>
            </a:r>
          </a:p>
          <a:p>
            <a:r>
              <a:rPr lang="en-US" dirty="0"/>
              <a:t>The objective is to understand how well the existing NGSS-aligned curriculum maps to South Carolina standards, identify where gaps exist, and recommend the changes required to achieve alignment.</a:t>
            </a:r>
          </a:p>
          <a:p>
            <a:r>
              <a:rPr lang="en-US" dirty="0"/>
              <a:t>The platform will use inputs such as the existing NGSS-aligned curriculum, South Carolina standards, performance targets, and articulation documents.</a:t>
            </a:r>
          </a:p>
          <a:p>
            <a:r>
              <a:rPr lang="en-US" dirty="0"/>
              <a:t>From a processing perspective, the platform will:</a:t>
            </a:r>
          </a:p>
          <a:p>
            <a:pPr lvl="0"/>
            <a:r>
              <a:rPr lang="en-US" dirty="0"/>
              <a:t>analyze the relationship between the two standards frameworks, </a:t>
            </a:r>
          </a:p>
          <a:p>
            <a:pPr lvl="0"/>
            <a:r>
              <a:rPr lang="en-US" dirty="0"/>
              <a:t>identify evidence of alignment, </a:t>
            </a:r>
          </a:p>
          <a:p>
            <a:pPr lvl="0"/>
            <a:r>
              <a:rPr lang="en-US" dirty="0"/>
              <a:t>detect gaps or insufficient coverage, </a:t>
            </a:r>
          </a:p>
          <a:p>
            <a:pPr lvl="0"/>
            <a:r>
              <a:rPr lang="en-US" dirty="0"/>
              <a:t>and recommend remediation actions. </a:t>
            </a:r>
          </a:p>
          <a:p>
            <a:r>
              <a:rPr lang="en-US" dirty="0"/>
              <a:t>The key architectural capability here is the ability to provide </a:t>
            </a:r>
            <a:r>
              <a:rPr lang="en-US" b="1" dirty="0"/>
              <a:t>traceable standards intelligence</a:t>
            </a:r>
            <a:r>
              <a:rPr lang="en-US" dirty="0"/>
              <a:t>. We should be able to show not only whether a standard is covered, but also </a:t>
            </a:r>
            <a:r>
              <a:rPr lang="en-US" b="1" dirty="0"/>
              <a:t>which content provides the evidence and why the platform considers it aligned or misaligned</a:t>
            </a:r>
            <a:r>
              <a:rPr lang="en-US" dirty="0"/>
              <a:t>.</a:t>
            </a:r>
          </a:p>
          <a:p>
            <a:r>
              <a:rPr lang="en-US" dirty="0"/>
              <a:t>The output is therefore more than a simple crosswalk. It becomes an </a:t>
            </a:r>
            <a:r>
              <a:rPr lang="en-US" b="1" dirty="0"/>
              <a:t>alignment matrix, gap register, remediation plan, and traceability report</a:t>
            </a:r>
            <a:r>
              <a:rPr lang="en-US" dirty="0"/>
              <a:t>.</a:t>
            </a:r>
          </a:p>
          <a:p>
            <a:r>
              <a:rPr lang="en-US" dirty="0"/>
              <a:t>Success can then be measured through metrics such as percentage of standards aligned, number of gaps resolved, and SME approval rate.</a:t>
            </a:r>
          </a:p>
          <a:p>
            <a:br>
              <a:rPr lang="en-US" dirty="0"/>
            </a:br>
            <a:endParaRPr lang="en-US" dirty="0"/>
          </a:p>
          <a:p>
            <a:r>
              <a:rPr lang="en-US" b="1" dirty="0"/>
              <a:t>Scenario 2 — Literacy Strategy Integration</a:t>
            </a:r>
          </a:p>
          <a:p>
            <a:r>
              <a:rPr lang="en-US" dirty="0"/>
              <a:t>The second scenario shifts from standards alignment to </a:t>
            </a:r>
            <a:r>
              <a:rPr lang="en-US" b="1" dirty="0"/>
              <a:t>instructional strategy integration</a:t>
            </a:r>
            <a:r>
              <a:rPr lang="en-US" dirty="0"/>
              <a:t>.</a:t>
            </a:r>
          </a:p>
          <a:p>
            <a:r>
              <a:rPr lang="en-US" dirty="0"/>
              <a:t>Here, the objective is to integrate appropriate literacy strategies into existing Science </a:t>
            </a:r>
            <a:r>
              <a:rPr lang="en-US" dirty="0" err="1"/>
              <a:t>Techbook</a:t>
            </a:r>
            <a:r>
              <a:rPr lang="en-US" dirty="0"/>
              <a:t> lessons for grades 6–8.</a:t>
            </a:r>
          </a:p>
          <a:p>
            <a:r>
              <a:rPr lang="en-US" dirty="0"/>
              <a:t>The platform needs to analyze the lesson structure alongside available literacy strategy resources and determine the most appropriate strategies and integration points.</a:t>
            </a:r>
          </a:p>
          <a:p>
            <a:r>
              <a:rPr lang="en-US" dirty="0"/>
              <a:t>The process would typically involve:</a:t>
            </a:r>
          </a:p>
          <a:p>
            <a:r>
              <a:rPr lang="en-US" b="1" dirty="0"/>
              <a:t>lesson analysis → literacy need identification → strategy selection → integration recommendation → lesson update → validation.</a:t>
            </a:r>
            <a:endParaRPr lang="en-US" dirty="0"/>
          </a:p>
          <a:p>
            <a:r>
              <a:rPr lang="en-US" dirty="0"/>
              <a:t>The platform therefore needs to understand both the </a:t>
            </a:r>
            <a:r>
              <a:rPr lang="en-US" b="1" dirty="0"/>
              <a:t>content itself and the instructional context</a:t>
            </a:r>
            <a:r>
              <a:rPr lang="en-US" dirty="0"/>
              <a:t> in which the content is being used.</a:t>
            </a:r>
          </a:p>
          <a:p>
            <a:r>
              <a:rPr lang="en-US" dirty="0"/>
              <a:t>This is an important distinction. We are not simply inserting literacy activities automatically. The system should determine where a strategy is instructionally appropriate and preserve the scientific intent of the lesson.</a:t>
            </a:r>
          </a:p>
          <a:p>
            <a:r>
              <a:rPr lang="en-US" dirty="0"/>
              <a:t>The expected outcome is an updated lesson with embedded literacy strategies and supporting components.</a:t>
            </a:r>
          </a:p>
          <a:p>
            <a:r>
              <a:rPr lang="en-US" dirty="0"/>
              <a:t>Success is then measured through factors such as literacy strategy fidelity, maintenance of science integrity, and overall instructional effectiveness.</a:t>
            </a:r>
          </a:p>
          <a:p>
            <a:br>
              <a:rPr lang="en-US" dirty="0"/>
            </a:br>
            <a:endParaRPr lang="en-US" dirty="0"/>
          </a:p>
          <a:p>
            <a:r>
              <a:rPr lang="en-US" b="1" dirty="0"/>
              <a:t>Scenario 3 — Oregon Content Customization</a:t>
            </a:r>
          </a:p>
          <a:p>
            <a:r>
              <a:rPr lang="en-US" dirty="0"/>
              <a:t>The third scenario focuses on </a:t>
            </a:r>
            <a:r>
              <a:rPr lang="en-US" b="1" dirty="0"/>
              <a:t>state-specific curriculum customization</a:t>
            </a:r>
            <a:r>
              <a:rPr lang="en-US" dirty="0"/>
              <a:t>.</a:t>
            </a:r>
          </a:p>
          <a:p>
            <a:r>
              <a:rPr lang="en-US" dirty="0"/>
              <a:t>In this case, we are taking an existing Grade 2 Social Studies unit and aligning it with Oregon Grade 2 standards.</a:t>
            </a:r>
          </a:p>
          <a:p>
            <a:r>
              <a:rPr lang="en-US" dirty="0"/>
              <a:t>The platform will evaluate the current unit against the Oregon standards, identify both missing coverage and potentially unnecessary or surplus content, and then recommend or generate the required revisions.</a:t>
            </a:r>
          </a:p>
          <a:p>
            <a:r>
              <a:rPr lang="en-US" dirty="0"/>
              <a:t>The workflow is:</a:t>
            </a:r>
          </a:p>
          <a:p>
            <a:r>
              <a:rPr lang="en-US" b="1" dirty="0"/>
              <a:t>standards mapping → coverage analysis → gap identification → content revision → validation → traceability.</a:t>
            </a:r>
            <a:endParaRPr lang="en-US" dirty="0"/>
          </a:p>
          <a:p>
            <a:r>
              <a:rPr lang="en-US" dirty="0"/>
              <a:t>This scenario demonstrates the value of having a reusable platform because many of the same capabilities from Scenario 1—standards intelligence, alignment analysis, gap detection, content understanding, and validation—can be reused here.</a:t>
            </a:r>
          </a:p>
          <a:p>
            <a:r>
              <a:rPr lang="en-US" dirty="0"/>
              <a:t>The difference is that this scenario goes one step further into </a:t>
            </a:r>
            <a:r>
              <a:rPr lang="en-US" b="1" dirty="0"/>
              <a:t>content customization and revision</a:t>
            </a:r>
            <a:r>
              <a:rPr lang="en-US" dirty="0"/>
              <a:t>.</a:t>
            </a:r>
          </a:p>
          <a:p>
            <a:r>
              <a:rPr lang="en-US" dirty="0"/>
              <a:t>The target outcome is a fully Oregon-aligned unit with revised lessons, sequence, scope, and traceability.</a:t>
            </a:r>
          </a:p>
          <a:p>
            <a:r>
              <a:rPr lang="en-US" dirty="0"/>
              <a:t>Success measures include standards coverage, coherence across the unit, and reduction in manual curriculum-development effort.</a:t>
            </a:r>
          </a:p>
          <a:p>
            <a:br>
              <a:rPr lang="en-US" dirty="0"/>
            </a:br>
            <a:endParaRPr lang="en-US" dirty="0"/>
          </a:p>
          <a:p>
            <a:r>
              <a:rPr lang="en-US" b="1" dirty="0"/>
              <a:t>What is common across the three scenarios</a:t>
            </a:r>
          </a:p>
          <a:p>
            <a:r>
              <a:rPr lang="en-US" dirty="0"/>
              <a:t>The important architectural message from this matrix is that, while the scenarios look different from a business perspective, </a:t>
            </a:r>
            <a:r>
              <a:rPr lang="en-US" b="1" dirty="0"/>
              <a:t>the underlying technology capabilities overlap significantly</a:t>
            </a:r>
            <a:r>
              <a:rPr lang="en-US" dirty="0"/>
              <a:t>.</a:t>
            </a:r>
          </a:p>
          <a:p>
            <a:r>
              <a:rPr lang="en-US" dirty="0"/>
              <a:t>Across all three scenarios, the platform repeatedly needs to:</a:t>
            </a:r>
          </a:p>
          <a:p>
            <a:pPr lvl="0"/>
            <a:r>
              <a:rPr lang="en-US" dirty="0"/>
              <a:t>ingest and understand curriculum content, </a:t>
            </a:r>
          </a:p>
          <a:p>
            <a:pPr lvl="0"/>
            <a:r>
              <a:rPr lang="en-US" dirty="0"/>
              <a:t>understand standards and instructional frameworks, </a:t>
            </a:r>
          </a:p>
          <a:p>
            <a:pPr lvl="0"/>
            <a:r>
              <a:rPr lang="en-US" dirty="0"/>
              <a:t>perform semantic and rules-based analysis, </a:t>
            </a:r>
          </a:p>
          <a:p>
            <a:pPr lvl="0"/>
            <a:r>
              <a:rPr lang="en-US" dirty="0"/>
              <a:t>identify gaps, </a:t>
            </a:r>
          </a:p>
          <a:p>
            <a:pPr lvl="0"/>
            <a:r>
              <a:rPr lang="en-US" dirty="0"/>
              <a:t>generate recommendations, </a:t>
            </a:r>
          </a:p>
          <a:p>
            <a:pPr lvl="0"/>
            <a:r>
              <a:rPr lang="en-US" dirty="0"/>
              <a:t>validate output quality, </a:t>
            </a:r>
          </a:p>
          <a:p>
            <a:pPr lvl="0"/>
            <a:r>
              <a:rPr lang="en-US" dirty="0"/>
              <a:t>maintain evidence and traceability, </a:t>
            </a:r>
          </a:p>
          <a:p>
            <a:pPr lvl="0"/>
            <a:r>
              <a:rPr lang="en-US" dirty="0"/>
              <a:t>and support human review. </a:t>
            </a:r>
          </a:p>
          <a:p>
            <a:r>
              <a:rPr lang="en-US" dirty="0"/>
              <a:t>That is exactly why a </a:t>
            </a:r>
            <a:r>
              <a:rPr lang="en-US" b="1" dirty="0"/>
              <a:t>shared Curriculum Intelligence Platform</a:t>
            </a:r>
            <a:r>
              <a:rPr lang="en-US" dirty="0"/>
              <a:t> is more effective than building three independent point solutions.</a:t>
            </a:r>
          </a:p>
          <a:p>
            <a:br>
              <a:rPr lang="en-US" dirty="0"/>
            </a:br>
            <a:endParaRPr lang="en-US" dirty="0"/>
          </a:p>
          <a:p>
            <a:r>
              <a:rPr lang="en-US" b="1" dirty="0"/>
              <a:t>How I would position the differences</a:t>
            </a:r>
          </a:p>
          <a:p>
            <a:r>
              <a:rPr lang="en-US" dirty="0"/>
              <a:t>The three scenarios can be summarized very simply:</a:t>
            </a:r>
          </a:p>
          <a:p>
            <a:r>
              <a:rPr lang="en-US" b="1" dirty="0"/>
              <a:t>Scenario 1 asks:</a:t>
            </a:r>
            <a:br>
              <a:rPr lang="en-US" dirty="0"/>
            </a:br>
            <a:r>
              <a:rPr lang="en-US" dirty="0"/>
              <a:t>“Where are we aligned, and where are the gaps?”</a:t>
            </a:r>
          </a:p>
          <a:p>
            <a:r>
              <a:rPr lang="en-US" b="1" dirty="0"/>
              <a:t>Scenario 2 asks:</a:t>
            </a:r>
            <a:br>
              <a:rPr lang="en-US" dirty="0"/>
            </a:br>
            <a:r>
              <a:rPr lang="en-US" dirty="0"/>
              <a:t>“How do we enrich existing lessons with the right instructional strategies?”</a:t>
            </a:r>
          </a:p>
          <a:p>
            <a:r>
              <a:rPr lang="en-US" b="1" dirty="0"/>
              <a:t>Scenario 3 asks:</a:t>
            </a:r>
            <a:br>
              <a:rPr lang="en-US" dirty="0"/>
            </a:br>
            <a:r>
              <a:rPr lang="en-US" dirty="0"/>
              <a:t>“How do we adapt existing curriculum for a new state requirement?”</a:t>
            </a:r>
          </a:p>
          <a:p>
            <a:r>
              <a:rPr lang="en-US" dirty="0"/>
              <a:t>This distinction helps executives quickly understand that the platform is solving three different business problems while drawing on the same reusable intelligence foundation.</a:t>
            </a:r>
          </a:p>
          <a:p>
            <a:br>
              <a:rPr lang="en-US" dirty="0"/>
            </a:br>
            <a:endParaRPr lang="en-US" dirty="0"/>
          </a:p>
          <a:p>
            <a:r>
              <a:rPr lang="en-US" b="1" dirty="0"/>
              <a:t>Human validation remains important</a:t>
            </a:r>
          </a:p>
          <a:p>
            <a:r>
              <a:rPr lang="en-US" dirty="0"/>
              <a:t>Another point I would emphasize is that these workflows should not be viewed as fully autonomous.</a:t>
            </a:r>
          </a:p>
          <a:p>
            <a:r>
              <a:rPr lang="en-US" dirty="0"/>
              <a:t>The platform accelerates analysis and recommendation generation, but </a:t>
            </a:r>
            <a:r>
              <a:rPr lang="en-US" b="1" dirty="0"/>
              <a:t>SMEs remain an important quality gate</a:t>
            </a:r>
            <a:r>
              <a:rPr lang="en-US" dirty="0"/>
              <a:t>, particularly for standards interpretation, instructional appropriateness, and curriculum integrity.</a:t>
            </a:r>
          </a:p>
          <a:p>
            <a:r>
              <a:rPr lang="en-US" dirty="0"/>
              <a:t>The architecture should therefore support:</a:t>
            </a:r>
          </a:p>
          <a:p>
            <a:r>
              <a:rPr lang="en-US" b="1" dirty="0"/>
              <a:t>AI recommendation → automated validation → evidence presentation → SME review → approval or refinement.</a:t>
            </a:r>
            <a:endParaRPr lang="en-US" dirty="0"/>
          </a:p>
          <a:p>
            <a:r>
              <a:rPr lang="en-US" dirty="0"/>
              <a:t>That balance gives us both productivity and trust.</a:t>
            </a:r>
          </a:p>
          <a:p>
            <a:br>
              <a:rPr lang="en-US" dirty="0"/>
            </a:br>
            <a:endParaRPr lang="en-US" dirty="0"/>
          </a:p>
          <a:p>
            <a:r>
              <a:rPr lang="en-US" b="1" dirty="0"/>
              <a:t>Closing message</a:t>
            </a:r>
          </a:p>
          <a:p>
            <a:r>
              <a:rPr lang="en-US" dirty="0"/>
              <a:t>I would close the slide with:</a:t>
            </a:r>
          </a:p>
          <a:p>
            <a:r>
              <a:rPr lang="en-US" b="1" dirty="0"/>
              <a:t>“The key takeaway from this matrix is that the three scenarios differ in their business objective, but they rely heavily on the same underlying intelligence capabilities. That gives us a strong opportunity to build once, reuse across scenarios, and progressively expand the platform.”</a:t>
            </a:r>
            <a:endParaRPr lang="en-US" dirty="0"/>
          </a:p>
          <a:p>
            <a:r>
              <a:rPr lang="en-US" b="1" dirty="0"/>
              <a:t>“Our common goal across all three is to improve curriculum quality and standards alignment while significantly reducing the manual effort required from curriculum specialists.”</a:t>
            </a:r>
            <a:endParaRPr lang="en-US"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r>
              <a:rPr lang="en-US" b="1" dirty="0"/>
              <a:t>Discovery Education Business Requirements Addressed by Academian’s Curriculum Intelligence Platform</a:t>
            </a:r>
            <a:endParaRPr lang="en-US" dirty="0"/>
          </a:p>
          <a:p>
            <a:r>
              <a:rPr lang="en-US" b="1" dirty="0"/>
              <a:t>SCENARIO 1 – SC Standards Alignment &amp; Gap Analysis</a:t>
            </a:r>
            <a:endParaRPr lang="en-US" dirty="0"/>
          </a:p>
          <a:p>
            <a:r>
              <a:rPr lang="en-US" b="1" dirty="0"/>
              <a:t>Objective</a:t>
            </a:r>
            <a:br>
              <a:rPr lang="en-US" dirty="0"/>
            </a:br>
            <a:r>
              <a:rPr lang="en-US" dirty="0"/>
              <a:t>Align K–5 science content to South Carolina Standards and close gaps.</a:t>
            </a:r>
          </a:p>
          <a:p>
            <a:r>
              <a:rPr lang="en-US" b="1" dirty="0"/>
              <a:t>Key Requirements</a:t>
            </a:r>
            <a:br>
              <a:rPr lang="en-US" dirty="0"/>
            </a:br>
            <a:r>
              <a:rPr lang="en-US" dirty="0"/>
              <a:t>• Compare NGSS to SC Standards (K–5)</a:t>
            </a:r>
            <a:br>
              <a:rPr lang="en-US" dirty="0"/>
            </a:br>
            <a:r>
              <a:rPr lang="en-US" dirty="0"/>
              <a:t>• Identify gaps and priorities</a:t>
            </a:r>
            <a:br>
              <a:rPr lang="en-US" dirty="0"/>
            </a:br>
            <a:r>
              <a:rPr lang="en-US" dirty="0"/>
              <a:t>• Recommend revisions</a:t>
            </a:r>
          </a:p>
          <a:p>
            <a:r>
              <a:rPr lang="en-US" b="1" dirty="0"/>
              <a:t>Inputs/Sources</a:t>
            </a:r>
            <a:br>
              <a:rPr lang="en-US" dirty="0"/>
            </a:br>
            <a:r>
              <a:rPr lang="en-US" dirty="0"/>
              <a:t>• NGSS-aligned curriculum</a:t>
            </a:r>
            <a:br>
              <a:rPr lang="en-US" dirty="0"/>
            </a:br>
            <a:r>
              <a:rPr lang="en-US" dirty="0"/>
              <a:t>• SC Standards (K–5)</a:t>
            </a:r>
            <a:br>
              <a:rPr lang="en-US" dirty="0"/>
            </a:br>
            <a:r>
              <a:rPr lang="en-US" dirty="0"/>
              <a:t>• Performance targets &amp; articulation docs</a:t>
            </a:r>
          </a:p>
          <a:p>
            <a:r>
              <a:rPr lang="en-US" b="1" dirty="0"/>
              <a:t>Core Activities</a:t>
            </a:r>
            <a:br>
              <a:rPr lang="en-US" dirty="0"/>
            </a:br>
            <a:r>
              <a:rPr lang="en-US" dirty="0"/>
              <a:t>• Analyze standards alignment</a:t>
            </a:r>
            <a:br>
              <a:rPr lang="en-US" dirty="0"/>
            </a:br>
            <a:r>
              <a:rPr lang="en-US" dirty="0"/>
              <a:t>• Map evidence and gaps</a:t>
            </a:r>
            <a:br>
              <a:rPr lang="en-US" dirty="0"/>
            </a:br>
            <a:r>
              <a:rPr lang="en-US" dirty="0"/>
              <a:t>• Provide remediation recommendations</a:t>
            </a:r>
          </a:p>
          <a:p>
            <a:r>
              <a:rPr lang="en-US" b="1" dirty="0"/>
              <a:t>Expected Outcomes</a:t>
            </a:r>
            <a:br>
              <a:rPr lang="en-US" dirty="0"/>
            </a:br>
            <a:r>
              <a:rPr lang="en-US" dirty="0"/>
              <a:t>Alignment matrix, gap register, remediation plan, traceability report.</a:t>
            </a:r>
          </a:p>
          <a:p>
            <a:r>
              <a:rPr lang="en-US" b="1" dirty="0"/>
              <a:t>Success Measures</a:t>
            </a:r>
            <a:br>
              <a:rPr lang="en-US" dirty="0"/>
            </a:br>
            <a:r>
              <a:rPr lang="en-US" dirty="0"/>
              <a:t>• % of standards aligned</a:t>
            </a:r>
            <a:br>
              <a:rPr lang="en-US" dirty="0"/>
            </a:br>
            <a:r>
              <a:rPr lang="en-US" dirty="0"/>
              <a:t>• Number of gaps closed</a:t>
            </a:r>
            <a:br>
              <a:rPr lang="en-US" dirty="0"/>
            </a:br>
            <a:r>
              <a:rPr lang="en-US" dirty="0"/>
              <a:t>• SME approval rate</a:t>
            </a:r>
          </a:p>
          <a:p>
            <a:r>
              <a:rPr lang="en-US" b="1" dirty="0"/>
              <a:t>SCENARIO 2 – Literacy Strategy Integration</a:t>
            </a:r>
            <a:endParaRPr lang="en-US" dirty="0"/>
          </a:p>
          <a:p>
            <a:r>
              <a:rPr lang="en-US" b="1" dirty="0"/>
              <a:t>Objective</a:t>
            </a:r>
            <a:br>
              <a:rPr lang="en-US" dirty="0"/>
            </a:br>
            <a:r>
              <a:rPr lang="en-US" dirty="0"/>
              <a:t>Integrate literacy strategy into Science </a:t>
            </a:r>
            <a:r>
              <a:rPr lang="en-US" dirty="0" err="1"/>
              <a:t>Techbook</a:t>
            </a:r>
            <a:r>
              <a:rPr lang="en-US" dirty="0"/>
              <a:t> lessons.</a:t>
            </a:r>
          </a:p>
          <a:p>
            <a:r>
              <a:rPr lang="en-US" b="1" dirty="0"/>
              <a:t>Key Requirements</a:t>
            </a:r>
            <a:br>
              <a:rPr lang="en-US" dirty="0"/>
            </a:br>
            <a:r>
              <a:rPr lang="en-US" dirty="0"/>
              <a:t>• Review lessons and literacy strategies</a:t>
            </a:r>
            <a:br>
              <a:rPr lang="en-US" dirty="0"/>
            </a:br>
            <a:r>
              <a:rPr lang="en-US" dirty="0"/>
              <a:t>• Select best strategies and integration points</a:t>
            </a:r>
            <a:br>
              <a:rPr lang="en-US" dirty="0"/>
            </a:br>
            <a:r>
              <a:rPr lang="en-US" dirty="0"/>
              <a:t>• Update lessons and components</a:t>
            </a:r>
          </a:p>
          <a:p>
            <a:r>
              <a:rPr lang="en-US" b="1" dirty="0"/>
              <a:t>Inputs/Sources</a:t>
            </a:r>
            <a:br>
              <a:rPr lang="en-US" dirty="0"/>
            </a:br>
            <a:r>
              <a:rPr lang="en-US" dirty="0"/>
              <a:t>• Science </a:t>
            </a:r>
            <a:r>
              <a:rPr lang="en-US" dirty="0" err="1"/>
              <a:t>Techbook</a:t>
            </a:r>
            <a:r>
              <a:rPr lang="en-US" dirty="0"/>
              <a:t> lessons (6–8)</a:t>
            </a:r>
            <a:br>
              <a:rPr lang="en-US" dirty="0"/>
            </a:br>
            <a:r>
              <a:rPr lang="en-US" dirty="0"/>
              <a:t>• Literacy strategy resources</a:t>
            </a:r>
            <a:br>
              <a:rPr lang="en-US" dirty="0"/>
            </a:br>
            <a:r>
              <a:rPr lang="en-US" dirty="0"/>
              <a:t>• Lesson guides and activities</a:t>
            </a:r>
          </a:p>
          <a:p>
            <a:r>
              <a:rPr lang="en-US" b="1" dirty="0"/>
              <a:t>Core Activities</a:t>
            </a:r>
            <a:br>
              <a:rPr lang="en-US" dirty="0"/>
            </a:br>
            <a:r>
              <a:rPr lang="en-US" dirty="0"/>
              <a:t>• Analyze literacy needs</a:t>
            </a:r>
            <a:br>
              <a:rPr lang="en-US" dirty="0"/>
            </a:br>
            <a:r>
              <a:rPr lang="en-US" dirty="0"/>
              <a:t>• Integrate strategies and resources</a:t>
            </a:r>
            <a:br>
              <a:rPr lang="en-US" dirty="0"/>
            </a:br>
            <a:r>
              <a:rPr lang="en-US" dirty="0"/>
              <a:t>• Review and update lessons</a:t>
            </a:r>
          </a:p>
          <a:p>
            <a:r>
              <a:rPr lang="en-US" b="1" dirty="0"/>
              <a:t>Expected Outcomes</a:t>
            </a:r>
            <a:br>
              <a:rPr lang="en-US" dirty="0"/>
            </a:br>
            <a:r>
              <a:rPr lang="en-US" dirty="0"/>
              <a:t>Updated lessons with integrated literacy strategies and components.</a:t>
            </a:r>
          </a:p>
          <a:p>
            <a:r>
              <a:rPr lang="en-US" b="1" dirty="0"/>
              <a:t>Success Measures</a:t>
            </a:r>
            <a:br>
              <a:rPr lang="en-US" dirty="0"/>
            </a:br>
            <a:r>
              <a:rPr lang="en-US" dirty="0"/>
              <a:t>• Literacy strategy fidelity</a:t>
            </a:r>
            <a:br>
              <a:rPr lang="en-US" dirty="0"/>
            </a:br>
            <a:r>
              <a:rPr lang="en-US" dirty="0"/>
              <a:t>• Science integrity maintained</a:t>
            </a:r>
            <a:br>
              <a:rPr lang="en-US" dirty="0"/>
            </a:br>
            <a:r>
              <a:rPr lang="en-US" dirty="0"/>
              <a:t>• Instructional effectiveness</a:t>
            </a:r>
          </a:p>
          <a:p>
            <a:r>
              <a:rPr lang="en-US" b="1" dirty="0"/>
              <a:t>SCENARIO 3 – Oregon Content Customization</a:t>
            </a:r>
            <a:endParaRPr lang="en-US" dirty="0"/>
          </a:p>
          <a:p>
            <a:r>
              <a:rPr lang="en-US" b="1" dirty="0"/>
              <a:t>Objective</a:t>
            </a:r>
            <a:br>
              <a:rPr lang="en-US" dirty="0"/>
            </a:br>
            <a:r>
              <a:rPr lang="en-US" dirty="0"/>
              <a:t>Customize Social Studies unit to align with Oregon Grade 2 Standards.</a:t>
            </a:r>
          </a:p>
          <a:p>
            <a:r>
              <a:rPr lang="en-US" b="1" dirty="0"/>
              <a:t>Key Requirements</a:t>
            </a:r>
            <a:br>
              <a:rPr lang="en-US" dirty="0"/>
            </a:br>
            <a:r>
              <a:rPr lang="en-US" dirty="0"/>
              <a:t>• Map unit to Oregon standards</a:t>
            </a:r>
            <a:br>
              <a:rPr lang="en-US" dirty="0"/>
            </a:br>
            <a:r>
              <a:rPr lang="en-US" dirty="0"/>
              <a:t>• Identify gaps and surplus content</a:t>
            </a:r>
            <a:br>
              <a:rPr lang="en-US" dirty="0"/>
            </a:br>
            <a:r>
              <a:rPr lang="en-US" dirty="0"/>
              <a:t>• Revise and align content</a:t>
            </a:r>
          </a:p>
          <a:p>
            <a:r>
              <a:rPr lang="en-US" b="1" dirty="0"/>
              <a:t>Inputs/Sources</a:t>
            </a:r>
            <a:br>
              <a:rPr lang="en-US" dirty="0"/>
            </a:br>
            <a:r>
              <a:rPr lang="en-US" dirty="0"/>
              <a:t>• Social Studies unit (Gr 2)</a:t>
            </a:r>
            <a:br>
              <a:rPr lang="en-US" dirty="0"/>
            </a:br>
            <a:r>
              <a:rPr lang="en-US" dirty="0"/>
              <a:t>• Oregon Standards (Gr 2)</a:t>
            </a:r>
            <a:br>
              <a:rPr lang="en-US" dirty="0"/>
            </a:br>
            <a:r>
              <a:rPr lang="en-US" dirty="0"/>
              <a:t>• Alignment &amp; scope docs</a:t>
            </a:r>
          </a:p>
          <a:p>
            <a:r>
              <a:rPr lang="en-US" b="1" dirty="0"/>
              <a:t>Core Activities</a:t>
            </a:r>
            <a:br>
              <a:rPr lang="en-US" dirty="0"/>
            </a:br>
            <a:r>
              <a:rPr lang="en-US" dirty="0"/>
              <a:t>• Map and evaluate content</a:t>
            </a:r>
            <a:br>
              <a:rPr lang="en-US" dirty="0"/>
            </a:br>
            <a:r>
              <a:rPr lang="en-US" dirty="0"/>
              <a:t>• Revise and fill gaps</a:t>
            </a:r>
            <a:br>
              <a:rPr lang="en-US" dirty="0"/>
            </a:br>
            <a:r>
              <a:rPr lang="en-US" dirty="0"/>
              <a:t>• Ensure traceability and coverage</a:t>
            </a:r>
          </a:p>
          <a:p>
            <a:r>
              <a:rPr lang="en-US" b="1" dirty="0"/>
              <a:t>Expected Outcomes</a:t>
            </a:r>
            <a:br>
              <a:rPr lang="en-US" dirty="0"/>
            </a:br>
            <a:r>
              <a:rPr lang="en-US" dirty="0"/>
              <a:t>Oregon-aligned unit with revised lessons, scope &amp; sequence, and traceability.</a:t>
            </a:r>
          </a:p>
          <a:p>
            <a:r>
              <a:rPr lang="en-US" b="1" dirty="0"/>
              <a:t>Success Measures</a:t>
            </a:r>
            <a:br>
              <a:rPr lang="en-US" dirty="0"/>
            </a:br>
            <a:r>
              <a:rPr lang="en-US" dirty="0"/>
              <a:t>• % of standards covered</a:t>
            </a:r>
            <a:br>
              <a:rPr lang="en-US" dirty="0"/>
            </a:br>
            <a:r>
              <a:rPr lang="en-US" dirty="0"/>
              <a:t>• Coherence across unit</a:t>
            </a:r>
            <a:br>
              <a:rPr lang="en-US" dirty="0"/>
            </a:br>
            <a:r>
              <a:rPr lang="en-US" dirty="0"/>
              <a:t>• Reduction in manual effort</a:t>
            </a:r>
          </a:p>
          <a:p>
            <a:r>
              <a:rPr lang="en-US" b="1" dirty="0"/>
              <a:t>Common Goal Across All Scenarios</a:t>
            </a:r>
            <a:br>
              <a:rPr lang="en-US" dirty="0"/>
            </a:br>
            <a:r>
              <a:rPr lang="en-US" dirty="0"/>
              <a:t>Deliver accurate, standards-aligned, high-quality curriculum content that improves learning outcomes and reduces manual effort.</a:t>
            </a:r>
          </a:p>
          <a:p>
            <a:endParaRPr lang="en-US" dirty="0"/>
          </a:p>
        </p:txBody>
      </p:sp>
      <p:sp>
        <p:nvSpPr>
          <p:cNvPr id="4" name="Slide Number Placeholder 3"/>
          <p:cNvSpPr>
            <a:spLocks noGrp="1"/>
          </p:cNvSpPr>
          <p:nvPr>
            <p:ph type="sldNum" sz="quarter" idx="5"/>
          </p:nvPr>
        </p:nvSpPr>
        <p:spPr/>
        <p:txBody>
          <a:bodyPr/>
          <a:lstStyle/>
          <a:p>
            <a:fld id="{310D7FA8-97C7-414F-8258-223E592344C6}" type="slidenum">
              <a:rPr lang="en-US" smtClean="0"/>
              <a:t>4</a:t>
            </a:fld>
            <a:endParaRPr lang="en-US"/>
          </a:p>
        </p:txBody>
      </p:sp>
    </p:spTree>
    <p:extLst>
      <p:ext uri="{BB962C8B-B14F-4D97-AF65-F5344CB8AC3E}">
        <p14:creationId xmlns:p14="http://schemas.microsoft.com/office/powerpoint/2010/main" val="1144990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3F71F-C9EC-64B7-2BF9-61760006E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23FFA-DEFF-C6D0-F674-C67DE2CFD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2EE42B-49C0-B506-17CC-97C4A18A3CE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Executive walkthrough</a:t>
            </a:r>
          </a:p>
          <a:p>
            <a:r>
              <a:rPr lang="en-US" dirty="0"/>
              <a:t>“This slide explains one of the key principles behind our solution approach: we do not start from scratch. We leverage proven, configurable accelerators and extend them only where Discovery Education has unique requirements.”</a:t>
            </a:r>
          </a:p>
          <a:p>
            <a:r>
              <a:rPr lang="en-US" dirty="0"/>
              <a:t>The key message is that these accelerators give us a head start in areas that are common across curriculum intelligence solutions. That translates into </a:t>
            </a:r>
            <a:r>
              <a:rPr lang="en-US" b="1" dirty="0"/>
              <a:t>faster time to value, lower development effort, greater consistency, and reduced delivery risk</a:t>
            </a:r>
            <a:r>
              <a:rPr lang="en-US" dirty="0"/>
              <a:t>.</a:t>
            </a:r>
          </a:p>
          <a:p>
            <a:r>
              <a:rPr lang="en-US" dirty="0"/>
              <a:t>At the same time, these are not rigid products. They are designed to be </a:t>
            </a:r>
            <a:r>
              <a:rPr lang="en-US" b="1" dirty="0"/>
              <a:t>configurable and extensible</a:t>
            </a:r>
            <a:r>
              <a:rPr lang="en-US" dirty="0"/>
              <a:t>, so we can adapt them to Discovery Education’s specific workflows, data, standards, and governance requirements.</a:t>
            </a:r>
          </a:p>
          <a:p>
            <a:br>
              <a:rPr lang="en-US" dirty="0"/>
            </a:br>
            <a:endParaRPr lang="en-US" dirty="0"/>
          </a:p>
          <a:p>
            <a:r>
              <a:rPr lang="en-US" b="1" dirty="0"/>
              <a:t>Why accelerators matter</a:t>
            </a:r>
          </a:p>
          <a:p>
            <a:r>
              <a:rPr lang="en-US" dirty="0"/>
              <a:t>There are four principles highlighted at the top of the slide.</a:t>
            </a:r>
          </a:p>
          <a:p>
            <a:r>
              <a:rPr lang="en-US" dirty="0"/>
              <a:t>First, the accelerators are </a:t>
            </a:r>
            <a:r>
              <a:rPr lang="en-US" b="1" dirty="0"/>
              <a:t>proven and reusable</a:t>
            </a:r>
            <a:r>
              <a:rPr lang="en-US" dirty="0"/>
              <a:t>. They are pre-built capabilities that can be configured instead of being developed from the ground up.</a:t>
            </a:r>
          </a:p>
          <a:p>
            <a:r>
              <a:rPr lang="en-US" dirty="0"/>
              <a:t>Second, they improve </a:t>
            </a:r>
            <a:r>
              <a:rPr lang="en-US" b="1" dirty="0"/>
              <a:t>time to value</a:t>
            </a:r>
            <a:r>
              <a:rPr lang="en-US" dirty="0"/>
              <a:t> by reducing the amount of foundational engineering required before business functionality can be demonstrated.</a:t>
            </a:r>
          </a:p>
          <a:p>
            <a:r>
              <a:rPr lang="en-US" dirty="0"/>
              <a:t>Third, they incorporate </a:t>
            </a:r>
            <a:r>
              <a:rPr lang="en-US" b="1" dirty="0"/>
              <a:t>built-in best practices</a:t>
            </a:r>
            <a:r>
              <a:rPr lang="en-US" dirty="0"/>
              <a:t>, including areas such as architecture, governance, workflow management, auditability, and content processing.</a:t>
            </a:r>
          </a:p>
          <a:p>
            <a:r>
              <a:rPr lang="en-US" dirty="0"/>
              <a:t>And fourth, they are </a:t>
            </a:r>
            <a:r>
              <a:rPr lang="en-US" b="1" dirty="0"/>
              <a:t>configurable and extensible</a:t>
            </a:r>
            <a:r>
              <a:rPr lang="en-US" dirty="0"/>
              <a:t>. Our philosophy is simple:</a:t>
            </a:r>
          </a:p>
          <a:p>
            <a:r>
              <a:rPr lang="en-US" b="1" dirty="0"/>
              <a:t>Reuse what is proven, extend where necessary, and build only what is truly unique.</a:t>
            </a:r>
            <a:endParaRPr lang="en-US" dirty="0"/>
          </a:p>
          <a:p>
            <a:r>
              <a:rPr lang="en-US" dirty="0"/>
              <a:t>That principle is particularly important for this program because the three scenarios share a significant amount of common functionality.</a:t>
            </a:r>
          </a:p>
          <a:p>
            <a:br>
              <a:rPr lang="en-US" dirty="0"/>
            </a:br>
            <a:endParaRPr lang="en-US" dirty="0"/>
          </a:p>
          <a:p>
            <a:r>
              <a:rPr lang="en-US" b="1" dirty="0"/>
              <a:t>1. Content AI Studio</a:t>
            </a:r>
          </a:p>
          <a:p>
            <a:r>
              <a:rPr lang="en-US" dirty="0"/>
              <a:t>The first accelerator is </a:t>
            </a:r>
            <a:r>
              <a:rPr lang="en-US" b="1" dirty="0"/>
              <a:t>Content AI Studio</a:t>
            </a:r>
            <a:r>
              <a:rPr lang="en-US" dirty="0"/>
              <a:t>.</a:t>
            </a:r>
          </a:p>
          <a:p>
            <a:r>
              <a:rPr lang="en-US" dirty="0"/>
              <a:t>This provides the foundational AI capabilities for </a:t>
            </a:r>
            <a:r>
              <a:rPr lang="en-US" b="1" dirty="0"/>
              <a:t>content ingestion, understanding, and generation</a:t>
            </a:r>
            <a:r>
              <a:rPr lang="en-US" dirty="0"/>
              <a:t>.</a:t>
            </a:r>
          </a:p>
          <a:p>
            <a:r>
              <a:rPr lang="en-US" dirty="0"/>
              <a:t>For Discovery Education, this accelerator can be used to ingest curriculum documents, lesson content, standards, instructional resources, and supporting metadata.</a:t>
            </a:r>
          </a:p>
          <a:p>
            <a:r>
              <a:rPr lang="en-US" dirty="0"/>
              <a:t>Once the content is ingested, the platform can perform activities such as:</a:t>
            </a:r>
          </a:p>
          <a:p>
            <a:pPr lvl="0"/>
            <a:r>
              <a:rPr lang="en-US" dirty="0"/>
              <a:t>content understanding, </a:t>
            </a:r>
          </a:p>
          <a:p>
            <a:pPr lvl="0"/>
            <a:r>
              <a:rPr lang="en-US" dirty="0"/>
              <a:t>metadata extraction, </a:t>
            </a:r>
          </a:p>
          <a:p>
            <a:pPr lvl="0"/>
            <a:r>
              <a:rPr lang="en-US" dirty="0"/>
              <a:t>semantic analysis, </a:t>
            </a:r>
          </a:p>
          <a:p>
            <a:pPr lvl="0"/>
            <a:r>
              <a:rPr lang="en-US" dirty="0"/>
              <a:t>summarization, </a:t>
            </a:r>
          </a:p>
          <a:p>
            <a:pPr lvl="0"/>
            <a:r>
              <a:rPr lang="en-US" dirty="0"/>
              <a:t>and content generation or enhancement. </a:t>
            </a:r>
          </a:p>
          <a:p>
            <a:r>
              <a:rPr lang="en-US" dirty="0"/>
              <a:t>Architecturally, this becomes one of the primary entry points into the Curriculum Intelligence Platform.</a:t>
            </a:r>
          </a:p>
          <a:p>
            <a:r>
              <a:rPr lang="en-US" dirty="0"/>
              <a:t>For example, before we can compare a Science lesson with South Carolina standards, both the lesson and the standards first need to be normalized, understood, and represented in a form that the AI services can work with.</a:t>
            </a:r>
          </a:p>
          <a:p>
            <a:r>
              <a:rPr lang="en-US" dirty="0"/>
              <a:t>So Content AI Studio provides that foundational intelligence layer.</a:t>
            </a:r>
          </a:p>
          <a:p>
            <a:br>
              <a:rPr lang="en-US" dirty="0"/>
            </a:br>
            <a:endParaRPr lang="en-US" dirty="0"/>
          </a:p>
          <a:p>
            <a:r>
              <a:rPr lang="en-US" b="1" dirty="0"/>
              <a:t>2. AI Workflow Executor</a:t>
            </a:r>
          </a:p>
          <a:p>
            <a:r>
              <a:rPr lang="en-US" dirty="0"/>
              <a:t>The second accelerator is the </a:t>
            </a:r>
            <a:r>
              <a:rPr lang="en-US" b="1" dirty="0"/>
              <a:t>AI Workflow Executor</a:t>
            </a:r>
            <a:r>
              <a:rPr lang="en-US" dirty="0"/>
              <a:t>.</a:t>
            </a:r>
          </a:p>
          <a:p>
            <a:r>
              <a:rPr lang="en-US" dirty="0"/>
              <a:t>This provides orchestration for multi-step curriculum processes.</a:t>
            </a:r>
          </a:p>
          <a:p>
            <a:r>
              <a:rPr lang="en-US" dirty="0"/>
              <a:t>The important point is that none of the three scenarios is a single AI prompt or a single model invocation. Each scenario involves several coordinated activities.</a:t>
            </a:r>
          </a:p>
          <a:p>
            <a:r>
              <a:rPr lang="en-US" dirty="0"/>
              <a:t>For example, Standards Alignment could involve:</a:t>
            </a:r>
          </a:p>
          <a:p>
            <a:r>
              <a:rPr lang="en-US" b="1" dirty="0"/>
              <a:t>ingestion → content analysis → standards mapping → gap detection → recommendation generation → validation → human review → reporting.</a:t>
            </a:r>
            <a:endParaRPr lang="en-US" dirty="0"/>
          </a:p>
          <a:p>
            <a:r>
              <a:rPr lang="en-US" dirty="0"/>
              <a:t>The Workflow Executor coordinates those activities and manages task sequencing, automation, notifications, exceptions, and audit logs.</a:t>
            </a:r>
          </a:p>
          <a:p>
            <a:r>
              <a:rPr lang="en-US" dirty="0"/>
              <a:t>This gives us a repeatable and governable way to execute AI-enabled curriculum workflows instead of embedding workflow logic independently inside every application.</a:t>
            </a:r>
          </a:p>
          <a:p>
            <a:br>
              <a:rPr lang="en-US" dirty="0"/>
            </a:br>
            <a:endParaRPr lang="en-US" dirty="0"/>
          </a:p>
          <a:p>
            <a:r>
              <a:rPr lang="en-US" b="1" dirty="0"/>
              <a:t>3. Academian User Platform</a:t>
            </a:r>
          </a:p>
          <a:p>
            <a:r>
              <a:rPr lang="en-US" dirty="0"/>
              <a:t>The third accelerator is the </a:t>
            </a:r>
            <a:r>
              <a:rPr lang="en-US" b="1" dirty="0"/>
              <a:t>Academian User Platform</a:t>
            </a:r>
            <a:r>
              <a:rPr lang="en-US" dirty="0"/>
              <a:t>.</a:t>
            </a:r>
          </a:p>
          <a:p>
            <a:r>
              <a:rPr lang="en-US" dirty="0"/>
              <a:t>This provides the human interaction and collaboration layer.</a:t>
            </a:r>
          </a:p>
          <a:p>
            <a:r>
              <a:rPr lang="en-US" dirty="0"/>
              <a:t>Even though AI performs a significant amount of analysis, curriculum decisions still require participation from SMEs, curriculum specialists, reviewers, and administrators.</a:t>
            </a:r>
          </a:p>
          <a:p>
            <a:r>
              <a:rPr lang="en-US" dirty="0"/>
              <a:t>The platform therefore provides:</a:t>
            </a:r>
          </a:p>
          <a:p>
            <a:pPr lvl="0"/>
            <a:r>
              <a:rPr lang="en-US" dirty="0"/>
              <a:t>user and role management, </a:t>
            </a:r>
          </a:p>
          <a:p>
            <a:pPr lvl="0"/>
            <a:r>
              <a:rPr lang="en-US" dirty="0"/>
              <a:t>collaboration, </a:t>
            </a:r>
          </a:p>
          <a:p>
            <a:pPr lvl="0"/>
            <a:r>
              <a:rPr lang="en-US" dirty="0"/>
              <a:t>review workflows, </a:t>
            </a:r>
          </a:p>
          <a:p>
            <a:pPr lvl="0"/>
            <a:r>
              <a:rPr lang="en-US" dirty="0"/>
              <a:t>approval processes, </a:t>
            </a:r>
          </a:p>
          <a:p>
            <a:pPr lvl="0"/>
            <a:r>
              <a:rPr lang="en-US" dirty="0"/>
              <a:t>activity tracking, </a:t>
            </a:r>
          </a:p>
          <a:p>
            <a:pPr lvl="0"/>
            <a:r>
              <a:rPr lang="en-US" dirty="0"/>
              <a:t>and auditability. </a:t>
            </a:r>
          </a:p>
          <a:p>
            <a:r>
              <a:rPr lang="en-US" dirty="0"/>
              <a:t>This becomes the foundation for the </a:t>
            </a:r>
            <a:r>
              <a:rPr lang="en-US" b="1" dirty="0"/>
              <a:t>human-in-the-loop model</a:t>
            </a:r>
            <a:r>
              <a:rPr lang="en-US" dirty="0"/>
              <a:t> we discussed earlier.</a:t>
            </a:r>
          </a:p>
          <a:p>
            <a:r>
              <a:rPr lang="en-US" dirty="0"/>
              <a:t>For example, the AI may identify a potential standards gap and recommend remediation, but an SME can review the evidence, approve the recommendation, modify it, or reject it.</a:t>
            </a:r>
          </a:p>
          <a:p>
            <a:r>
              <a:rPr lang="en-US" dirty="0"/>
              <a:t>That interaction becomes fully traceable.</a:t>
            </a:r>
          </a:p>
          <a:p>
            <a:br>
              <a:rPr lang="en-US" dirty="0"/>
            </a:br>
            <a:endParaRPr lang="en-US" dirty="0"/>
          </a:p>
          <a:p>
            <a:r>
              <a:rPr lang="en-US" b="1" dirty="0"/>
              <a:t>4. Impact Analysis Engine</a:t>
            </a:r>
          </a:p>
          <a:p>
            <a:r>
              <a:rPr lang="en-US" dirty="0"/>
              <a:t>The next accelerator is the </a:t>
            </a:r>
            <a:r>
              <a:rPr lang="en-US" b="1" dirty="0"/>
              <a:t>Impact Analysis Engine</a:t>
            </a:r>
            <a:r>
              <a:rPr lang="en-US" dirty="0"/>
              <a:t>.</a:t>
            </a:r>
          </a:p>
          <a:p>
            <a:r>
              <a:rPr lang="en-US" dirty="0"/>
              <a:t>This capability helps us understand the consequences of curriculum changes.</a:t>
            </a:r>
          </a:p>
          <a:p>
            <a:r>
              <a:rPr lang="en-US" dirty="0"/>
              <a:t>For example, if a standard changes or a lesson is modified, we need to understand:</a:t>
            </a:r>
          </a:p>
          <a:p>
            <a:r>
              <a:rPr lang="en-US" b="1" dirty="0"/>
              <a:t>What curriculum objects are affected?</a:t>
            </a:r>
            <a:br>
              <a:rPr lang="en-US" b="1" dirty="0"/>
            </a:br>
            <a:r>
              <a:rPr lang="en-US" b="1" dirty="0"/>
              <a:t>Which lessons need revision?</a:t>
            </a:r>
            <a:br>
              <a:rPr lang="en-US" b="1" dirty="0"/>
            </a:br>
            <a:r>
              <a:rPr lang="en-US" b="1" dirty="0"/>
              <a:t>What standards coverage changes?</a:t>
            </a:r>
            <a:br>
              <a:rPr lang="en-US" b="1" dirty="0"/>
            </a:br>
            <a:r>
              <a:rPr lang="en-US" b="1" dirty="0"/>
              <a:t>What downstream components may be impacted?</a:t>
            </a:r>
            <a:endParaRPr lang="en-US" dirty="0"/>
          </a:p>
          <a:p>
            <a:r>
              <a:rPr lang="en-US" dirty="0"/>
              <a:t>The engine provides gap identification, impact analysis, visualization, dashboards, and KPI reporting.</a:t>
            </a:r>
          </a:p>
          <a:p>
            <a:r>
              <a:rPr lang="en-US" dirty="0"/>
              <a:t>This is particularly relevant to the South Carolina and Oregon scenarios, where standards differences may result in changes across multiple curriculum components.</a:t>
            </a:r>
          </a:p>
          <a:p>
            <a:r>
              <a:rPr lang="en-US" dirty="0"/>
              <a:t>Instead of manually tracing these dependencies, the platform can identify them systematically.</a:t>
            </a:r>
          </a:p>
          <a:p>
            <a:br>
              <a:rPr lang="en-US" dirty="0"/>
            </a:br>
            <a:endParaRPr lang="en-US" dirty="0"/>
          </a:p>
          <a:p>
            <a:r>
              <a:rPr lang="en-US" b="1" dirty="0"/>
              <a:t>5. Content Repository</a:t>
            </a:r>
          </a:p>
          <a:p>
            <a:r>
              <a:rPr lang="en-US" dirty="0"/>
              <a:t>The </a:t>
            </a:r>
            <a:r>
              <a:rPr lang="en-US" b="1" dirty="0"/>
              <a:t>Content Repository</a:t>
            </a:r>
            <a:r>
              <a:rPr lang="en-US" dirty="0"/>
              <a:t> provides the reusable information foundation for the platform.</a:t>
            </a:r>
          </a:p>
          <a:p>
            <a:r>
              <a:rPr lang="en-US" dirty="0"/>
              <a:t>It stores learning objects, curriculum components, templates, standards information, generated content, and other reusable artifacts.</a:t>
            </a:r>
          </a:p>
          <a:p>
            <a:r>
              <a:rPr lang="en-US" dirty="0"/>
              <a:t>The repository supports:</a:t>
            </a:r>
          </a:p>
          <a:p>
            <a:pPr lvl="0"/>
            <a:r>
              <a:rPr lang="en-US" dirty="0"/>
              <a:t>search and reuse, </a:t>
            </a:r>
          </a:p>
          <a:p>
            <a:pPr lvl="0"/>
            <a:r>
              <a:rPr lang="en-US" dirty="0"/>
              <a:t>taxonomy management, </a:t>
            </a:r>
          </a:p>
          <a:p>
            <a:pPr lvl="0"/>
            <a:r>
              <a:rPr lang="en-US" dirty="0"/>
              <a:t>version control, </a:t>
            </a:r>
          </a:p>
          <a:p>
            <a:pPr lvl="0"/>
            <a:r>
              <a:rPr lang="en-US" dirty="0"/>
              <a:t>secure access, </a:t>
            </a:r>
          </a:p>
          <a:p>
            <a:pPr lvl="0"/>
            <a:r>
              <a:rPr lang="en-US" dirty="0"/>
              <a:t>and governance. </a:t>
            </a:r>
          </a:p>
          <a:p>
            <a:r>
              <a:rPr lang="en-US" dirty="0"/>
              <a:t>From an architectural perspective, versioning is extremely important.</a:t>
            </a:r>
          </a:p>
          <a:p>
            <a:r>
              <a:rPr lang="en-US" dirty="0"/>
              <a:t>If curriculum content is modified based on an AI recommendation, we need to know:</a:t>
            </a:r>
          </a:p>
          <a:p>
            <a:r>
              <a:rPr lang="en-US" b="1" dirty="0"/>
              <a:t>what changed, when it changed, what the previous version was, who approved the change, and which standards or evidence drove the change.</a:t>
            </a:r>
            <a:endParaRPr lang="en-US" dirty="0"/>
          </a:p>
          <a:p>
            <a:r>
              <a:rPr lang="en-US" dirty="0"/>
              <a:t>The Content Repository helps establish that traceability.</a:t>
            </a:r>
          </a:p>
          <a:p>
            <a:r>
              <a:rPr lang="en-US" dirty="0"/>
              <a:t>It also reduces duplication because approved curriculum components can be reused across workflows.</a:t>
            </a:r>
          </a:p>
          <a:p>
            <a:br>
              <a:rPr lang="en-US" dirty="0"/>
            </a:br>
            <a:endParaRPr lang="en-US" dirty="0"/>
          </a:p>
          <a:p>
            <a:r>
              <a:rPr lang="en-US" b="1" dirty="0"/>
              <a:t>6. AI Text Utility</a:t>
            </a:r>
          </a:p>
          <a:p>
            <a:r>
              <a:rPr lang="en-US" dirty="0"/>
              <a:t>The final accelerator shown here is the </a:t>
            </a:r>
            <a:r>
              <a:rPr lang="en-US" b="1" dirty="0"/>
              <a:t>AI Text Utility</a:t>
            </a:r>
            <a:r>
              <a:rPr lang="en-US" dirty="0"/>
              <a:t>.</a:t>
            </a:r>
          </a:p>
          <a:p>
            <a:r>
              <a:rPr lang="en-US" dirty="0"/>
              <a:t>This provides reusable AI-assisted authoring and editing capabilities.</a:t>
            </a:r>
          </a:p>
          <a:p>
            <a:r>
              <a:rPr lang="en-US" dirty="0"/>
              <a:t>Examples include:</a:t>
            </a:r>
          </a:p>
          <a:p>
            <a:pPr lvl="0"/>
            <a:r>
              <a:rPr lang="en-US" dirty="0"/>
              <a:t>text generation, </a:t>
            </a:r>
          </a:p>
          <a:p>
            <a:pPr lvl="0"/>
            <a:r>
              <a:rPr lang="en-US" dirty="0"/>
              <a:t>paraphrasing, </a:t>
            </a:r>
          </a:p>
          <a:p>
            <a:pPr lvl="0"/>
            <a:r>
              <a:rPr lang="en-US" dirty="0"/>
              <a:t>grammar checking, </a:t>
            </a:r>
          </a:p>
          <a:p>
            <a:pPr lvl="0"/>
            <a:r>
              <a:rPr lang="en-US" dirty="0"/>
              <a:t>readability analysis, </a:t>
            </a:r>
          </a:p>
          <a:p>
            <a:pPr lvl="0"/>
            <a:r>
              <a:rPr lang="en-US" dirty="0"/>
              <a:t>summarization, </a:t>
            </a:r>
          </a:p>
          <a:p>
            <a:pPr lvl="0"/>
            <a:r>
              <a:rPr lang="en-US" dirty="0"/>
              <a:t>and content enhancement. </a:t>
            </a:r>
          </a:p>
          <a:p>
            <a:r>
              <a:rPr lang="en-US" dirty="0"/>
              <a:t>For Discovery Education, this can support activities such as modifying a lesson to address a standards gap, adapting language for a grade level, creating summaries, or improving instructional clarity.</a:t>
            </a:r>
          </a:p>
          <a:p>
            <a:r>
              <a:rPr lang="en-US" dirty="0"/>
              <a:t>However, the important architectural principle is that these capabilities operate within the broader governance framework.</a:t>
            </a:r>
          </a:p>
          <a:p>
            <a:r>
              <a:rPr lang="en-US" dirty="0"/>
              <a:t>Generated text should therefore still go through </a:t>
            </a:r>
            <a:r>
              <a:rPr lang="en-US" b="1" dirty="0"/>
              <a:t>quality validation and, where appropriate, SME approval</a:t>
            </a:r>
            <a:r>
              <a:rPr lang="en-US" dirty="0"/>
              <a:t> before becoming part of an approved curriculum asset.</a:t>
            </a:r>
          </a:p>
          <a:p>
            <a:br>
              <a:rPr lang="en-US" dirty="0"/>
            </a:br>
            <a:endParaRPr lang="en-US" dirty="0"/>
          </a:p>
          <a:p>
            <a:r>
              <a:rPr lang="en-US" b="1" dirty="0"/>
              <a:t>How these accelerators work together</a:t>
            </a:r>
          </a:p>
          <a:p>
            <a:r>
              <a:rPr lang="en-US" dirty="0"/>
              <a:t>The important point is that these are not six independent tools.</a:t>
            </a:r>
          </a:p>
          <a:p>
            <a:r>
              <a:rPr lang="en-US" dirty="0"/>
              <a:t>They work together as components of a common platform.</a:t>
            </a:r>
          </a:p>
          <a:p>
            <a:r>
              <a:rPr lang="en-US" dirty="0"/>
              <a:t>A typical flow might look like:</a:t>
            </a:r>
          </a:p>
          <a:p>
            <a:r>
              <a:rPr lang="en-US" b="1" dirty="0"/>
              <a:t>Content Repository</a:t>
            </a:r>
            <a:br>
              <a:rPr lang="en-US" dirty="0"/>
            </a:br>
            <a:r>
              <a:rPr lang="en-US" dirty="0"/>
              <a:t>→ stores curriculum and standards</a:t>
            </a:r>
          </a:p>
          <a:p>
            <a:r>
              <a:rPr lang="en-US" b="1" dirty="0"/>
              <a:t>Content AI Studio</a:t>
            </a:r>
            <a:br>
              <a:rPr lang="en-US" dirty="0"/>
            </a:br>
            <a:r>
              <a:rPr lang="en-US" dirty="0"/>
              <a:t>→ understands and enriches the content</a:t>
            </a:r>
          </a:p>
          <a:p>
            <a:r>
              <a:rPr lang="en-US" b="1" dirty="0"/>
              <a:t>AI Workflow Executor</a:t>
            </a:r>
            <a:br>
              <a:rPr lang="en-US" dirty="0"/>
            </a:br>
            <a:r>
              <a:rPr lang="en-US" dirty="0"/>
              <a:t>→ orchestrates the business process</a:t>
            </a:r>
          </a:p>
          <a:p>
            <a:r>
              <a:rPr lang="en-US" b="1" dirty="0"/>
              <a:t>Impact Analysis Engine</a:t>
            </a:r>
            <a:br>
              <a:rPr lang="en-US" dirty="0"/>
            </a:br>
            <a:r>
              <a:rPr lang="en-US" dirty="0"/>
              <a:t>→ identifies gaps and downstream impacts</a:t>
            </a:r>
          </a:p>
          <a:p>
            <a:r>
              <a:rPr lang="en-US" b="1" dirty="0"/>
              <a:t>AI Text Utility</a:t>
            </a:r>
            <a:br>
              <a:rPr lang="en-US" dirty="0"/>
            </a:br>
            <a:r>
              <a:rPr lang="en-US" dirty="0"/>
              <a:t>→ helps generate or revise content</a:t>
            </a:r>
          </a:p>
          <a:p>
            <a:r>
              <a:rPr lang="en-US" b="1" dirty="0"/>
              <a:t>Academian User Platform</a:t>
            </a:r>
            <a:br>
              <a:rPr lang="en-US" dirty="0"/>
            </a:br>
            <a:r>
              <a:rPr lang="en-US" dirty="0"/>
              <a:t>→ enables SME review, collaboration, and approval</a:t>
            </a:r>
          </a:p>
          <a:p>
            <a:r>
              <a:rPr lang="en-US" dirty="0"/>
              <a:t>That creates a closed-loop curriculum intelligence lifecycle.</a:t>
            </a:r>
          </a:p>
          <a:p>
            <a:br>
              <a:rPr lang="en-US" dirty="0"/>
            </a:br>
            <a:endParaRPr lang="en-US" dirty="0"/>
          </a:p>
          <a:p>
            <a:r>
              <a:rPr lang="en-US" b="1" dirty="0"/>
              <a:t>Relationship to the three scenarios</a:t>
            </a:r>
          </a:p>
          <a:p>
            <a:r>
              <a:rPr lang="en-US" dirty="0"/>
              <a:t>These accelerators also explain why we can reuse so much of the solution across the three scenarios.</a:t>
            </a:r>
          </a:p>
          <a:p>
            <a:r>
              <a:rPr lang="en-US" dirty="0"/>
              <a:t>For </a:t>
            </a:r>
            <a:r>
              <a:rPr lang="en-US" b="1" dirty="0"/>
              <a:t>South Carolina Standards Alignment</a:t>
            </a:r>
            <a:r>
              <a:rPr lang="en-US" dirty="0"/>
              <a:t>, we primarily leverage content understanding, standards analysis, impact analysis, orchestration, and SME review.</a:t>
            </a:r>
          </a:p>
          <a:p>
            <a:r>
              <a:rPr lang="en-US" dirty="0"/>
              <a:t>For </a:t>
            </a:r>
            <a:r>
              <a:rPr lang="en-US" b="1" dirty="0"/>
              <a:t>Literacy Strategy Integration</a:t>
            </a:r>
            <a:r>
              <a:rPr lang="en-US" dirty="0"/>
              <a:t>, we leverage content understanding, AI-assisted authoring, workflow orchestration, content management, and human review.</a:t>
            </a:r>
          </a:p>
          <a:p>
            <a:r>
              <a:rPr lang="en-US" dirty="0"/>
              <a:t>For </a:t>
            </a:r>
            <a:r>
              <a:rPr lang="en-US" b="1" dirty="0"/>
              <a:t>Oregon Content Customization</a:t>
            </a:r>
            <a:r>
              <a:rPr lang="en-US" dirty="0"/>
              <a:t>, we reuse virtually all of those capabilities—standards mapping, impact analysis, content revision, workflow management, repository services, and approval.</a:t>
            </a:r>
          </a:p>
          <a:p>
            <a:r>
              <a:rPr lang="en-US" dirty="0"/>
              <a:t>So although the business scenarios are different, the underlying technical capabilities are highly reusable.</a:t>
            </a:r>
          </a:p>
          <a:p>
            <a:br>
              <a:rPr lang="en-US" dirty="0"/>
            </a:br>
            <a:endParaRPr lang="en-US" dirty="0"/>
          </a:p>
          <a:p>
            <a:r>
              <a:rPr lang="en-US" b="1" dirty="0"/>
              <a:t>The architectural principle to emphasize</a:t>
            </a:r>
          </a:p>
          <a:p>
            <a:r>
              <a:rPr lang="en-US" dirty="0"/>
              <a:t>The strongest message on this slide is:</a:t>
            </a:r>
          </a:p>
          <a:p>
            <a:r>
              <a:rPr lang="en-US" b="1" dirty="0"/>
              <a:t>“We are not proposing to force Discovery Education into pre-built products. We are using accelerators as reusable building blocks within a solution architecture.”</a:t>
            </a:r>
            <a:endParaRPr lang="en-US" dirty="0"/>
          </a:p>
          <a:p>
            <a:r>
              <a:rPr lang="en-US" dirty="0"/>
              <a:t>Where a capability already meets the requirement, we configure and reuse it.</a:t>
            </a:r>
          </a:p>
          <a:p>
            <a:r>
              <a:rPr lang="en-US" dirty="0"/>
              <a:t>Where there is a gap, we extend it.</a:t>
            </a:r>
          </a:p>
          <a:p>
            <a:r>
              <a:rPr lang="en-US" dirty="0"/>
              <a:t>And where the requirement is genuinely unique, we develop the required capability.</a:t>
            </a:r>
          </a:p>
          <a:p>
            <a:r>
              <a:rPr lang="en-US" dirty="0"/>
              <a:t>That approach provides the right balance between </a:t>
            </a:r>
            <a:r>
              <a:rPr lang="en-US" b="1" dirty="0"/>
              <a:t>speed and customization</a:t>
            </a:r>
            <a:r>
              <a:rPr lang="en-US" dirty="0"/>
              <a:t>.</a:t>
            </a:r>
          </a:p>
          <a:p>
            <a:br>
              <a:rPr lang="en-US" dirty="0"/>
            </a:br>
            <a:endParaRPr lang="en-US" dirty="0"/>
          </a:p>
          <a:p>
            <a:r>
              <a:rPr lang="en-US" b="1" dirty="0"/>
              <a:t>Closing message</a:t>
            </a:r>
          </a:p>
          <a:p>
            <a:r>
              <a:rPr lang="en-US" dirty="0"/>
              <a:t>I would close this slide with:</a:t>
            </a:r>
          </a:p>
          <a:p>
            <a:r>
              <a:rPr lang="en-US" b="1" dirty="0"/>
              <a:t>“The value of these accelerators is not simply that they save development time. They give us a tested platform foundation for content intelligence, workflow orchestration, impact analysis, collaboration, repository management, and AI-assisted authoring.”</a:t>
            </a:r>
            <a:endParaRPr lang="en-US" dirty="0"/>
          </a:p>
          <a:p>
            <a:r>
              <a:rPr lang="en-US" b="1" dirty="0"/>
              <a:t>“By combining these reusable assets with the new capabilities identified specifically for Discovery Education, we can deliver the Curriculum Intelligence Platform faster, with lower risk, while still retaining the flexibility to meet Discovery Education’s unique requirements.”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endParaRPr lang="en-US" b="1" dirty="0"/>
          </a:p>
          <a:p>
            <a:r>
              <a:rPr lang="en-US" b="1" dirty="0"/>
              <a:t>ACCELERATORS</a:t>
            </a:r>
          </a:p>
          <a:p>
            <a:r>
              <a:rPr lang="en-US" i="1" dirty="0"/>
              <a:t>Leverage Proven IP to Deliver Faster, Smarter and with Higher Quality</a:t>
            </a:r>
            <a:endParaRPr lang="en-US" dirty="0"/>
          </a:p>
          <a:p>
            <a:r>
              <a:rPr lang="en-US" b="1" dirty="0"/>
              <a:t>Proven Accelerators</a:t>
            </a:r>
          </a:p>
          <a:p>
            <a:r>
              <a:rPr lang="en-US" dirty="0"/>
              <a:t>Pre-built, configurable</a:t>
            </a:r>
            <a:br>
              <a:rPr lang="en-US" dirty="0"/>
            </a:br>
            <a:r>
              <a:rPr lang="en-US" dirty="0"/>
              <a:t>and ready to re-use</a:t>
            </a:r>
          </a:p>
          <a:p>
            <a:r>
              <a:rPr lang="en-US" b="1" dirty="0"/>
              <a:t>Faster Time to Value</a:t>
            </a:r>
          </a:p>
          <a:p>
            <a:r>
              <a:rPr lang="en-US" dirty="0"/>
              <a:t>Reduce development effort</a:t>
            </a:r>
            <a:br>
              <a:rPr lang="en-US" dirty="0"/>
            </a:br>
            <a:r>
              <a:rPr lang="en-US" dirty="0"/>
              <a:t>and delivery timelines</a:t>
            </a:r>
          </a:p>
          <a:p>
            <a:r>
              <a:rPr lang="en-US" b="1" dirty="0"/>
              <a:t>Built-in Best Practices</a:t>
            </a:r>
          </a:p>
          <a:p>
            <a:r>
              <a:rPr lang="en-US" dirty="0"/>
              <a:t>Incorporates industry standards</a:t>
            </a:r>
            <a:br>
              <a:rPr lang="en-US" dirty="0"/>
            </a:br>
            <a:r>
              <a:rPr lang="en-US" dirty="0"/>
              <a:t>and governance</a:t>
            </a:r>
          </a:p>
          <a:p>
            <a:r>
              <a:rPr lang="en-US" b="1" dirty="0"/>
              <a:t>Configurable &amp; Extensible</a:t>
            </a:r>
          </a:p>
          <a:p>
            <a:r>
              <a:rPr lang="en-US" dirty="0"/>
              <a:t>Easy to configure and extend</a:t>
            </a:r>
            <a:br>
              <a:rPr lang="en-US" dirty="0"/>
            </a:br>
            <a:r>
              <a:rPr lang="en-US" dirty="0"/>
              <a:t>for unique requirements</a:t>
            </a:r>
          </a:p>
          <a:p>
            <a:r>
              <a:rPr lang="en-US" b="1" dirty="0"/>
              <a:t>Our Philosophy</a:t>
            </a:r>
          </a:p>
          <a:p>
            <a:r>
              <a:rPr lang="en-US" dirty="0"/>
              <a:t>Leverage proven accelerators for faster</a:t>
            </a:r>
            <a:br>
              <a:rPr lang="en-US" dirty="0"/>
            </a:br>
            <a:r>
              <a:rPr lang="en-US" dirty="0"/>
              <a:t>time-to-market, higher quality, and</a:t>
            </a:r>
            <a:br>
              <a:rPr lang="en-US" dirty="0"/>
            </a:br>
            <a:r>
              <a:rPr lang="en-US" dirty="0"/>
              <a:t>lower risk. Extend where needed.</a:t>
            </a:r>
            <a:br>
              <a:rPr lang="en-US" dirty="0"/>
            </a:br>
            <a:r>
              <a:rPr lang="en-US" dirty="0"/>
              <a:t>Build only what’s new.</a:t>
            </a:r>
          </a:p>
          <a:p>
            <a:r>
              <a:rPr lang="en-US" b="1" dirty="0"/>
              <a:t>Proven Accelerators. Shared Capabilities. Faster Delivery. Better Outcomes.</a:t>
            </a:r>
            <a:r>
              <a:rPr lang="en-US" dirty="0"/>
              <a:t> | </a:t>
            </a:r>
            <a:r>
              <a:rPr lang="en-US" b="1" dirty="0"/>
              <a:t>One Partner. Three Scenarios. Infinite Impact.</a:t>
            </a:r>
            <a:endParaRPr lang="en-US" dirty="0"/>
          </a:p>
          <a:p>
            <a:r>
              <a:rPr lang="en-US" b="1" dirty="0"/>
              <a:t>ACCELERATORS</a:t>
            </a:r>
          </a:p>
          <a:p>
            <a:r>
              <a:rPr lang="en-US" b="1" dirty="0"/>
              <a:t>Accelerator</a:t>
            </a:r>
            <a:endParaRPr lang="en-US" dirty="0"/>
          </a:p>
          <a:p>
            <a:r>
              <a:rPr lang="en-US" b="1" dirty="0"/>
              <a:t>Description</a:t>
            </a:r>
            <a:endParaRPr lang="en-US" dirty="0"/>
          </a:p>
          <a:p>
            <a:r>
              <a:rPr lang="en-US" b="1" dirty="0"/>
              <a:t>Key Features</a:t>
            </a:r>
            <a:endParaRPr lang="en-US" dirty="0"/>
          </a:p>
          <a:p>
            <a:r>
              <a:rPr lang="en-US" b="1" dirty="0"/>
              <a:t>Content AI </a:t>
            </a:r>
            <a:r>
              <a:rPr lang="en-US" b="1" dirty="0" err="1"/>
              <a:t>Studio</a:t>
            </a:r>
            <a:r>
              <a:rPr lang="en-US" dirty="0" err="1"/>
              <a:t>AI</a:t>
            </a:r>
            <a:r>
              <a:rPr lang="en-US" dirty="0"/>
              <a:t>-powered content ingestion, understanding and generation• Content ingestion &amp; understanding</a:t>
            </a:r>
            <a:br>
              <a:rPr lang="en-US" dirty="0"/>
            </a:br>
            <a:r>
              <a:rPr lang="en-US" dirty="0"/>
              <a:t>• Metadata extraction</a:t>
            </a:r>
            <a:br>
              <a:rPr lang="en-US" dirty="0"/>
            </a:br>
            <a:r>
              <a:rPr lang="en-US" dirty="0"/>
              <a:t>• Content generation &amp; summarization</a:t>
            </a:r>
          </a:p>
          <a:p>
            <a:r>
              <a:rPr lang="en-US" b="1" dirty="0"/>
              <a:t>AI Workflow </a:t>
            </a:r>
            <a:r>
              <a:rPr lang="en-US" b="1" dirty="0" err="1"/>
              <a:t>Executor</a:t>
            </a:r>
            <a:r>
              <a:rPr lang="en-US" dirty="0" err="1"/>
              <a:t>Automates</a:t>
            </a:r>
            <a:r>
              <a:rPr lang="en-US" dirty="0"/>
              <a:t> and orchestrates complex curriculum workflows• Workflow orchestration</a:t>
            </a:r>
            <a:br>
              <a:rPr lang="en-US" dirty="0"/>
            </a:br>
            <a:r>
              <a:rPr lang="en-US" dirty="0"/>
              <a:t>• Task automation &amp; notifications</a:t>
            </a:r>
            <a:br>
              <a:rPr lang="en-US" dirty="0"/>
            </a:br>
            <a:r>
              <a:rPr lang="en-US" dirty="0"/>
              <a:t>• Audit logs &amp; monitoring</a:t>
            </a:r>
          </a:p>
          <a:p>
            <a:r>
              <a:rPr lang="en-US" b="1" dirty="0"/>
              <a:t>Academian User </a:t>
            </a:r>
            <a:r>
              <a:rPr lang="en-US" b="1" dirty="0" err="1"/>
              <a:t>Platform</a:t>
            </a:r>
            <a:r>
              <a:rPr lang="en-US" dirty="0" err="1"/>
              <a:t>Centralized</a:t>
            </a:r>
            <a:r>
              <a:rPr lang="en-US" dirty="0"/>
              <a:t> platform for collaboration and approvals• User management &amp; roles</a:t>
            </a:r>
            <a:br>
              <a:rPr lang="en-US" dirty="0"/>
            </a:br>
            <a:r>
              <a:rPr lang="en-US" dirty="0"/>
              <a:t>• Collaboration &amp; review workflows</a:t>
            </a:r>
            <a:br>
              <a:rPr lang="en-US" dirty="0"/>
            </a:br>
            <a:r>
              <a:rPr lang="en-US" dirty="0"/>
              <a:t>• Activity tracking &amp; approvals</a:t>
            </a:r>
          </a:p>
          <a:p>
            <a:r>
              <a:rPr lang="en-US" b="1" dirty="0"/>
              <a:t>Impact Analysis </a:t>
            </a:r>
            <a:r>
              <a:rPr lang="en-US" b="1" dirty="0" err="1"/>
              <a:t>Engine</a:t>
            </a:r>
            <a:r>
              <a:rPr lang="en-US" dirty="0" err="1"/>
              <a:t>Analyzes</a:t>
            </a:r>
            <a:r>
              <a:rPr lang="en-US" dirty="0"/>
              <a:t> curriculum changes and measures impact• Impact analysis &amp; gap identification</a:t>
            </a:r>
            <a:br>
              <a:rPr lang="en-US" dirty="0"/>
            </a:br>
            <a:r>
              <a:rPr lang="en-US" dirty="0"/>
              <a:t>• Data visualization &amp; dashboards</a:t>
            </a:r>
            <a:br>
              <a:rPr lang="en-US" dirty="0"/>
            </a:br>
            <a:r>
              <a:rPr lang="en-US" dirty="0"/>
              <a:t>• KPI tracking &amp; reporting</a:t>
            </a:r>
          </a:p>
          <a:p>
            <a:r>
              <a:rPr lang="en-US" b="1" dirty="0"/>
              <a:t>Content </a:t>
            </a:r>
            <a:r>
              <a:rPr lang="en-US" b="1" dirty="0" err="1"/>
              <a:t>Repository</a:t>
            </a:r>
            <a:r>
              <a:rPr lang="en-US" dirty="0" err="1"/>
              <a:t>Central</a:t>
            </a:r>
            <a:r>
              <a:rPr lang="en-US" dirty="0"/>
              <a:t> repository for learning objects and templates• Search &amp; reuse</a:t>
            </a:r>
            <a:br>
              <a:rPr lang="en-US" dirty="0"/>
            </a:br>
            <a:r>
              <a:rPr lang="en-US" dirty="0"/>
              <a:t>• Version control &amp; taxonomy</a:t>
            </a:r>
            <a:br>
              <a:rPr lang="en-US" dirty="0"/>
            </a:br>
            <a:r>
              <a:rPr lang="en-US" dirty="0"/>
              <a:t>• Secure access &amp; governance</a:t>
            </a:r>
          </a:p>
          <a:p>
            <a:r>
              <a:rPr lang="en-US" b="1" dirty="0"/>
              <a:t>AI Text </a:t>
            </a:r>
            <a:r>
              <a:rPr lang="en-US" b="1" dirty="0" err="1"/>
              <a:t>Utility</a:t>
            </a:r>
            <a:r>
              <a:rPr lang="en-US" dirty="0" err="1"/>
              <a:t>AI</a:t>
            </a:r>
            <a:r>
              <a:rPr lang="en-US" dirty="0"/>
              <a:t>-powered text authoring, editing and enhancement• Text generation &amp; paraphrasing</a:t>
            </a:r>
            <a:br>
              <a:rPr lang="en-US" dirty="0"/>
            </a:br>
            <a:r>
              <a:rPr lang="en-US" dirty="0"/>
              <a:t>• Grammar &amp; readability check</a:t>
            </a:r>
            <a:br>
              <a:rPr lang="en-US" dirty="0"/>
            </a:br>
            <a:r>
              <a:rPr lang="en-US" dirty="0"/>
              <a:t>• Content enhancement</a:t>
            </a:r>
          </a:p>
          <a:p>
            <a:r>
              <a:rPr lang="en-US" b="1" dirty="0"/>
              <a:t>Academian combines the right platform, proven assets, and deep expertise to deliver the Unified Curriculum Intelligence Platform that helps you achieve your vision—faster, smarter, and with greater impact.</a:t>
            </a:r>
            <a:endParaRPr lang="en-US" dirty="0"/>
          </a:p>
          <a:p>
            <a:endParaRPr lang="en-US" dirty="0"/>
          </a:p>
        </p:txBody>
      </p:sp>
      <p:sp>
        <p:nvSpPr>
          <p:cNvPr id="4" name="Slide Number Placeholder 3">
            <a:extLst>
              <a:ext uri="{FF2B5EF4-FFF2-40B4-BE49-F238E27FC236}">
                <a16:creationId xmlns:a16="http://schemas.microsoft.com/office/drawing/2014/main" id="{1295E6F4-6141-AA6D-7145-3A72742C8E5F}"/>
              </a:ext>
            </a:extLst>
          </p:cNvPr>
          <p:cNvSpPr>
            <a:spLocks noGrp="1"/>
          </p:cNvSpPr>
          <p:nvPr>
            <p:ph type="sldNum" sz="quarter" idx="5"/>
          </p:nvPr>
        </p:nvSpPr>
        <p:spPr/>
        <p:txBody>
          <a:bodyPr/>
          <a:lstStyle/>
          <a:p>
            <a:fld id="{310D7FA8-97C7-414F-8258-223E592344C6}" type="slidenum">
              <a:rPr lang="en-US" smtClean="0"/>
              <a:t>5</a:t>
            </a:fld>
            <a:endParaRPr lang="en-US"/>
          </a:p>
        </p:txBody>
      </p:sp>
    </p:spTree>
    <p:extLst>
      <p:ext uri="{BB962C8B-B14F-4D97-AF65-F5344CB8AC3E}">
        <p14:creationId xmlns:p14="http://schemas.microsoft.com/office/powerpoint/2010/main" val="2740696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Executive walkthrough</a:t>
            </a:r>
          </a:p>
          <a:p>
            <a:r>
              <a:rPr lang="en-US" dirty="0"/>
              <a:t>“This slide describes how we propose to move from solution concept to measurable business value through a focused, time-boxed pilot.”</a:t>
            </a:r>
          </a:p>
          <a:p>
            <a:r>
              <a:rPr lang="en-US" dirty="0"/>
              <a:t>The intent is not to build the entire platform in the first phase. The intent is to </a:t>
            </a:r>
            <a:r>
              <a:rPr lang="en-US" b="1" dirty="0"/>
              <a:t>validate the highest-value capabilities quickly, learn from real users and real data, and establish a repeatable foundation for scale</a:t>
            </a:r>
            <a:r>
              <a:rPr lang="en-US" dirty="0"/>
              <a:t>.</a:t>
            </a:r>
          </a:p>
          <a:p>
            <a:r>
              <a:rPr lang="en-US" dirty="0"/>
              <a:t>We are proposing a pilot of approximately </a:t>
            </a:r>
            <a:r>
              <a:rPr lang="en-US" b="1" dirty="0"/>
              <a:t>6–8 weeks</a:t>
            </a:r>
            <a:r>
              <a:rPr lang="en-US" dirty="0"/>
              <a:t>, focused on </a:t>
            </a:r>
            <a:r>
              <a:rPr lang="en-US" b="1" dirty="0"/>
              <a:t>one or two priority use cases within a defined business area</a:t>
            </a:r>
            <a:r>
              <a:rPr lang="en-US" dirty="0"/>
              <a:t>.</a:t>
            </a:r>
          </a:p>
          <a:p>
            <a:r>
              <a:rPr lang="en-US" dirty="0"/>
              <a:t>Success is not measured simply by whether the technology works. We want to establish three things:</a:t>
            </a:r>
          </a:p>
          <a:p>
            <a:r>
              <a:rPr lang="en-US" b="1" dirty="0"/>
              <a:t>Does it create measurable value?</a:t>
            </a:r>
            <a:br>
              <a:rPr lang="en-US" b="1" dirty="0"/>
            </a:br>
            <a:r>
              <a:rPr lang="en-US" b="1" dirty="0"/>
              <a:t>Do users trust and adopt it?</a:t>
            </a:r>
            <a:br>
              <a:rPr lang="en-US" b="1" dirty="0"/>
            </a:br>
            <a:r>
              <a:rPr lang="en-US" b="1" dirty="0"/>
              <a:t>And can the solution scale beyond the pilot?</a:t>
            </a:r>
            <a:endParaRPr lang="en-US" dirty="0"/>
          </a:p>
          <a:p>
            <a:r>
              <a:rPr lang="en-US" dirty="0"/>
              <a:t>That is the central objective of this approach.</a:t>
            </a:r>
          </a:p>
          <a:p>
            <a:br>
              <a:rPr lang="en-US" dirty="0"/>
            </a:br>
            <a:endParaRPr lang="en-US" dirty="0"/>
          </a:p>
          <a:p>
            <a:r>
              <a:rPr lang="en-US" b="1" dirty="0"/>
              <a:t>1. Define &amp; Align</a:t>
            </a:r>
          </a:p>
          <a:p>
            <a:r>
              <a:rPr lang="en-US" dirty="0"/>
              <a:t>The first phase is about creating clarity before we begin building.</a:t>
            </a:r>
          </a:p>
          <a:p>
            <a:r>
              <a:rPr lang="en-US" dirty="0"/>
              <a:t>We confirm the pilot objectives, success criteria, selected use cases, required data, stakeholder responsibilities, and governance model.</a:t>
            </a:r>
          </a:p>
          <a:p>
            <a:r>
              <a:rPr lang="en-US" dirty="0"/>
              <a:t>For example, if we select </a:t>
            </a:r>
            <a:r>
              <a:rPr lang="en-US" b="1" dirty="0"/>
              <a:t>standards alignment and gap identification</a:t>
            </a:r>
            <a:r>
              <a:rPr lang="en-US" dirty="0"/>
              <a:t> as the initial use case, we need to agree upfront on questions such as:</a:t>
            </a:r>
          </a:p>
          <a:p>
            <a:pPr lvl="0"/>
            <a:r>
              <a:rPr lang="en-US" dirty="0"/>
              <a:t>Which curriculum content is in scope? </a:t>
            </a:r>
          </a:p>
          <a:p>
            <a:pPr lvl="0"/>
            <a:r>
              <a:rPr lang="en-US" dirty="0"/>
              <a:t>Which standards will be used? </a:t>
            </a:r>
          </a:p>
          <a:p>
            <a:pPr lvl="0"/>
            <a:r>
              <a:rPr lang="en-US" dirty="0"/>
              <a:t>How will we define an acceptable alignment? </a:t>
            </a:r>
          </a:p>
          <a:p>
            <a:pPr lvl="0"/>
            <a:r>
              <a:rPr lang="en-US" dirty="0"/>
              <a:t>What constitutes a gap? </a:t>
            </a:r>
          </a:p>
          <a:p>
            <a:pPr lvl="0"/>
            <a:r>
              <a:rPr lang="en-US" dirty="0"/>
              <a:t>What accuracy level do we expect? </a:t>
            </a:r>
          </a:p>
          <a:p>
            <a:pPr lvl="0"/>
            <a:r>
              <a:rPr lang="en-US" dirty="0"/>
              <a:t>Who provides SME validation? </a:t>
            </a:r>
          </a:p>
          <a:p>
            <a:r>
              <a:rPr lang="en-US" dirty="0"/>
              <a:t>This prevents ambiguity later in the pilot.</a:t>
            </a:r>
          </a:p>
          <a:p>
            <a:r>
              <a:rPr lang="en-US" dirty="0"/>
              <a:t>The primary output is a </a:t>
            </a:r>
            <a:r>
              <a:rPr lang="en-US" b="1" dirty="0"/>
              <a:t>Pilot Charter and agreed success metrics</a:t>
            </a:r>
            <a:r>
              <a:rPr lang="en-US" dirty="0"/>
              <a:t>.</a:t>
            </a:r>
          </a:p>
          <a:p>
            <a:br>
              <a:rPr lang="en-US" dirty="0"/>
            </a:br>
            <a:endParaRPr lang="en-US" dirty="0"/>
          </a:p>
          <a:p>
            <a:r>
              <a:rPr lang="en-US" b="1" dirty="0"/>
              <a:t>2. Assess &amp; Plan</a:t>
            </a:r>
          </a:p>
          <a:p>
            <a:r>
              <a:rPr lang="en-US" dirty="0"/>
              <a:t>Once the scope is agreed, we assess the current environment.</a:t>
            </a:r>
          </a:p>
          <a:p>
            <a:r>
              <a:rPr lang="en-US" dirty="0"/>
              <a:t>This includes looking at:</a:t>
            </a:r>
          </a:p>
          <a:p>
            <a:pPr lvl="0"/>
            <a:r>
              <a:rPr lang="en-US" dirty="0"/>
              <a:t>content and data readiness, </a:t>
            </a:r>
          </a:p>
          <a:p>
            <a:pPr lvl="0"/>
            <a:r>
              <a:rPr lang="en-US" dirty="0"/>
              <a:t>available standards and metadata, </a:t>
            </a:r>
          </a:p>
          <a:p>
            <a:pPr lvl="0"/>
            <a:r>
              <a:rPr lang="en-US" dirty="0"/>
              <a:t>existing applications and integrations, </a:t>
            </a:r>
          </a:p>
          <a:p>
            <a:pPr lvl="0"/>
            <a:r>
              <a:rPr lang="en-US" dirty="0"/>
              <a:t>reusable accelerators, </a:t>
            </a:r>
          </a:p>
          <a:p>
            <a:pPr lvl="0"/>
            <a:r>
              <a:rPr lang="en-US" dirty="0"/>
              <a:t>security requirements, </a:t>
            </a:r>
          </a:p>
          <a:p>
            <a:pPr lvl="0"/>
            <a:r>
              <a:rPr lang="en-US" dirty="0"/>
              <a:t>and any gaps that need to be addressed. </a:t>
            </a:r>
          </a:p>
          <a:p>
            <a:r>
              <a:rPr lang="en-US" dirty="0"/>
              <a:t>From an architecture perspective, this is where we determine </a:t>
            </a:r>
            <a:r>
              <a:rPr lang="en-US" b="1" dirty="0"/>
              <a:t>what can be reused, what needs configuration, and what requires targeted development</a:t>
            </a:r>
            <a:r>
              <a:rPr lang="en-US" dirty="0"/>
              <a:t>.</a:t>
            </a:r>
          </a:p>
          <a:p>
            <a:r>
              <a:rPr lang="en-US" dirty="0"/>
              <a:t>We then translate that into the detailed pilot architecture, implementation plan, timeline, and resource model.</a:t>
            </a:r>
          </a:p>
          <a:p>
            <a:r>
              <a:rPr lang="en-US" dirty="0"/>
              <a:t>The key output is the </a:t>
            </a:r>
            <a:r>
              <a:rPr lang="en-US" b="1" dirty="0"/>
              <a:t>Pilot Plan and Architecture</a:t>
            </a:r>
            <a:r>
              <a:rPr lang="en-US" dirty="0"/>
              <a:t>.</a:t>
            </a:r>
          </a:p>
          <a:p>
            <a:br>
              <a:rPr lang="en-US" dirty="0"/>
            </a:br>
            <a:endParaRPr lang="en-US" dirty="0"/>
          </a:p>
          <a:p>
            <a:r>
              <a:rPr lang="en-US" b="1" dirty="0"/>
              <a:t>3. Configure &amp; Build</a:t>
            </a:r>
          </a:p>
          <a:p>
            <a:r>
              <a:rPr lang="en-US" dirty="0"/>
              <a:t>The third phase is where we assemble the pilot solution.</a:t>
            </a:r>
          </a:p>
          <a:p>
            <a:r>
              <a:rPr lang="en-US" dirty="0"/>
              <a:t>The emphasis here is deliberately on </a:t>
            </a:r>
            <a:r>
              <a:rPr lang="en-US" b="1" dirty="0"/>
              <a:t>configuration and reuse rather than building everything from scratch</a:t>
            </a:r>
            <a:r>
              <a:rPr lang="en-US" dirty="0"/>
              <a:t>.</a:t>
            </a:r>
          </a:p>
          <a:p>
            <a:r>
              <a:rPr lang="en-US" dirty="0"/>
              <a:t>We configure the relevant Academian accelerators, prepare the source data, integrate the necessary components, and establish the workflows and content foundations.</a:t>
            </a:r>
          </a:p>
          <a:p>
            <a:r>
              <a:rPr lang="en-US" dirty="0"/>
              <a:t>For example, a standards-alignment pilot may combine:</a:t>
            </a:r>
          </a:p>
          <a:p>
            <a:r>
              <a:rPr lang="en-US" b="1" dirty="0"/>
              <a:t>Content ingestion → Content understanding → Standards intelligence → Alignment analysis → Gap identification → Recommendation generation → SME review.</a:t>
            </a:r>
            <a:endParaRPr lang="en-US" dirty="0"/>
          </a:p>
          <a:p>
            <a:r>
              <a:rPr lang="en-US" dirty="0"/>
              <a:t>This is also where we configure orchestration, AI services, validation rules, and human-in-the-loop checkpoints.</a:t>
            </a:r>
          </a:p>
          <a:p>
            <a:r>
              <a:rPr lang="en-US" dirty="0"/>
              <a:t>The output is a </a:t>
            </a:r>
            <a:r>
              <a:rPr lang="en-US" b="1" dirty="0"/>
              <a:t>configured pilot solution that is ready for controlled validation</a:t>
            </a:r>
            <a:r>
              <a:rPr lang="en-US" dirty="0"/>
              <a:t>.</a:t>
            </a:r>
          </a:p>
          <a:p>
            <a:br>
              <a:rPr lang="en-US" dirty="0"/>
            </a:br>
            <a:endParaRPr lang="en-US" dirty="0"/>
          </a:p>
          <a:p>
            <a:r>
              <a:rPr lang="en-US" b="1" dirty="0"/>
              <a:t>4. Test &amp; Validate</a:t>
            </a:r>
          </a:p>
          <a:p>
            <a:r>
              <a:rPr lang="en-US" dirty="0"/>
              <a:t>The next phase is critical because this is where we determine whether the solution actually performs against business expectations.</a:t>
            </a:r>
          </a:p>
          <a:p>
            <a:r>
              <a:rPr lang="en-US" dirty="0"/>
              <a:t>Testing is not limited to technical functionality.</a:t>
            </a:r>
          </a:p>
          <a:p>
            <a:r>
              <a:rPr lang="en-US" dirty="0"/>
              <a:t>We validate across multiple dimensions:</a:t>
            </a:r>
          </a:p>
          <a:p>
            <a:r>
              <a:rPr lang="en-US" b="1" dirty="0"/>
              <a:t>functional correctness, data quality, AI accuracy, performance, usability, and business relevance.</a:t>
            </a:r>
            <a:endParaRPr lang="en-US" dirty="0"/>
          </a:p>
          <a:p>
            <a:r>
              <a:rPr lang="en-US" dirty="0"/>
              <a:t>For an AI-enabled curriculum platform, stakeholder validation is especially important.</a:t>
            </a:r>
          </a:p>
          <a:p>
            <a:r>
              <a:rPr lang="en-US" dirty="0"/>
              <a:t>For example, the platform may technically generate an alignment recommendation, but we still need curriculum SMEs to assess:</a:t>
            </a:r>
          </a:p>
          <a:p>
            <a:r>
              <a:rPr lang="en-US" b="1" dirty="0"/>
              <a:t>Is the recommendation correct?</a:t>
            </a:r>
            <a:br>
              <a:rPr lang="en-US" b="1" dirty="0"/>
            </a:br>
            <a:r>
              <a:rPr lang="en-US" b="1" dirty="0"/>
              <a:t>Is the evidence credible?</a:t>
            </a:r>
            <a:br>
              <a:rPr lang="en-US" b="1" dirty="0"/>
            </a:br>
            <a:r>
              <a:rPr lang="en-US" b="1" dirty="0"/>
              <a:t>Is the rationale understandable?</a:t>
            </a:r>
            <a:br>
              <a:rPr lang="en-US" b="1" dirty="0"/>
            </a:br>
            <a:r>
              <a:rPr lang="en-US" b="1" dirty="0"/>
              <a:t>Would the SME actually use this output?</a:t>
            </a:r>
            <a:endParaRPr lang="en-US" dirty="0"/>
          </a:p>
          <a:p>
            <a:r>
              <a:rPr lang="en-US" dirty="0"/>
              <a:t>Those questions are just as important as traditional system testing.</a:t>
            </a:r>
          </a:p>
          <a:p>
            <a:r>
              <a:rPr lang="en-US" dirty="0"/>
              <a:t>The output of this phase is a </a:t>
            </a:r>
            <a:r>
              <a:rPr lang="en-US" b="1" dirty="0"/>
              <a:t>Validation Report with findings and measurable results</a:t>
            </a:r>
            <a:r>
              <a:rPr lang="en-US" dirty="0"/>
              <a:t>.</a:t>
            </a:r>
          </a:p>
          <a:p>
            <a:br>
              <a:rPr lang="en-US" dirty="0"/>
            </a:br>
            <a:endParaRPr lang="en-US" dirty="0"/>
          </a:p>
          <a:p>
            <a:r>
              <a:rPr lang="en-US" b="1" dirty="0"/>
              <a:t>5. Review &amp; Refine</a:t>
            </a:r>
          </a:p>
          <a:p>
            <a:r>
              <a:rPr lang="en-US" dirty="0"/>
              <a:t>The pilot is intentionally iterative.</a:t>
            </a:r>
          </a:p>
          <a:p>
            <a:r>
              <a:rPr lang="en-US" dirty="0"/>
              <a:t>Based on testing and stakeholder feedback, we identify gaps and refine the solution.</a:t>
            </a:r>
          </a:p>
          <a:p>
            <a:r>
              <a:rPr lang="en-US" dirty="0"/>
              <a:t>That may involve adjusting:</a:t>
            </a:r>
          </a:p>
          <a:p>
            <a:pPr lvl="0"/>
            <a:r>
              <a:rPr lang="en-US" dirty="0"/>
              <a:t>prompts, </a:t>
            </a:r>
          </a:p>
          <a:p>
            <a:pPr lvl="0"/>
            <a:r>
              <a:rPr lang="en-US" dirty="0"/>
              <a:t>AI models, </a:t>
            </a:r>
          </a:p>
          <a:p>
            <a:pPr lvl="0"/>
            <a:r>
              <a:rPr lang="en-US" dirty="0"/>
              <a:t>matching thresholds, </a:t>
            </a:r>
          </a:p>
          <a:p>
            <a:pPr lvl="0"/>
            <a:r>
              <a:rPr lang="en-US" dirty="0"/>
              <a:t>business rules, </a:t>
            </a:r>
          </a:p>
          <a:p>
            <a:pPr lvl="0"/>
            <a:r>
              <a:rPr lang="en-US" dirty="0"/>
              <a:t>workflow steps, </a:t>
            </a:r>
          </a:p>
          <a:p>
            <a:pPr lvl="0"/>
            <a:r>
              <a:rPr lang="en-US" dirty="0"/>
              <a:t>user experience, </a:t>
            </a:r>
          </a:p>
          <a:p>
            <a:pPr lvl="0"/>
            <a:r>
              <a:rPr lang="en-US" dirty="0"/>
              <a:t>validation logic, </a:t>
            </a:r>
          </a:p>
          <a:p>
            <a:pPr lvl="0"/>
            <a:r>
              <a:rPr lang="en-US" dirty="0"/>
              <a:t>or data preparation. </a:t>
            </a:r>
          </a:p>
          <a:p>
            <a:r>
              <a:rPr lang="en-US" dirty="0"/>
              <a:t>The philosophy here is </a:t>
            </a:r>
            <a:r>
              <a:rPr lang="en-US" b="1" dirty="0"/>
              <a:t>learn early rather than discover problems after a large-scale implementation</a:t>
            </a:r>
            <a:r>
              <a:rPr lang="en-US" dirty="0"/>
              <a:t>.</a:t>
            </a:r>
          </a:p>
          <a:p>
            <a:r>
              <a:rPr lang="en-US" dirty="0"/>
              <a:t>This phase also allows us to distinguish between issues that are pilot-specific and improvements that should become reusable platform capabilities.</a:t>
            </a:r>
          </a:p>
          <a:p>
            <a:r>
              <a:rPr lang="en-US" dirty="0"/>
              <a:t>The output is a </a:t>
            </a:r>
            <a:r>
              <a:rPr lang="en-US" b="1" dirty="0"/>
              <a:t>refined solution and an initial scale-readiness plan</a:t>
            </a:r>
            <a:r>
              <a:rPr lang="en-US" dirty="0"/>
              <a:t>.</a:t>
            </a:r>
          </a:p>
          <a:p>
            <a:br>
              <a:rPr lang="en-US" dirty="0"/>
            </a:br>
            <a:endParaRPr lang="en-US" dirty="0"/>
          </a:p>
          <a:p>
            <a:r>
              <a:rPr lang="en-US" b="1" dirty="0"/>
              <a:t>6. Decision &amp; Scale Path</a:t>
            </a:r>
          </a:p>
          <a:p>
            <a:r>
              <a:rPr lang="en-US" dirty="0"/>
              <a:t>The final phase is not simply “pilot completed.”</a:t>
            </a:r>
          </a:p>
          <a:p>
            <a:r>
              <a:rPr lang="en-US" dirty="0"/>
              <a:t>It is a formal </a:t>
            </a:r>
            <a:r>
              <a:rPr lang="en-US" b="1" dirty="0"/>
              <a:t>go/no-go and scale decision point</a:t>
            </a:r>
            <a:r>
              <a:rPr lang="en-US" dirty="0"/>
              <a:t>.</a:t>
            </a:r>
          </a:p>
          <a:p>
            <a:r>
              <a:rPr lang="en-US" dirty="0"/>
              <a:t>We assess the pilot against the agreed success criteria and determine:</a:t>
            </a:r>
          </a:p>
          <a:p>
            <a:pPr lvl="0"/>
            <a:r>
              <a:rPr lang="en-US" dirty="0"/>
              <a:t>Did we demonstrate measurable value? </a:t>
            </a:r>
          </a:p>
          <a:p>
            <a:pPr lvl="0"/>
            <a:r>
              <a:rPr lang="en-US" dirty="0"/>
              <a:t>Did the solution meet quality and accuracy targets? </a:t>
            </a:r>
          </a:p>
          <a:p>
            <a:pPr lvl="0"/>
            <a:r>
              <a:rPr lang="en-US" dirty="0"/>
              <a:t>Did stakeholders accept the outputs? </a:t>
            </a:r>
          </a:p>
          <a:p>
            <a:pPr lvl="0"/>
            <a:r>
              <a:rPr lang="en-US" dirty="0"/>
              <a:t>Can the architecture scale? </a:t>
            </a:r>
          </a:p>
          <a:p>
            <a:pPr lvl="0"/>
            <a:r>
              <a:rPr lang="en-US" dirty="0"/>
              <a:t>What additional capabilities are required? </a:t>
            </a:r>
          </a:p>
          <a:p>
            <a:pPr lvl="0"/>
            <a:r>
              <a:rPr lang="en-US" dirty="0"/>
              <a:t>What should be prioritized in the next phase? </a:t>
            </a:r>
          </a:p>
          <a:p>
            <a:r>
              <a:rPr lang="en-US" dirty="0"/>
              <a:t>From there, we create the roadmap for </a:t>
            </a:r>
            <a:r>
              <a:rPr lang="en-US" dirty="0" err="1"/>
              <a:t>productionization</a:t>
            </a:r>
            <a:r>
              <a:rPr lang="en-US" dirty="0"/>
              <a:t> and broader rollout.</a:t>
            </a:r>
          </a:p>
          <a:p>
            <a:r>
              <a:rPr lang="en-US" dirty="0"/>
              <a:t>The key output is the </a:t>
            </a:r>
            <a:r>
              <a:rPr lang="en-US" b="1" dirty="0"/>
              <a:t>Go/No-Go decision and Scale Roadmap</a:t>
            </a:r>
            <a:r>
              <a:rPr lang="en-US" dirty="0"/>
              <a:t>.</a:t>
            </a:r>
          </a:p>
          <a:p>
            <a:br>
              <a:rPr lang="en-US" dirty="0"/>
            </a:br>
            <a:endParaRPr lang="en-US" dirty="0"/>
          </a:p>
          <a:p>
            <a:r>
              <a:rPr lang="en-US" b="1" dirty="0"/>
              <a:t>What we would pilot</a:t>
            </a:r>
          </a:p>
          <a:p>
            <a:r>
              <a:rPr lang="en-US" dirty="0"/>
              <a:t>The lower-left section provides examples of suitable pilot use cases.</a:t>
            </a:r>
          </a:p>
          <a:p>
            <a:r>
              <a:rPr lang="en-US" dirty="0"/>
              <a:t>These include:</a:t>
            </a:r>
          </a:p>
          <a:p>
            <a:r>
              <a:rPr lang="en-US" b="1" dirty="0"/>
              <a:t>Curriculum content ingestion and classification</a:t>
            </a:r>
            <a:r>
              <a:rPr lang="en-US" dirty="0"/>
              <a:t> — validating whether the platform can reliably ingest, understand, and organize curriculum assets.</a:t>
            </a:r>
          </a:p>
          <a:p>
            <a:r>
              <a:rPr lang="en-US" b="1" dirty="0"/>
              <a:t>Standards alignment and gap identification</a:t>
            </a:r>
            <a:r>
              <a:rPr lang="en-US" dirty="0"/>
              <a:t> — demonstrating AI-assisted comparison between curriculum and standards.</a:t>
            </a:r>
          </a:p>
          <a:p>
            <a:r>
              <a:rPr lang="en-US" b="1" dirty="0"/>
              <a:t>Change impact analysis</a:t>
            </a:r>
            <a:r>
              <a:rPr lang="en-US" dirty="0"/>
              <a:t> — understanding what downstream curriculum components are affected when standards or content change.</a:t>
            </a:r>
          </a:p>
          <a:p>
            <a:r>
              <a:rPr lang="en-US" dirty="0"/>
              <a:t>And </a:t>
            </a:r>
            <a:r>
              <a:rPr lang="en-US" b="1" dirty="0"/>
              <a:t>workflow automation for approvals</a:t>
            </a:r>
            <a:r>
              <a:rPr lang="en-US" dirty="0"/>
              <a:t> — validating the human-in-the-loop operating model.</a:t>
            </a:r>
          </a:p>
          <a:p>
            <a:r>
              <a:rPr lang="en-US" dirty="0"/>
              <a:t>I would recommend selecting use cases that collectively demonstrate the </a:t>
            </a:r>
            <a:r>
              <a:rPr lang="en-US" b="1" dirty="0"/>
              <a:t>end-to-end value chain</a:t>
            </a:r>
            <a:r>
              <a:rPr lang="en-US" dirty="0"/>
              <a:t>, rather than selecting an isolated AI capability.</a:t>
            </a:r>
          </a:p>
          <a:p>
            <a:r>
              <a:rPr lang="en-US" dirty="0"/>
              <a:t>For example, standards alignment is stronger as a pilot if we demonstrate not just the analysis, but also the recommendation, validation, SME review, and traceability workflow.</a:t>
            </a:r>
          </a:p>
          <a:p>
            <a:br>
              <a:rPr lang="en-US" dirty="0"/>
            </a:br>
            <a:endParaRPr lang="en-US" dirty="0"/>
          </a:p>
          <a:p>
            <a:r>
              <a:rPr lang="en-US" b="1" dirty="0"/>
              <a:t>How we measure pilot success</a:t>
            </a:r>
          </a:p>
          <a:p>
            <a:r>
              <a:rPr lang="en-US" dirty="0"/>
              <a:t>A strong aspect of this approach is that success is measured through tangible KPIs.</a:t>
            </a:r>
          </a:p>
          <a:p>
            <a:r>
              <a:rPr lang="en-US" b="1" dirty="0"/>
              <a:t>Time saved versus manual effort</a:t>
            </a:r>
          </a:p>
          <a:p>
            <a:r>
              <a:rPr lang="en-US" dirty="0"/>
              <a:t>We establish a manual baseline and compare it with the AI-enabled workflow.</a:t>
            </a:r>
          </a:p>
          <a:p>
            <a:r>
              <a:rPr lang="en-US" dirty="0"/>
              <a:t>The question becomes:</a:t>
            </a:r>
          </a:p>
          <a:p>
            <a:r>
              <a:rPr lang="en-US" dirty="0"/>
              <a:t>“How much curriculum specialist effort can we reduce without compromising quality?”</a:t>
            </a:r>
          </a:p>
          <a:p>
            <a:r>
              <a:rPr lang="en-US" b="1" dirty="0"/>
              <a:t>Reuse potential</a:t>
            </a:r>
          </a:p>
          <a:p>
            <a:r>
              <a:rPr lang="en-US" dirty="0"/>
              <a:t>We evaluate how much of what we build for the pilot can support other scenarios.</a:t>
            </a:r>
          </a:p>
          <a:p>
            <a:r>
              <a:rPr lang="en-US" dirty="0"/>
              <a:t>This is particularly important because we want the pilot investment to become part of the </a:t>
            </a:r>
            <a:r>
              <a:rPr lang="en-US" b="1" dirty="0"/>
              <a:t>long-term platform foundation</a:t>
            </a:r>
            <a:r>
              <a:rPr lang="en-US" dirty="0"/>
              <a:t>, rather than disposable proof-of-concept code.</a:t>
            </a:r>
          </a:p>
          <a:p>
            <a:r>
              <a:rPr lang="en-US" b="1" dirty="0"/>
              <a:t>Data quality and accuracy</a:t>
            </a:r>
          </a:p>
          <a:p>
            <a:r>
              <a:rPr lang="en-US" dirty="0"/>
              <a:t>For AI-driven workflows, this is fundamental.</a:t>
            </a:r>
          </a:p>
          <a:p>
            <a:r>
              <a:rPr lang="en-US" dirty="0"/>
              <a:t>We evaluate accuracy, consistency, completeness, and where applicable SME agreement with AI-generated recommendations.</a:t>
            </a:r>
          </a:p>
          <a:p>
            <a:r>
              <a:rPr lang="en-US" b="1" dirty="0"/>
              <a:t>User adoption</a:t>
            </a:r>
          </a:p>
          <a:p>
            <a:r>
              <a:rPr lang="en-US" dirty="0"/>
              <a:t>A technically successful solution still fails if curriculum specialists do not trust or use it.</a:t>
            </a:r>
          </a:p>
          <a:p>
            <a:r>
              <a:rPr lang="en-US" dirty="0"/>
              <a:t>So usability and adoption are explicit pilot measures.</a:t>
            </a:r>
          </a:p>
          <a:p>
            <a:r>
              <a:rPr lang="en-US" b="1" dirty="0"/>
              <a:t>Stakeholder satisfaction</a:t>
            </a:r>
          </a:p>
          <a:p>
            <a:r>
              <a:rPr lang="en-US" dirty="0"/>
              <a:t>Finally, we validate whether the pilot addresses the business problem from the perspective of curriculum teams, technology teams, product stakeholders, and leadership.</a:t>
            </a:r>
          </a:p>
          <a:p>
            <a:br>
              <a:rPr lang="en-US" dirty="0"/>
            </a:br>
            <a:endParaRPr lang="en-US" dirty="0"/>
          </a:p>
          <a:p>
            <a:r>
              <a:rPr lang="en-US" b="1" dirty="0"/>
              <a:t>Pilot principles</a:t>
            </a:r>
          </a:p>
          <a:p>
            <a:r>
              <a:rPr lang="en-US" dirty="0"/>
              <a:t>The principles on the right summarize how we will execute the pilot.</a:t>
            </a:r>
          </a:p>
          <a:p>
            <a:r>
              <a:rPr lang="en-US" b="1" dirty="0"/>
              <a:t>Start small and focus on value.</a:t>
            </a:r>
            <a:endParaRPr lang="en-US" dirty="0"/>
          </a:p>
          <a:p>
            <a:r>
              <a:rPr lang="en-US" dirty="0"/>
              <a:t>We intentionally limit scope so that meaningful outcomes can be demonstrated quickly.</a:t>
            </a:r>
          </a:p>
          <a:p>
            <a:r>
              <a:rPr lang="en-US" b="1" dirty="0"/>
              <a:t>Leverage reusable accelerators.</a:t>
            </a:r>
            <a:endParaRPr lang="en-US" dirty="0"/>
          </a:p>
          <a:p>
            <a:r>
              <a:rPr lang="en-US" dirty="0"/>
              <a:t>We maximize existing capabilities instead of building unnecessary new components.</a:t>
            </a:r>
          </a:p>
          <a:p>
            <a:r>
              <a:rPr lang="en-US" b="1" dirty="0"/>
              <a:t>Validate early and learn fast.</a:t>
            </a:r>
            <a:endParaRPr lang="en-US" dirty="0"/>
          </a:p>
          <a:p>
            <a:r>
              <a:rPr lang="en-US" dirty="0"/>
              <a:t>We put working capabilities in front of stakeholders as early as possible.</a:t>
            </a:r>
          </a:p>
          <a:p>
            <a:r>
              <a:rPr lang="en-US" dirty="0"/>
              <a:t>And finally:</a:t>
            </a:r>
          </a:p>
          <a:p>
            <a:r>
              <a:rPr lang="en-US" b="1" dirty="0"/>
              <a:t>Iterate and scale with confidence.</a:t>
            </a:r>
            <a:endParaRPr lang="en-US" dirty="0"/>
          </a:p>
          <a:p>
            <a:r>
              <a:rPr lang="en-US" dirty="0"/>
              <a:t>The purpose of the pilot is not simply to prove that AI works. It is to give Discovery Education enough evidence to make a confident investment decision about the broader platform.</a:t>
            </a:r>
          </a:p>
          <a:p>
            <a:br>
              <a:rPr lang="en-US" dirty="0"/>
            </a:br>
            <a:endParaRPr lang="en-US" dirty="0"/>
          </a:p>
          <a:p>
            <a:r>
              <a:rPr lang="en-US" b="1" dirty="0"/>
              <a:t>Governance and enablers</a:t>
            </a:r>
          </a:p>
          <a:p>
            <a:r>
              <a:rPr lang="en-US" dirty="0"/>
              <a:t>The bottom layer of the slide is particularly important from a Solution Architecture perspective.</a:t>
            </a:r>
          </a:p>
          <a:p>
            <a:r>
              <a:rPr lang="en-US" dirty="0"/>
              <a:t>The pilot requires more than technology.</a:t>
            </a:r>
          </a:p>
          <a:p>
            <a:r>
              <a:rPr lang="en-US" dirty="0"/>
              <a:t>We need </a:t>
            </a:r>
            <a:r>
              <a:rPr lang="en-US" b="1" dirty="0"/>
              <a:t>executive sponsorship</a:t>
            </a:r>
            <a:r>
              <a:rPr lang="en-US" dirty="0"/>
              <a:t> to maintain alignment and remove barriers.</a:t>
            </a:r>
          </a:p>
          <a:p>
            <a:r>
              <a:rPr lang="en-US" dirty="0"/>
              <a:t>We need </a:t>
            </a:r>
            <a:r>
              <a:rPr lang="en-US" b="1" dirty="0"/>
              <a:t>clear governance</a:t>
            </a:r>
            <a:r>
              <a:rPr lang="en-US" dirty="0"/>
              <a:t> around decisions, scope, and acceptance criteria.</a:t>
            </a:r>
          </a:p>
          <a:p>
            <a:r>
              <a:rPr lang="en-US" dirty="0"/>
              <a:t>We need a </a:t>
            </a:r>
            <a:r>
              <a:rPr lang="en-US" b="1" dirty="0"/>
              <a:t>cross-functional team</a:t>
            </a:r>
            <a:r>
              <a:rPr lang="en-US" dirty="0"/>
              <a:t> covering curriculum SMEs, product, architecture, engineering, data, and AI.</a:t>
            </a:r>
          </a:p>
          <a:p>
            <a:r>
              <a:rPr lang="en-US" dirty="0"/>
              <a:t>We need </a:t>
            </a:r>
            <a:r>
              <a:rPr lang="en-US" b="1" dirty="0"/>
              <a:t>data security and compliance</a:t>
            </a:r>
            <a:r>
              <a:rPr lang="en-US" dirty="0"/>
              <a:t> embedded from the beginning.</a:t>
            </a:r>
          </a:p>
          <a:p>
            <a:r>
              <a:rPr lang="en-US" dirty="0"/>
              <a:t>We need </a:t>
            </a:r>
            <a:r>
              <a:rPr lang="en-US" b="1" dirty="0"/>
              <a:t>change management</a:t>
            </a:r>
            <a:r>
              <a:rPr lang="en-US" dirty="0"/>
              <a:t>, because the platform will change how curriculum specialists perform some activities.</a:t>
            </a:r>
          </a:p>
          <a:p>
            <a:r>
              <a:rPr lang="en-US" dirty="0"/>
              <a:t>And we need </a:t>
            </a:r>
            <a:r>
              <a:rPr lang="en-US" b="1" dirty="0"/>
              <a:t>continuous communication</a:t>
            </a:r>
            <a:r>
              <a:rPr lang="en-US" dirty="0"/>
              <a:t>, particularly as pilot findings emerge.</a:t>
            </a:r>
          </a:p>
          <a:p>
            <a:r>
              <a:rPr lang="en-US" dirty="0"/>
              <a:t>These enablers significantly improve the likelihood that a technically successful pilot also becomes a successful business transformation initiative.</a:t>
            </a:r>
          </a:p>
          <a:p>
            <a:br>
              <a:rPr lang="en-US" dirty="0"/>
            </a:br>
            <a:endParaRPr lang="en-US" dirty="0"/>
          </a:p>
          <a:p>
            <a:r>
              <a:rPr lang="en-US" b="1" dirty="0"/>
              <a:t>Architectural principle behind the pilot</a:t>
            </a:r>
          </a:p>
          <a:p>
            <a:r>
              <a:rPr lang="en-US" dirty="0"/>
              <a:t>The key architectural point I would emphasize is:</a:t>
            </a:r>
          </a:p>
          <a:p>
            <a:r>
              <a:rPr lang="en-US" b="1" dirty="0"/>
              <a:t>“This pilot is not intended to create a throwaway proof of concept.”</a:t>
            </a:r>
            <a:endParaRPr lang="en-US" dirty="0"/>
          </a:p>
          <a:p>
            <a:r>
              <a:rPr lang="en-US" dirty="0"/>
              <a:t>Anything we build should follow the target architecture principles from day one.</a:t>
            </a:r>
          </a:p>
          <a:p>
            <a:r>
              <a:rPr lang="en-US" dirty="0"/>
              <a:t>That means using reusable services, proper security, traceability, configurable workflows, API-based integration, validation, observability, and human-in-the-loop controls.</a:t>
            </a:r>
          </a:p>
          <a:p>
            <a:r>
              <a:rPr lang="en-US" dirty="0"/>
              <a:t>We keep the </a:t>
            </a:r>
            <a:r>
              <a:rPr lang="en-US" b="1" dirty="0"/>
              <a:t>scope small</a:t>
            </a:r>
            <a:r>
              <a:rPr lang="en-US" dirty="0"/>
              <a:t>, but we do not compromise the </a:t>
            </a:r>
            <a:r>
              <a:rPr lang="en-US" b="1" dirty="0"/>
              <a:t>architectural foundation</a:t>
            </a:r>
            <a:r>
              <a:rPr lang="en-US" dirty="0"/>
              <a:t>.</a:t>
            </a:r>
          </a:p>
          <a:p>
            <a:r>
              <a:rPr lang="en-US" dirty="0"/>
              <a:t>That way, when the pilot succeeds, we can evolve it into production rather than rebuild it.</a:t>
            </a:r>
          </a:p>
          <a:p>
            <a:br>
              <a:rPr lang="en-US" dirty="0"/>
            </a:br>
            <a:endParaRPr lang="en-US" dirty="0"/>
          </a:p>
          <a:p>
            <a:r>
              <a:rPr lang="en-US" b="1" dirty="0"/>
              <a:t>Closing message</a:t>
            </a:r>
          </a:p>
          <a:p>
            <a:r>
              <a:rPr lang="en-US" dirty="0"/>
              <a:t>I would close the slide with:</a:t>
            </a:r>
          </a:p>
          <a:p>
            <a:r>
              <a:rPr lang="en-US" b="1" dirty="0"/>
              <a:t>“The pilot gives us a controlled way to prove three things simultaneously: business value, technical feasibility, and user confidence.”</a:t>
            </a:r>
            <a:endParaRPr lang="en-US" dirty="0"/>
          </a:p>
          <a:p>
            <a:r>
              <a:rPr lang="en-US" b="1" dirty="0"/>
              <a:t>“Within six to eight weeks, our objective is to demonstrate measurable improvement on a focused set of use cases, validate the reusable platform capabilities, capture stakeholder feedback, and leave Discovery Education with a clear evidence-based roadmap for scaling.”</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endParaRPr lang="en-US" b="1" dirty="0"/>
          </a:p>
          <a:p>
            <a:r>
              <a:rPr lang="en-US" b="1" dirty="0"/>
              <a:t>PILOT APPROACH</a:t>
            </a:r>
            <a:br>
              <a:rPr lang="en-US" dirty="0"/>
            </a:br>
            <a:r>
              <a:rPr lang="en-US" i="1" dirty="0"/>
              <a:t>Validate Value Fast. Learn Early. Build with Confidence.</a:t>
            </a:r>
            <a:endParaRPr lang="en-US" dirty="0"/>
          </a:p>
          <a:p>
            <a:r>
              <a:rPr lang="en-US" b="1" dirty="0"/>
              <a:t>A focused, time-boxed pilot to validate value, refine capabilities, and establish a repeatable path to scaling.</a:t>
            </a:r>
            <a:endParaRPr lang="en-US" dirty="0"/>
          </a:p>
          <a:p>
            <a:r>
              <a:rPr lang="en-US" b="1" dirty="0"/>
              <a:t>PILOT OBJECTIVE</a:t>
            </a:r>
          </a:p>
          <a:p>
            <a:r>
              <a:rPr lang="en-US" dirty="0"/>
              <a:t>Validate key capabilities and measurable value in a limited scope to derisk scale and build stakeholder confidence.</a:t>
            </a:r>
          </a:p>
          <a:p>
            <a:r>
              <a:rPr lang="en-US" b="1" dirty="0"/>
              <a:t>Pilot Overview</a:t>
            </a:r>
          </a:p>
          <a:p>
            <a:r>
              <a:rPr lang="en-US" b="1" dirty="0"/>
              <a:t>Pilot Duration</a:t>
            </a:r>
            <a:br>
              <a:rPr lang="en-US" dirty="0"/>
            </a:br>
            <a:r>
              <a:rPr lang="en-US" dirty="0"/>
              <a:t>6–8 Weeks</a:t>
            </a:r>
          </a:p>
          <a:p>
            <a:r>
              <a:rPr lang="en-US" b="1" dirty="0"/>
              <a:t>Pilot Scope</a:t>
            </a:r>
            <a:br>
              <a:rPr lang="en-US" dirty="0"/>
            </a:br>
            <a:r>
              <a:rPr lang="en-US" dirty="0"/>
              <a:t>1–2 Use Cases | 1 Business Area</a:t>
            </a:r>
          </a:p>
          <a:p>
            <a:r>
              <a:rPr lang="en-US" b="1" dirty="0"/>
              <a:t>Success Criteria</a:t>
            </a:r>
            <a:br>
              <a:rPr lang="en-US" dirty="0"/>
            </a:br>
            <a:r>
              <a:rPr lang="en-US" dirty="0"/>
              <a:t>Value validated, users engaged, and scale path defined</a:t>
            </a:r>
          </a:p>
          <a:p>
            <a:r>
              <a:rPr lang="en-US" b="1" dirty="0"/>
              <a:t>Pilot Approach</a:t>
            </a:r>
            <a:br>
              <a:rPr lang="en-US" dirty="0"/>
            </a:br>
            <a:r>
              <a:rPr lang="en-US" dirty="0"/>
              <a:t>Configure → Test → Validate → Learn &amp; Refine</a:t>
            </a:r>
          </a:p>
          <a:p>
            <a:r>
              <a:rPr lang="en-US" b="1" dirty="0"/>
              <a:t>Expected Outcome</a:t>
            </a:r>
            <a:br>
              <a:rPr lang="en-US" dirty="0"/>
            </a:br>
            <a:r>
              <a:rPr lang="en-US" dirty="0"/>
              <a:t>Proven value, reusable foundation, scale roadmap</a:t>
            </a:r>
          </a:p>
          <a:p>
            <a:r>
              <a:rPr lang="en-US" b="1" dirty="0"/>
              <a:t>PILOT PHASES</a:t>
            </a:r>
          </a:p>
          <a:p>
            <a:r>
              <a:rPr lang="en-US" b="1" dirty="0"/>
              <a:t>01—DEFINE &amp; ALIGN</a:t>
            </a:r>
            <a:endParaRPr lang="en-US" dirty="0"/>
          </a:p>
          <a:p>
            <a:pPr lvl="0"/>
            <a:r>
              <a:rPr lang="en-US" dirty="0"/>
              <a:t>Confirm pilot objectives and success metrics </a:t>
            </a:r>
          </a:p>
          <a:p>
            <a:pPr lvl="0"/>
            <a:r>
              <a:rPr lang="en-US" dirty="0"/>
              <a:t>Select use cases and in-scope data </a:t>
            </a:r>
          </a:p>
          <a:p>
            <a:pPr lvl="0"/>
            <a:r>
              <a:rPr lang="en-US" dirty="0"/>
              <a:t>Align stakeholders and governance </a:t>
            </a:r>
          </a:p>
          <a:p>
            <a:r>
              <a:rPr lang="en-US" b="1" dirty="0"/>
              <a:t>Key Output:</a:t>
            </a:r>
            <a:r>
              <a:rPr lang="en-US" dirty="0"/>
              <a:t> Pilot Charter &amp; Success Metrics</a:t>
            </a:r>
          </a:p>
          <a:p>
            <a:r>
              <a:rPr lang="en-US" b="1" dirty="0"/>
              <a:t>02—ASSESS &amp; PLAN</a:t>
            </a:r>
            <a:endParaRPr lang="en-US" dirty="0"/>
          </a:p>
          <a:p>
            <a:pPr lvl="0"/>
            <a:r>
              <a:rPr lang="en-US" dirty="0"/>
              <a:t>Assess current state and data readiness </a:t>
            </a:r>
          </a:p>
          <a:p>
            <a:pPr lvl="0"/>
            <a:r>
              <a:rPr lang="en-US" dirty="0"/>
              <a:t>Map capabilities to use case needs </a:t>
            </a:r>
          </a:p>
          <a:p>
            <a:pPr lvl="0"/>
            <a:r>
              <a:rPr lang="en-US" dirty="0"/>
              <a:t>Define pilot plan, timeline and resources </a:t>
            </a:r>
          </a:p>
          <a:p>
            <a:r>
              <a:rPr lang="en-US" b="1" dirty="0"/>
              <a:t>Key Output:</a:t>
            </a:r>
            <a:r>
              <a:rPr lang="en-US" dirty="0"/>
              <a:t> Pilot Plan &amp; Architecture</a:t>
            </a:r>
          </a:p>
          <a:p>
            <a:r>
              <a:rPr lang="en-US" b="1" dirty="0"/>
              <a:t>03—CONFIGURE &amp; BUILD</a:t>
            </a:r>
            <a:endParaRPr lang="en-US" dirty="0"/>
          </a:p>
          <a:p>
            <a:pPr lvl="0"/>
            <a:r>
              <a:rPr lang="en-US" dirty="0"/>
              <a:t>Configure reusable accelerators </a:t>
            </a:r>
          </a:p>
          <a:p>
            <a:pPr lvl="0"/>
            <a:r>
              <a:rPr lang="en-US" dirty="0"/>
              <a:t>Prepare data and integrate components </a:t>
            </a:r>
          </a:p>
          <a:p>
            <a:pPr lvl="0"/>
            <a:r>
              <a:rPr lang="en-US" dirty="0"/>
              <a:t>Build workflows and content foundations </a:t>
            </a:r>
          </a:p>
          <a:p>
            <a:r>
              <a:rPr lang="en-US" b="1" dirty="0"/>
              <a:t>Key Output:</a:t>
            </a:r>
            <a:r>
              <a:rPr lang="en-US" dirty="0"/>
              <a:t> Configured Pilot Solution</a:t>
            </a:r>
          </a:p>
          <a:p>
            <a:r>
              <a:rPr lang="en-US" b="1" dirty="0"/>
              <a:t>04—TEST &amp; VALIDATE</a:t>
            </a:r>
            <a:endParaRPr lang="en-US" dirty="0"/>
          </a:p>
          <a:p>
            <a:pPr lvl="0"/>
            <a:r>
              <a:rPr lang="en-US" dirty="0"/>
              <a:t>Functional, data and performance testing </a:t>
            </a:r>
          </a:p>
          <a:p>
            <a:pPr lvl="0"/>
            <a:r>
              <a:rPr lang="en-US" dirty="0"/>
              <a:t>Validate results with business stakeholders </a:t>
            </a:r>
          </a:p>
          <a:p>
            <a:pPr lvl="0"/>
            <a:r>
              <a:rPr lang="en-US" dirty="0"/>
              <a:t>Measure against success criteria </a:t>
            </a:r>
          </a:p>
          <a:p>
            <a:r>
              <a:rPr lang="en-US" b="1" dirty="0"/>
              <a:t>Key Output:</a:t>
            </a:r>
            <a:r>
              <a:rPr lang="en-US" dirty="0"/>
              <a:t> Validation Report &amp; Insights</a:t>
            </a:r>
          </a:p>
          <a:p>
            <a:r>
              <a:rPr lang="en-US" b="1" dirty="0"/>
              <a:t>05—REVIEW &amp; REFINE</a:t>
            </a:r>
            <a:endParaRPr lang="en-US" dirty="0"/>
          </a:p>
          <a:p>
            <a:pPr lvl="0"/>
            <a:r>
              <a:rPr lang="en-US" dirty="0"/>
              <a:t>Gather feedback and identify gaps </a:t>
            </a:r>
          </a:p>
          <a:p>
            <a:pPr lvl="0"/>
            <a:r>
              <a:rPr lang="en-US" dirty="0"/>
              <a:t>Refine solution and processes </a:t>
            </a:r>
          </a:p>
          <a:p>
            <a:pPr lvl="0"/>
            <a:r>
              <a:rPr lang="en-US" dirty="0"/>
              <a:t>Update for scale readiness </a:t>
            </a:r>
          </a:p>
          <a:p>
            <a:r>
              <a:rPr lang="en-US" b="1" dirty="0"/>
              <a:t>Key Output:</a:t>
            </a:r>
            <a:r>
              <a:rPr lang="en-US" dirty="0"/>
              <a:t> Refined Solution &amp; Scale Plan</a:t>
            </a:r>
          </a:p>
          <a:p>
            <a:r>
              <a:rPr lang="en-US" b="1" dirty="0"/>
              <a:t>06—DECISION &amp; SCALE PATH</a:t>
            </a:r>
            <a:endParaRPr lang="en-US" dirty="0"/>
          </a:p>
          <a:p>
            <a:pPr lvl="0"/>
            <a:r>
              <a:rPr lang="en-US" dirty="0"/>
              <a:t>Confirm value and business impact </a:t>
            </a:r>
          </a:p>
          <a:p>
            <a:pPr lvl="0"/>
            <a:r>
              <a:rPr lang="en-US" dirty="0"/>
              <a:t>Define scale roadmap and next steps </a:t>
            </a:r>
          </a:p>
          <a:p>
            <a:pPr lvl="0"/>
            <a:r>
              <a:rPr lang="en-US" dirty="0"/>
              <a:t>Secure go-ahead for expansion </a:t>
            </a:r>
          </a:p>
          <a:p>
            <a:r>
              <a:rPr lang="en-US" b="1" dirty="0"/>
              <a:t>Key Output:</a:t>
            </a:r>
            <a:r>
              <a:rPr lang="en-US" dirty="0"/>
              <a:t> Go/No-Go &amp; Scale Roadmap</a:t>
            </a:r>
          </a:p>
          <a:p>
            <a:r>
              <a:rPr lang="en-US" b="1" dirty="0"/>
              <a:t>PILOT USE CASE EXAMPLES</a:t>
            </a:r>
          </a:p>
          <a:p>
            <a:pPr lvl="0"/>
            <a:r>
              <a:rPr lang="en-US" dirty="0"/>
              <a:t>Curriculum content ingestion and classification </a:t>
            </a:r>
          </a:p>
          <a:p>
            <a:pPr lvl="0"/>
            <a:r>
              <a:rPr lang="en-US" dirty="0"/>
              <a:t>Standards alignment and gap identification </a:t>
            </a:r>
          </a:p>
          <a:p>
            <a:pPr lvl="0"/>
            <a:r>
              <a:rPr lang="en-US" dirty="0"/>
              <a:t>Change impact analysis for a set of courses </a:t>
            </a:r>
          </a:p>
          <a:p>
            <a:pPr lvl="0"/>
            <a:r>
              <a:rPr lang="en-US" dirty="0"/>
              <a:t>Workflow automation for approvals </a:t>
            </a:r>
          </a:p>
          <a:p>
            <a:r>
              <a:rPr lang="en-US" b="1" dirty="0"/>
              <a:t>KEY MEASURES</a:t>
            </a:r>
          </a:p>
          <a:p>
            <a:pPr lvl="0"/>
            <a:r>
              <a:rPr lang="en-US" dirty="0"/>
              <a:t>Time Saved (vs. manual) </a:t>
            </a:r>
          </a:p>
          <a:p>
            <a:pPr lvl="0"/>
            <a:r>
              <a:rPr lang="en-US" dirty="0"/>
              <a:t>Reuse Potential </a:t>
            </a:r>
          </a:p>
          <a:p>
            <a:pPr lvl="0"/>
            <a:r>
              <a:rPr lang="en-US" dirty="0"/>
              <a:t>Data Quality &amp; Accuracy </a:t>
            </a:r>
          </a:p>
          <a:p>
            <a:pPr lvl="0"/>
            <a:r>
              <a:rPr lang="en-US" dirty="0"/>
              <a:t>User Adoption </a:t>
            </a:r>
          </a:p>
          <a:p>
            <a:pPr lvl="0"/>
            <a:r>
              <a:rPr lang="en-US" dirty="0"/>
              <a:t>Stakeholder Satisfaction </a:t>
            </a:r>
          </a:p>
          <a:p>
            <a:r>
              <a:rPr lang="en-US" b="1" dirty="0"/>
              <a:t>PILOT PRINCIPLES</a:t>
            </a:r>
          </a:p>
          <a:p>
            <a:pPr lvl="0"/>
            <a:r>
              <a:rPr lang="en-US" dirty="0"/>
              <a:t>Start small, focus on value </a:t>
            </a:r>
          </a:p>
          <a:p>
            <a:pPr lvl="0"/>
            <a:r>
              <a:rPr lang="en-US" dirty="0"/>
              <a:t>Leverage reusable accelerators </a:t>
            </a:r>
          </a:p>
          <a:p>
            <a:pPr lvl="0"/>
            <a:r>
              <a:rPr lang="en-US" dirty="0"/>
              <a:t>Validate early, learn fast </a:t>
            </a:r>
          </a:p>
          <a:p>
            <a:pPr lvl="0"/>
            <a:r>
              <a:rPr lang="en-US" dirty="0"/>
              <a:t>Iterate and scale with confidence </a:t>
            </a:r>
          </a:p>
          <a:p>
            <a:r>
              <a:rPr lang="en-US" b="1" dirty="0"/>
              <a:t>GOVERNANCE &amp; ENABLERS</a:t>
            </a:r>
          </a:p>
          <a:p>
            <a:pPr lvl="0"/>
            <a:r>
              <a:rPr lang="en-US" dirty="0"/>
              <a:t>Executive Sponsorship </a:t>
            </a:r>
          </a:p>
          <a:p>
            <a:pPr lvl="0"/>
            <a:r>
              <a:rPr lang="en-US" dirty="0"/>
              <a:t>Clear Governance </a:t>
            </a:r>
          </a:p>
          <a:p>
            <a:pPr lvl="0"/>
            <a:r>
              <a:rPr lang="en-US" dirty="0"/>
              <a:t>Cross-functional Team </a:t>
            </a:r>
          </a:p>
          <a:p>
            <a:pPr lvl="0"/>
            <a:r>
              <a:rPr lang="en-US" dirty="0"/>
              <a:t>Data Security &amp; Compliance </a:t>
            </a:r>
          </a:p>
          <a:p>
            <a:pPr lvl="0"/>
            <a:r>
              <a:rPr lang="en-US" dirty="0"/>
              <a:t>Change Management </a:t>
            </a:r>
          </a:p>
          <a:p>
            <a:pPr lvl="0"/>
            <a:r>
              <a:rPr lang="en-US" dirty="0"/>
              <a:t>Continuous Communication </a:t>
            </a:r>
          </a:p>
          <a:p>
            <a:r>
              <a:rPr lang="en-US" b="1" dirty="0"/>
              <a:t>A focused pilot that delivers quick wins, proves value, and sets the foundation for scalable, sustainable success.</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310D7FA8-97C7-414F-8258-223E592344C6}" type="slidenum">
              <a:rPr lang="en-US" smtClean="0"/>
              <a:t>6</a:t>
            </a:fld>
            <a:endParaRPr lang="en-US"/>
          </a:p>
        </p:txBody>
      </p:sp>
    </p:spTree>
    <p:extLst>
      <p:ext uri="{BB962C8B-B14F-4D97-AF65-F5344CB8AC3E}">
        <p14:creationId xmlns:p14="http://schemas.microsoft.com/office/powerpoint/2010/main" val="2310172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B87FE-CBD6-EF52-75D3-F6E5A9B678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AFB0D9-3528-6157-D45B-DBEEA85E848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E703F3-A87D-3FB7-1DFD-937FD1DEE9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Executive walkthrough</a:t>
            </a:r>
          </a:p>
          <a:p>
            <a:r>
              <a:rPr lang="en-US" dirty="0"/>
              <a:t>“This slide brings together our overall solution strategy—what we will reuse, how we will deliver, what the resulting platform will provide, and the technology principles that will underpin it.”</a:t>
            </a:r>
          </a:p>
          <a:p>
            <a:r>
              <a:rPr lang="en-US" dirty="0"/>
              <a:t>Our approach is based on a simple philosophy:</a:t>
            </a:r>
          </a:p>
          <a:p>
            <a:r>
              <a:rPr lang="en-US" b="1" dirty="0"/>
              <a:t>Reuse what is proven, configure and extend where needed, and build only what is truly differentiated.</a:t>
            </a:r>
            <a:endParaRPr lang="en-US" dirty="0"/>
          </a:p>
          <a:p>
            <a:r>
              <a:rPr lang="en-US" dirty="0"/>
              <a:t>This allows us to move faster, reduce implementation risk, and focus investment on capabilities that are unique to Discovery Education.</a:t>
            </a:r>
          </a:p>
          <a:p>
            <a:br>
              <a:rPr lang="en-US" dirty="0"/>
            </a:br>
            <a:endParaRPr lang="en-US" dirty="0"/>
          </a:p>
          <a:p>
            <a:r>
              <a:rPr lang="en-US" b="1" dirty="0"/>
              <a:t>1. Start with proven accelerators</a:t>
            </a:r>
          </a:p>
          <a:p>
            <a:r>
              <a:rPr lang="en-US" dirty="0"/>
              <a:t>On the left, we highlight the reusable accelerators that provide the foundation for the solution.</a:t>
            </a:r>
          </a:p>
          <a:p>
            <a:r>
              <a:rPr lang="en-US" dirty="0"/>
              <a:t>These include capabilities such as:</a:t>
            </a:r>
          </a:p>
          <a:p>
            <a:pPr lvl="0"/>
            <a:r>
              <a:rPr lang="en-US" b="1" dirty="0"/>
              <a:t>Content AI Studio</a:t>
            </a:r>
            <a:r>
              <a:rPr lang="en-US" dirty="0"/>
              <a:t> for AI-powered content ingestion, understanding, and generation </a:t>
            </a:r>
          </a:p>
          <a:p>
            <a:pPr lvl="0"/>
            <a:r>
              <a:rPr lang="en-US" b="1" dirty="0"/>
              <a:t>AI Workflow Executor</a:t>
            </a:r>
            <a:r>
              <a:rPr lang="en-US" dirty="0"/>
              <a:t> for orchestration of complex curriculum workflows </a:t>
            </a:r>
          </a:p>
          <a:p>
            <a:pPr lvl="0"/>
            <a:r>
              <a:rPr lang="en-US" b="1" dirty="0"/>
              <a:t>Academian User Platform</a:t>
            </a:r>
            <a:r>
              <a:rPr lang="en-US" dirty="0"/>
              <a:t> for collaboration, review, and approvals </a:t>
            </a:r>
          </a:p>
          <a:p>
            <a:pPr lvl="0"/>
            <a:r>
              <a:rPr lang="en-US" b="1" dirty="0"/>
              <a:t>Impact Analysis Engine</a:t>
            </a:r>
            <a:r>
              <a:rPr lang="en-US" dirty="0"/>
              <a:t> for curriculum change and impact assessment </a:t>
            </a:r>
          </a:p>
          <a:p>
            <a:pPr lvl="0"/>
            <a:r>
              <a:rPr lang="en-US" b="1" dirty="0"/>
              <a:t>Content Repository</a:t>
            </a:r>
            <a:r>
              <a:rPr lang="en-US" dirty="0"/>
              <a:t> for centrally managing reusable learning objects and templates </a:t>
            </a:r>
          </a:p>
          <a:p>
            <a:pPr lvl="0"/>
            <a:r>
              <a:rPr lang="en-US" b="1" dirty="0"/>
              <a:t>AI Text Utility</a:t>
            </a:r>
            <a:r>
              <a:rPr lang="en-US" dirty="0"/>
              <a:t> for AI-assisted authoring, editing, and content enhancement </a:t>
            </a:r>
          </a:p>
          <a:p>
            <a:r>
              <a:rPr lang="en-US" dirty="0"/>
              <a:t>The important message is that these capabilities are already available as reusable building blocks.</a:t>
            </a:r>
          </a:p>
          <a:p>
            <a:r>
              <a:rPr lang="en-US" dirty="0"/>
              <a:t>We therefore do not need to build foundational capabilities such as content ingestion, orchestration, collaboration, repositories, and text generation from the ground up.</a:t>
            </a:r>
          </a:p>
          <a:p>
            <a:br>
              <a:rPr lang="en-US" dirty="0"/>
            </a:br>
            <a:endParaRPr lang="en-US" dirty="0"/>
          </a:p>
          <a:p>
            <a:r>
              <a:rPr lang="en-US" b="1" dirty="0"/>
              <a:t>2. Deliver through a phased approach</a:t>
            </a:r>
          </a:p>
          <a:p>
            <a:r>
              <a:rPr lang="en-US" dirty="0"/>
              <a:t>The center-left section shows the six-phase implementation model.</a:t>
            </a:r>
          </a:p>
          <a:p>
            <a:r>
              <a:rPr lang="en-US" dirty="0"/>
              <a:t>We start with </a:t>
            </a:r>
            <a:r>
              <a:rPr lang="en-US" b="1" dirty="0"/>
              <a:t>Discover &amp; Assess</a:t>
            </a:r>
            <a:r>
              <a:rPr lang="en-US" dirty="0"/>
              <a:t>, where we understand the current environment, business goals, existing systems, data, and gaps.</a:t>
            </a:r>
          </a:p>
          <a:p>
            <a:r>
              <a:rPr lang="en-US" dirty="0"/>
              <a:t>We then move into </a:t>
            </a:r>
            <a:r>
              <a:rPr lang="en-US" b="1" dirty="0"/>
              <a:t>Design &amp; Plan</a:t>
            </a:r>
            <a:r>
              <a:rPr lang="en-US" dirty="0"/>
              <a:t>, translating those findings into the future-state architecture and delivery roadmap.</a:t>
            </a:r>
          </a:p>
          <a:p>
            <a:r>
              <a:rPr lang="en-US" dirty="0"/>
              <a:t>The third stage is </a:t>
            </a:r>
            <a:r>
              <a:rPr lang="en-US" b="1" dirty="0"/>
              <a:t>Build &amp; Configure</a:t>
            </a:r>
            <a:r>
              <a:rPr lang="en-US" dirty="0"/>
              <a:t>. This is where we maximize reuse of the existing accelerators and develop only those capabilities required to close functional gaps.</a:t>
            </a:r>
          </a:p>
          <a:p>
            <a:r>
              <a:rPr lang="en-US" dirty="0"/>
              <a:t>We then </a:t>
            </a:r>
            <a:r>
              <a:rPr lang="en-US" b="1" dirty="0"/>
              <a:t>Test &amp; Validate</a:t>
            </a:r>
            <a:r>
              <a:rPr lang="en-US" dirty="0"/>
              <a:t> the solution across functionality, integrations, data quality, AI accuracy, and performance.</a:t>
            </a:r>
          </a:p>
          <a:p>
            <a:r>
              <a:rPr lang="en-US" dirty="0"/>
              <a:t>Once validated, we </a:t>
            </a:r>
            <a:r>
              <a:rPr lang="en-US" b="1" dirty="0"/>
              <a:t>Deploy &amp; Transition</a:t>
            </a:r>
            <a:r>
              <a:rPr lang="en-US" dirty="0"/>
              <a:t> the solution incrementally, with appropriate training and operational support.</a:t>
            </a:r>
          </a:p>
          <a:p>
            <a:r>
              <a:rPr lang="en-US" dirty="0"/>
              <a:t>Finally, we </a:t>
            </a:r>
            <a:r>
              <a:rPr lang="en-US" b="1" dirty="0"/>
              <a:t>Operate &amp; Improve</a:t>
            </a:r>
            <a:r>
              <a:rPr lang="en-US" dirty="0"/>
              <a:t>, continuously monitoring outcomes and refining the platform as business needs evolve.</a:t>
            </a:r>
          </a:p>
          <a:p>
            <a:r>
              <a:rPr lang="en-US" dirty="0"/>
              <a:t>The important point here is that this is not a “big bang” implementation. It is an </a:t>
            </a:r>
            <a:r>
              <a:rPr lang="en-US" b="1" dirty="0"/>
              <a:t>incremental, governed delivery model</a:t>
            </a:r>
            <a:r>
              <a:rPr lang="en-US" dirty="0"/>
              <a:t> that allows us to validate value and reduce risk at every stage.</a:t>
            </a:r>
          </a:p>
          <a:p>
            <a:br>
              <a:rPr lang="en-US" dirty="0"/>
            </a:br>
            <a:endParaRPr lang="en-US" dirty="0"/>
          </a:p>
          <a:p>
            <a:r>
              <a:rPr lang="en-US" b="1" dirty="0"/>
              <a:t>3. What the solution ultimately delivers</a:t>
            </a:r>
          </a:p>
          <a:p>
            <a:r>
              <a:rPr lang="en-US" dirty="0"/>
              <a:t>The middle-right section describes the target state.</a:t>
            </a:r>
          </a:p>
          <a:p>
            <a:r>
              <a:rPr lang="en-US" dirty="0"/>
              <a:t>The proposed platform becomes a </a:t>
            </a:r>
            <a:r>
              <a:rPr lang="en-US" b="1" dirty="0"/>
              <a:t>unified curriculum management and intelligence capability</a:t>
            </a:r>
            <a:r>
              <a:rPr lang="en-US" dirty="0"/>
              <a:t> spanning content, standards, workflow, analytics, and collaboration.</a:t>
            </a:r>
          </a:p>
          <a:p>
            <a:r>
              <a:rPr lang="en-US" dirty="0"/>
              <a:t>It creates standardized processes and greater automation across activities that may currently involve significant manual effort.</a:t>
            </a:r>
          </a:p>
          <a:p>
            <a:r>
              <a:rPr lang="en-US" dirty="0"/>
              <a:t>It also introduces a stronger </a:t>
            </a:r>
            <a:r>
              <a:rPr lang="en-US" b="1" dirty="0"/>
              <a:t>data and analytics layer</a:t>
            </a:r>
            <a:r>
              <a:rPr lang="en-US" dirty="0"/>
              <a:t>, allowing stakeholders to make decisions based on curriculum coverage, gaps, impacts, workflow metrics, and quality indicators.</a:t>
            </a:r>
          </a:p>
          <a:p>
            <a:r>
              <a:rPr lang="en-US" dirty="0"/>
              <a:t>And critically, the solution is designed to be </a:t>
            </a:r>
            <a:r>
              <a:rPr lang="en-US" b="1" dirty="0"/>
              <a:t>secure, scalable, and extensible</a:t>
            </a:r>
            <a:r>
              <a:rPr lang="en-US" dirty="0"/>
              <a:t>, so that it can support future use cases beyond the initial three scenarios.</a:t>
            </a:r>
          </a:p>
          <a:p>
            <a:r>
              <a:rPr lang="en-US" dirty="0"/>
              <a:t>The goal is therefore not simply to automate individual tasks.</a:t>
            </a:r>
          </a:p>
          <a:p>
            <a:r>
              <a:rPr lang="en-US" dirty="0"/>
              <a:t>The goal is to establish a </a:t>
            </a:r>
            <a:r>
              <a:rPr lang="en-US" b="1" dirty="0"/>
              <a:t>reusable enterprise platform for curriculum intelligence</a:t>
            </a:r>
            <a:r>
              <a:rPr lang="en-US" dirty="0"/>
              <a:t>.</a:t>
            </a:r>
          </a:p>
          <a:p>
            <a:br>
              <a:rPr lang="en-US" dirty="0"/>
            </a:br>
            <a:endParaRPr lang="en-US" dirty="0"/>
          </a:p>
          <a:p>
            <a:r>
              <a:rPr lang="en-US" b="1" dirty="0"/>
              <a:t>4. Technology foundation</a:t>
            </a:r>
          </a:p>
          <a:p>
            <a:r>
              <a:rPr lang="en-US" dirty="0"/>
              <a:t>On the right, we define the technology principles that enable that scalability.</a:t>
            </a:r>
          </a:p>
          <a:p>
            <a:r>
              <a:rPr lang="en-US" dirty="0"/>
              <a:t>The platform will be </a:t>
            </a:r>
            <a:r>
              <a:rPr lang="en-US" b="1" dirty="0"/>
              <a:t>cloud-native</a:t>
            </a:r>
            <a:r>
              <a:rPr lang="en-US" dirty="0"/>
              <a:t>, allowing infrastructure and services to scale as usage increases.</a:t>
            </a:r>
          </a:p>
          <a:p>
            <a:r>
              <a:rPr lang="en-US" dirty="0"/>
              <a:t>We recommend a </a:t>
            </a:r>
            <a:r>
              <a:rPr lang="en-US" b="1" dirty="0"/>
              <a:t>modular microservices architecture</a:t>
            </a:r>
            <a:r>
              <a:rPr lang="en-US" dirty="0"/>
              <a:t>, so individual capabilities can evolve independently rather than becoming part of a tightly coupled application.</a:t>
            </a:r>
          </a:p>
          <a:p>
            <a:r>
              <a:rPr lang="en-US" dirty="0"/>
              <a:t>The solution should also be </a:t>
            </a:r>
            <a:r>
              <a:rPr lang="en-US" b="1" dirty="0"/>
              <a:t>API-first</a:t>
            </a:r>
            <a:r>
              <a:rPr lang="en-US" dirty="0"/>
              <a:t>, enabling integration with existing Discovery Education applications, data repositories, and future services.</a:t>
            </a:r>
          </a:p>
          <a:p>
            <a:r>
              <a:rPr lang="en-US" dirty="0"/>
              <a:t>A strong </a:t>
            </a:r>
            <a:r>
              <a:rPr lang="en-US" b="1" dirty="0"/>
              <a:t>data and analytics foundation</a:t>
            </a:r>
            <a:r>
              <a:rPr lang="en-US" dirty="0"/>
              <a:t> will support operational insights and AI-driven decision-making.</a:t>
            </a:r>
          </a:p>
          <a:p>
            <a:r>
              <a:rPr lang="en-US" dirty="0"/>
              <a:t>And security is built in through a </a:t>
            </a:r>
            <a:r>
              <a:rPr lang="en-US" b="1" dirty="0"/>
              <a:t>security-by-design and zero-trust approach</a:t>
            </a:r>
            <a:r>
              <a:rPr lang="en-US" dirty="0"/>
              <a:t>, rather than being introduced as an afterthought.</a:t>
            </a:r>
          </a:p>
          <a:p>
            <a:r>
              <a:rPr lang="en-US" dirty="0"/>
              <a:t>Architecturally, these principles are important because they ensure that the pilot does not become a standalone solution that has to be rebuilt later.</a:t>
            </a:r>
          </a:p>
          <a:p>
            <a:br>
              <a:rPr lang="en-US" dirty="0"/>
            </a:br>
            <a:endParaRPr lang="en-US" dirty="0"/>
          </a:p>
          <a:p>
            <a:r>
              <a:rPr lang="en-US" b="1" dirty="0"/>
              <a:t>5. Reuse versus new development</a:t>
            </a:r>
          </a:p>
          <a:p>
            <a:r>
              <a:rPr lang="en-US" dirty="0"/>
              <a:t>The lower-left section is one of the most important messages on the slide.</a:t>
            </a:r>
          </a:p>
          <a:p>
            <a:r>
              <a:rPr lang="en-US" dirty="0"/>
              <a:t>We estimate that approximately </a:t>
            </a:r>
            <a:r>
              <a:rPr lang="en-US" b="1" dirty="0"/>
              <a:t>63% of the required functionality can be supported through reusable accelerators and existing IP</a:t>
            </a:r>
            <a:r>
              <a:rPr lang="en-US" dirty="0"/>
              <a:t>.</a:t>
            </a:r>
          </a:p>
          <a:p>
            <a:r>
              <a:rPr lang="en-US" dirty="0"/>
              <a:t>This reused portion includes capabilities that are already preconfigured, tested, and ready to extend.</a:t>
            </a:r>
          </a:p>
          <a:p>
            <a:r>
              <a:rPr lang="en-US" dirty="0"/>
              <a:t>That gives us advantages in:</a:t>
            </a:r>
          </a:p>
          <a:p>
            <a:r>
              <a:rPr lang="en-US" b="1" dirty="0"/>
              <a:t>speed, quality, risk reduction, and overall development effort.</a:t>
            </a:r>
            <a:endParaRPr lang="en-US" dirty="0"/>
          </a:p>
          <a:p>
            <a:r>
              <a:rPr lang="en-US" dirty="0"/>
              <a:t>The remaining functionality is where we focus new development.</a:t>
            </a:r>
          </a:p>
          <a:p>
            <a:r>
              <a:rPr lang="en-US" dirty="0"/>
              <a:t>This primarily includes scenario-specific capabilities and areas where Discovery Education requires differentiated business logic.</a:t>
            </a:r>
          </a:p>
          <a:p>
            <a:r>
              <a:rPr lang="en-US" dirty="0"/>
              <a:t>So instead of spending effort recreating commodity platform functions, the engineering effort is directed toward </a:t>
            </a:r>
            <a:r>
              <a:rPr lang="en-US" b="1" dirty="0"/>
              <a:t>high-value capabilities that distinguish the solution</a:t>
            </a:r>
            <a:r>
              <a:rPr lang="en-US" dirty="0"/>
              <a:t>.</a:t>
            </a:r>
          </a:p>
          <a:p>
            <a:br>
              <a:rPr lang="en-US" dirty="0"/>
            </a:br>
            <a:endParaRPr lang="en-US" dirty="0"/>
          </a:p>
          <a:p>
            <a:r>
              <a:rPr lang="en-US" b="1" dirty="0"/>
              <a:t>6. Key benefits</a:t>
            </a:r>
          </a:p>
          <a:p>
            <a:r>
              <a:rPr lang="en-US" dirty="0"/>
              <a:t>This reuse-led approach delivers four primary benefits.</a:t>
            </a:r>
          </a:p>
          <a:p>
            <a:r>
              <a:rPr lang="en-US" b="1" dirty="0"/>
              <a:t>Faster time to value</a:t>
            </a:r>
            <a:r>
              <a:rPr lang="en-US" dirty="0"/>
              <a:t> because we avoid rebuilding foundational capabilities.</a:t>
            </a:r>
          </a:p>
          <a:p>
            <a:r>
              <a:rPr lang="en-US" b="1" dirty="0"/>
              <a:t>Lower development cost</a:t>
            </a:r>
            <a:r>
              <a:rPr lang="en-US" dirty="0"/>
              <a:t> because engineering effort is concentrated on true capability gaps.</a:t>
            </a:r>
          </a:p>
          <a:p>
            <a:r>
              <a:rPr lang="en-US" b="1" dirty="0"/>
              <a:t>Reduced risk</a:t>
            </a:r>
            <a:r>
              <a:rPr lang="en-US" dirty="0"/>
              <a:t> because a significant portion of the platform is based on proven components and established frameworks.</a:t>
            </a:r>
          </a:p>
          <a:p>
            <a:r>
              <a:rPr lang="en-US" dirty="0"/>
              <a:t>And </a:t>
            </a:r>
            <a:r>
              <a:rPr lang="en-US" b="1" dirty="0"/>
              <a:t>higher quality and consistency</a:t>
            </a:r>
            <a:r>
              <a:rPr lang="en-US" dirty="0"/>
              <a:t> because common capabilities are implemented once and reused consistently across multiple workflows.</a:t>
            </a:r>
          </a:p>
          <a:p>
            <a:r>
              <a:rPr lang="en-US" dirty="0"/>
              <a:t>These benefits become even more significant as additional curriculum scenarios are introduced.</a:t>
            </a:r>
          </a:p>
          <a:p>
            <a:br>
              <a:rPr lang="en-US" dirty="0"/>
            </a:br>
            <a:endParaRPr lang="en-US" dirty="0"/>
          </a:p>
          <a:p>
            <a:r>
              <a:rPr lang="en-US" b="1" dirty="0"/>
              <a:t>7. Success outcomes</a:t>
            </a:r>
          </a:p>
          <a:p>
            <a:r>
              <a:rPr lang="en-US" dirty="0"/>
              <a:t>Ultimately, the solution should result in a more </a:t>
            </a:r>
            <a:r>
              <a:rPr lang="en-US" b="1" dirty="0"/>
              <a:t>unified, standardized, and efficient curriculum management environment</a:t>
            </a:r>
            <a:r>
              <a:rPr lang="en-US" dirty="0"/>
              <a:t>.</a:t>
            </a:r>
          </a:p>
          <a:p>
            <a:r>
              <a:rPr lang="en-US" dirty="0"/>
              <a:t>We expect improvements in curriculum quality, compliance, and standards readiness.</a:t>
            </a:r>
          </a:p>
          <a:p>
            <a:r>
              <a:rPr lang="en-US" dirty="0"/>
              <a:t>The platform should provide more data-driven decision-making, greater transparency across stakeholders, and stronger collaboration between curriculum teams, reviewers, and technology teams.</a:t>
            </a:r>
          </a:p>
          <a:p>
            <a:r>
              <a:rPr lang="en-US" dirty="0"/>
              <a:t>And because the solution is being designed as an extensible platform rather than a point solution, it provides a foundation that can continue to grow as Discovery Education introduces new curriculum products, states, subjects, standards frameworks, or AI-enabled use cases.</a:t>
            </a:r>
          </a:p>
          <a:p>
            <a:br>
              <a:rPr lang="en-US" dirty="0"/>
            </a:br>
            <a:endParaRPr lang="en-US" dirty="0"/>
          </a:p>
          <a:p>
            <a:r>
              <a:rPr lang="en-US" b="1" dirty="0"/>
              <a:t>Architectural message to emphasize</a:t>
            </a:r>
          </a:p>
          <a:p>
            <a:r>
              <a:rPr lang="en-US" dirty="0"/>
              <a:t>I would emphasize one point strongly when presenting this slide:</a:t>
            </a:r>
          </a:p>
          <a:p>
            <a:r>
              <a:rPr lang="en-US" b="1" dirty="0"/>
              <a:t>“The 63% reuse is not just a delivery efficiency—it is an architectural advantage.”</a:t>
            </a:r>
            <a:endParaRPr lang="en-US" dirty="0"/>
          </a:p>
          <a:p>
            <a:r>
              <a:rPr lang="en-US" dirty="0"/>
              <a:t>It means we can establish common platform capabilities early and use them repeatedly across the solution.</a:t>
            </a:r>
          </a:p>
          <a:p>
            <a:r>
              <a:rPr lang="en-US" dirty="0"/>
              <a:t>The remaining investment can then be directed toward areas where Discovery Education needs differentiation, such as scenario-specific workflows, impact rationale, quality validation, standards logic, and other business-specific functionality.</a:t>
            </a:r>
          </a:p>
          <a:p>
            <a:r>
              <a:rPr lang="en-US" dirty="0"/>
              <a:t>This is what gives us the balance between </a:t>
            </a:r>
            <a:r>
              <a:rPr lang="en-US" b="1" dirty="0"/>
              <a:t>speed and customization</a:t>
            </a:r>
            <a:r>
              <a:rPr lang="en-US" dirty="0"/>
              <a:t>.</a:t>
            </a:r>
          </a:p>
          <a:p>
            <a:br>
              <a:rPr lang="en-US" dirty="0"/>
            </a:br>
            <a:endParaRPr lang="en-US" dirty="0"/>
          </a:p>
          <a:p>
            <a:r>
              <a:rPr lang="en-US" b="1" dirty="0"/>
              <a:t>Closing message</a:t>
            </a:r>
          </a:p>
          <a:p>
            <a:r>
              <a:rPr lang="en-US" dirty="0"/>
              <a:t>I would close the slide with:</a:t>
            </a:r>
          </a:p>
          <a:p>
            <a:r>
              <a:rPr lang="en-US" b="1" dirty="0"/>
              <a:t>“Our solution approach is fundamentally reuse-led and platform-oriented. We leverage proven accelerators for approximately 63% of the functionality, extend those capabilities where appropriate, and focus new development on the high-value areas that are unique to Discovery Education.”</a:t>
            </a:r>
            <a:endParaRPr lang="en-US" dirty="0"/>
          </a:p>
          <a:p>
            <a:r>
              <a:rPr lang="en-US" b="1" dirty="0"/>
              <a:t>“Combined with a phased delivery model and a modern cloud-native architecture, this allows us to deliver faster, reduce risk and cost, and establish a Curriculum Intelligence Platform that can scale well beyond the initial use cases.”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endParaRPr lang="en-US" b="1" dirty="0"/>
          </a:p>
          <a:p>
            <a:r>
              <a:rPr lang="en-US" b="1" dirty="0"/>
              <a:t>SOLUTION APPROACH</a:t>
            </a:r>
          </a:p>
          <a:p>
            <a:r>
              <a:rPr lang="en-US" i="1" dirty="0"/>
              <a:t>Delivering a Unified, Scalable and Intelligent Platform to Modernize Curriculum Management</a:t>
            </a:r>
            <a:endParaRPr lang="en-US" dirty="0"/>
          </a:p>
          <a:p>
            <a:r>
              <a:rPr lang="en-US" dirty="0"/>
              <a:t>Our approach combines proven accelerators, industry best practices and a phased delivery model to deliver a future-ready </a:t>
            </a:r>
            <a:r>
              <a:rPr lang="en-US" b="1" dirty="0"/>
              <a:t>Unified Curriculum Intelligence Platform</a:t>
            </a:r>
            <a:r>
              <a:rPr lang="en-US" dirty="0"/>
              <a:t> that drives efficiency, quality and impact.</a:t>
            </a:r>
          </a:p>
          <a:p>
            <a:r>
              <a:rPr lang="en-US" b="1" dirty="0"/>
              <a:t>OUR PHILOSOPHY</a:t>
            </a:r>
          </a:p>
          <a:p>
            <a:r>
              <a:rPr lang="en-US" dirty="0"/>
              <a:t>Leverage proven accelerators for faster</a:t>
            </a:r>
            <a:br>
              <a:rPr lang="en-US" dirty="0"/>
            </a:br>
            <a:r>
              <a:rPr lang="en-US" dirty="0"/>
              <a:t>time-to-market, higher quality, and lower risk.</a:t>
            </a:r>
            <a:br>
              <a:rPr lang="en-US" dirty="0"/>
            </a:br>
            <a:r>
              <a:rPr lang="en-US" dirty="0"/>
              <a:t>Extend where needed. Build only what’s new.</a:t>
            </a:r>
          </a:p>
          <a:p>
            <a:r>
              <a:rPr lang="en-US" b="1" dirty="0"/>
              <a:t>PROVEN ACCELERATORS</a:t>
            </a:r>
          </a:p>
          <a:p>
            <a:r>
              <a:rPr lang="en-US" dirty="0"/>
              <a:t>Pre-built, configurable</a:t>
            </a:r>
            <a:br>
              <a:rPr lang="en-US" dirty="0"/>
            </a:br>
            <a:r>
              <a:rPr lang="en-US" dirty="0"/>
              <a:t>and ready to re-use</a:t>
            </a:r>
          </a:p>
          <a:p>
            <a:r>
              <a:rPr lang="en-US" b="1" dirty="0"/>
              <a:t>FASTER TIME TO VALUE</a:t>
            </a:r>
          </a:p>
          <a:p>
            <a:r>
              <a:rPr lang="en-US" dirty="0"/>
              <a:t>Reduce development effort</a:t>
            </a:r>
            <a:br>
              <a:rPr lang="en-US" dirty="0"/>
            </a:br>
            <a:r>
              <a:rPr lang="en-US" dirty="0"/>
              <a:t>and delivery timelines</a:t>
            </a:r>
          </a:p>
          <a:p>
            <a:r>
              <a:rPr lang="en-US" b="1" dirty="0"/>
              <a:t>BUILT-IN BEST PRACTICES</a:t>
            </a:r>
          </a:p>
          <a:p>
            <a:r>
              <a:rPr lang="en-US" dirty="0"/>
              <a:t>Incorporates industry standards</a:t>
            </a:r>
            <a:br>
              <a:rPr lang="en-US" dirty="0"/>
            </a:br>
            <a:r>
              <a:rPr lang="en-US" dirty="0"/>
              <a:t>and governance</a:t>
            </a:r>
          </a:p>
          <a:p>
            <a:r>
              <a:rPr lang="en-US" b="1" dirty="0"/>
              <a:t>CONFIGURABLE &amp; EXTENSIBLE</a:t>
            </a:r>
          </a:p>
          <a:p>
            <a:r>
              <a:rPr lang="en-US" dirty="0"/>
              <a:t>Easy to configure and extend</a:t>
            </a:r>
            <a:br>
              <a:rPr lang="en-US" dirty="0"/>
            </a:br>
            <a:r>
              <a:rPr lang="en-US" dirty="0"/>
              <a:t>for unique requirements</a:t>
            </a:r>
          </a:p>
          <a:p>
            <a:r>
              <a:rPr lang="en-US" b="1" dirty="0"/>
              <a:t>ACCELERATORS (REUSABLE)</a:t>
            </a:r>
          </a:p>
          <a:p>
            <a:r>
              <a:rPr lang="en-US" b="1" dirty="0"/>
              <a:t>Accelerator</a:t>
            </a:r>
            <a:endParaRPr lang="en-US" dirty="0"/>
          </a:p>
          <a:p>
            <a:r>
              <a:rPr lang="en-US" b="1" dirty="0"/>
              <a:t>What It Does</a:t>
            </a:r>
            <a:endParaRPr lang="en-US" dirty="0"/>
          </a:p>
          <a:p>
            <a:r>
              <a:rPr lang="en-US" b="1" dirty="0"/>
              <a:t>Content AI </a:t>
            </a:r>
            <a:r>
              <a:rPr lang="en-US" b="1" dirty="0" err="1"/>
              <a:t>Studio</a:t>
            </a:r>
            <a:r>
              <a:rPr lang="en-US" dirty="0" err="1"/>
              <a:t>AI</a:t>
            </a:r>
            <a:r>
              <a:rPr lang="en-US" dirty="0"/>
              <a:t>-powered content ingestion and understanding</a:t>
            </a:r>
          </a:p>
          <a:p>
            <a:r>
              <a:rPr lang="en-US" b="1" dirty="0"/>
              <a:t>AI Workflow </a:t>
            </a:r>
            <a:r>
              <a:rPr lang="en-US" b="1" dirty="0" err="1"/>
              <a:t>Executor</a:t>
            </a:r>
            <a:r>
              <a:rPr lang="en-US" dirty="0" err="1"/>
              <a:t>Automates</a:t>
            </a:r>
            <a:r>
              <a:rPr lang="en-US" dirty="0"/>
              <a:t> and orchestrates curriculum workflows</a:t>
            </a:r>
          </a:p>
          <a:p>
            <a:r>
              <a:rPr lang="en-US" b="1" dirty="0"/>
              <a:t>Academian User </a:t>
            </a:r>
            <a:r>
              <a:rPr lang="en-US" b="1" dirty="0" err="1"/>
              <a:t>Platform</a:t>
            </a:r>
            <a:r>
              <a:rPr lang="en-US" dirty="0" err="1"/>
              <a:t>Centralized</a:t>
            </a:r>
            <a:r>
              <a:rPr lang="en-US" dirty="0"/>
              <a:t> platform for collaboration and approvals</a:t>
            </a:r>
          </a:p>
          <a:p>
            <a:r>
              <a:rPr lang="en-US" b="1" dirty="0"/>
              <a:t>Impact Analysis </a:t>
            </a:r>
            <a:r>
              <a:rPr lang="en-US" b="1" dirty="0" err="1"/>
              <a:t>Engine</a:t>
            </a:r>
            <a:r>
              <a:rPr lang="en-US" dirty="0" err="1"/>
              <a:t>Analyzes</a:t>
            </a:r>
            <a:r>
              <a:rPr lang="en-US" dirty="0"/>
              <a:t> changes and measures impact</a:t>
            </a:r>
          </a:p>
          <a:p>
            <a:r>
              <a:rPr lang="en-US" b="1" dirty="0"/>
              <a:t>Content </a:t>
            </a:r>
            <a:r>
              <a:rPr lang="en-US" b="1" dirty="0" err="1"/>
              <a:t>Repository</a:t>
            </a:r>
            <a:r>
              <a:rPr lang="en-US" dirty="0" err="1"/>
              <a:t>Central</a:t>
            </a:r>
            <a:r>
              <a:rPr lang="en-US" dirty="0"/>
              <a:t> repository for learning objects and templates</a:t>
            </a:r>
          </a:p>
          <a:p>
            <a:r>
              <a:rPr lang="en-US" b="1" dirty="0"/>
              <a:t>AI Text </a:t>
            </a:r>
            <a:r>
              <a:rPr lang="en-US" b="1" dirty="0" err="1"/>
              <a:t>Utility</a:t>
            </a:r>
            <a:r>
              <a:rPr lang="en-US" dirty="0" err="1"/>
              <a:t>AI</a:t>
            </a:r>
            <a:r>
              <a:rPr lang="en-US" dirty="0"/>
              <a:t>-powered text authoring, editing and enhancement</a:t>
            </a:r>
          </a:p>
          <a:p>
            <a:r>
              <a:rPr lang="en-US" b="1" dirty="0"/>
              <a:t>SOLUTION APPROACH (PHASED)</a:t>
            </a:r>
          </a:p>
          <a:p>
            <a:r>
              <a:rPr lang="en-US" b="1" dirty="0"/>
              <a:t>01 Discover &amp; Assess</a:t>
            </a:r>
            <a:br>
              <a:rPr lang="en-US" dirty="0"/>
            </a:br>
            <a:r>
              <a:rPr lang="en-US" dirty="0"/>
              <a:t>Understand current state, goals and gaps</a:t>
            </a:r>
          </a:p>
          <a:p>
            <a:r>
              <a:rPr lang="en-US" b="1" dirty="0"/>
              <a:t>02 Design &amp; Plan</a:t>
            </a:r>
            <a:br>
              <a:rPr lang="en-US" dirty="0"/>
            </a:br>
            <a:r>
              <a:rPr lang="en-US" dirty="0"/>
              <a:t>Define future state and solution roadmap</a:t>
            </a:r>
          </a:p>
          <a:p>
            <a:r>
              <a:rPr lang="en-US" b="1" dirty="0"/>
              <a:t>03 Build &amp; Configure</a:t>
            </a:r>
            <a:br>
              <a:rPr lang="en-US" dirty="0"/>
            </a:br>
            <a:r>
              <a:rPr lang="en-US" dirty="0" err="1"/>
              <a:t>Configure</a:t>
            </a:r>
            <a:r>
              <a:rPr lang="en-US" dirty="0"/>
              <a:t> using accelerators and extend as needed</a:t>
            </a:r>
          </a:p>
          <a:p>
            <a:r>
              <a:rPr lang="en-US" b="1" dirty="0"/>
              <a:t>04 Test &amp; Validate</a:t>
            </a:r>
            <a:br>
              <a:rPr lang="en-US" dirty="0"/>
            </a:br>
            <a:r>
              <a:rPr lang="en-US" dirty="0" err="1"/>
              <a:t>Validate</a:t>
            </a:r>
            <a:r>
              <a:rPr lang="en-US" dirty="0"/>
              <a:t> functionality, integration and performance</a:t>
            </a:r>
          </a:p>
          <a:p>
            <a:r>
              <a:rPr lang="en-US" b="1" dirty="0"/>
              <a:t>05 Deploy &amp; Transition</a:t>
            </a:r>
            <a:br>
              <a:rPr lang="en-US" dirty="0"/>
            </a:br>
            <a:r>
              <a:rPr lang="en-US" dirty="0"/>
              <a:t>Deploy in phases with training and support</a:t>
            </a:r>
          </a:p>
          <a:p>
            <a:r>
              <a:rPr lang="en-US" b="1" dirty="0"/>
              <a:t>06 Operate &amp; Improve</a:t>
            </a:r>
            <a:br>
              <a:rPr lang="en-US" dirty="0"/>
            </a:br>
            <a:r>
              <a:rPr lang="en-US" dirty="0"/>
              <a:t>Monitor outcomes and drive continuous improvement</a:t>
            </a:r>
          </a:p>
          <a:p>
            <a:r>
              <a:rPr lang="en-US" b="1" dirty="0"/>
              <a:t>SOLUTION (WHAT WE DELIVER)</a:t>
            </a:r>
          </a:p>
          <a:p>
            <a:r>
              <a:rPr lang="en-US" dirty="0"/>
              <a:t>• Unified curriculum management across content, standards, workflows and analytics</a:t>
            </a:r>
          </a:p>
          <a:p>
            <a:r>
              <a:rPr lang="en-US" dirty="0"/>
              <a:t>• Standardized processes, automation and collaboration</a:t>
            </a:r>
          </a:p>
          <a:p>
            <a:r>
              <a:rPr lang="en-US" dirty="0"/>
              <a:t>• Data-driven insights for better decisions</a:t>
            </a:r>
          </a:p>
          <a:p>
            <a:r>
              <a:rPr lang="en-US" dirty="0"/>
              <a:t>• Secure, scalable and future-ready platform</a:t>
            </a:r>
          </a:p>
          <a:p>
            <a:r>
              <a:rPr lang="en-US" dirty="0"/>
              <a:t>• Continuous improvement through governance and feedback</a:t>
            </a:r>
          </a:p>
          <a:p>
            <a:r>
              <a:rPr lang="en-US" b="1" dirty="0"/>
              <a:t>TECHNOLOGY FOUNDATION</a:t>
            </a:r>
          </a:p>
          <a:p>
            <a:r>
              <a:rPr lang="en-US" dirty="0"/>
              <a:t>• Cloud-native and scalable</a:t>
            </a:r>
          </a:p>
          <a:p>
            <a:r>
              <a:rPr lang="en-US" dirty="0"/>
              <a:t>• Modular microservices architecture</a:t>
            </a:r>
          </a:p>
          <a:p>
            <a:r>
              <a:rPr lang="en-US" dirty="0"/>
              <a:t>• API-first for seamless integration</a:t>
            </a:r>
          </a:p>
          <a:p>
            <a:r>
              <a:rPr lang="en-US" dirty="0"/>
              <a:t>• Data &amp; analytics for insights</a:t>
            </a:r>
          </a:p>
          <a:p>
            <a:r>
              <a:rPr lang="en-US" dirty="0"/>
              <a:t>• Security by design and zero trust</a:t>
            </a:r>
          </a:p>
          <a:p>
            <a:r>
              <a:rPr lang="en-US" b="1" dirty="0"/>
              <a:t>REUSE vs. NEW DEVELOPMENT</a:t>
            </a:r>
          </a:p>
          <a:p>
            <a:r>
              <a:rPr lang="en-US" b="1" dirty="0"/>
              <a:t>RE-USED (VIA ACCELERATORS)</a:t>
            </a:r>
          </a:p>
          <a:p>
            <a:r>
              <a:rPr lang="en-US" dirty="0"/>
              <a:t>• Built on proven IP and frameworks</a:t>
            </a:r>
            <a:br>
              <a:rPr lang="en-US" dirty="0"/>
            </a:br>
            <a:r>
              <a:rPr lang="en-US" dirty="0"/>
              <a:t>• Pre-configured, tested and ready</a:t>
            </a:r>
            <a:br>
              <a:rPr lang="en-US" dirty="0"/>
            </a:br>
            <a:r>
              <a:rPr lang="en-US" dirty="0"/>
              <a:t>• Lower risk, higher quality</a:t>
            </a:r>
            <a:br>
              <a:rPr lang="en-US" dirty="0"/>
            </a:br>
            <a:r>
              <a:rPr lang="en-US" dirty="0"/>
              <a:t>• Faster delivery</a:t>
            </a:r>
          </a:p>
          <a:p>
            <a:r>
              <a:rPr lang="en-US" b="1" dirty="0"/>
              <a:t>NEW FUNCTIONALITY</a:t>
            </a:r>
          </a:p>
          <a:p>
            <a:r>
              <a:rPr lang="en-US" dirty="0"/>
              <a:t>• Scenario-specific capabilities</a:t>
            </a:r>
            <a:br>
              <a:rPr lang="en-US" dirty="0"/>
            </a:br>
            <a:r>
              <a:rPr lang="en-US" dirty="0"/>
              <a:t>• Extends platform value</a:t>
            </a:r>
            <a:br>
              <a:rPr lang="en-US" dirty="0"/>
            </a:br>
            <a:r>
              <a:rPr lang="en-US" dirty="0"/>
              <a:t>• Differentiated and future-ready</a:t>
            </a:r>
            <a:br>
              <a:rPr lang="en-US" dirty="0"/>
            </a:br>
            <a:r>
              <a:rPr lang="en-US" dirty="0"/>
              <a:t>• Designed for scalability</a:t>
            </a:r>
          </a:p>
          <a:p>
            <a:r>
              <a:rPr lang="en-US" b="1" dirty="0"/>
              <a:t>KEY BENEFITS</a:t>
            </a:r>
          </a:p>
          <a:p>
            <a:r>
              <a:rPr lang="en-US" b="1" dirty="0"/>
              <a:t>Faster</a:t>
            </a:r>
            <a:br>
              <a:rPr lang="en-US" b="1" dirty="0"/>
            </a:br>
            <a:r>
              <a:rPr lang="en-US" b="1" dirty="0"/>
              <a:t>Time to</a:t>
            </a:r>
            <a:br>
              <a:rPr lang="en-US" b="1" dirty="0"/>
            </a:br>
            <a:r>
              <a:rPr lang="en-US" b="1" dirty="0"/>
              <a:t>Value</a:t>
            </a:r>
            <a:endParaRPr lang="en-US" dirty="0"/>
          </a:p>
          <a:p>
            <a:r>
              <a:rPr lang="en-US" b="1" dirty="0"/>
              <a:t>Lower</a:t>
            </a:r>
            <a:br>
              <a:rPr lang="en-US" b="1" dirty="0"/>
            </a:br>
            <a:r>
              <a:rPr lang="en-US" b="1" dirty="0"/>
              <a:t>Development</a:t>
            </a:r>
            <a:br>
              <a:rPr lang="en-US" b="1" dirty="0"/>
            </a:br>
            <a:r>
              <a:rPr lang="en-US" b="1" dirty="0"/>
              <a:t>Cost</a:t>
            </a:r>
            <a:endParaRPr lang="en-US" dirty="0"/>
          </a:p>
          <a:p>
            <a:r>
              <a:rPr lang="en-US" b="1" dirty="0"/>
              <a:t>Reduced</a:t>
            </a:r>
            <a:br>
              <a:rPr lang="en-US" b="1" dirty="0"/>
            </a:br>
            <a:r>
              <a:rPr lang="en-US" b="1" dirty="0"/>
              <a:t>Risk</a:t>
            </a:r>
            <a:endParaRPr lang="en-US" dirty="0"/>
          </a:p>
          <a:p>
            <a:r>
              <a:rPr lang="en-US" b="1" dirty="0"/>
              <a:t>Higher</a:t>
            </a:r>
            <a:br>
              <a:rPr lang="en-US" b="1" dirty="0"/>
            </a:br>
            <a:r>
              <a:rPr lang="en-US" b="1" dirty="0"/>
              <a:t>Quality &amp;</a:t>
            </a:r>
            <a:br>
              <a:rPr lang="en-US" b="1" dirty="0"/>
            </a:br>
            <a:r>
              <a:rPr lang="en-US" b="1" dirty="0"/>
              <a:t>Consistency</a:t>
            </a:r>
            <a:endParaRPr lang="en-US" dirty="0"/>
          </a:p>
          <a:p>
            <a:r>
              <a:rPr lang="en-US" b="1" dirty="0"/>
              <a:t>SUCCESS OUTCOMES</a:t>
            </a:r>
          </a:p>
          <a:p>
            <a:r>
              <a:rPr lang="en-US" dirty="0"/>
              <a:t>• Unified, standardized and efficient curriculum management</a:t>
            </a:r>
            <a:br>
              <a:rPr lang="en-US" dirty="0"/>
            </a:br>
            <a:r>
              <a:rPr lang="en-US" dirty="0"/>
              <a:t>• Improved quality, compliance and accreditation readiness</a:t>
            </a:r>
            <a:br>
              <a:rPr lang="en-US" dirty="0"/>
            </a:br>
            <a:r>
              <a:rPr lang="en-US" dirty="0"/>
              <a:t>• Data-driven decisions and continuous improvement</a:t>
            </a:r>
            <a:br>
              <a:rPr lang="en-US" dirty="0"/>
            </a:br>
            <a:r>
              <a:rPr lang="en-US" dirty="0"/>
              <a:t>• Enhanced stakeholder collaboration and transparency</a:t>
            </a:r>
            <a:br>
              <a:rPr lang="en-US" dirty="0"/>
            </a:br>
            <a:r>
              <a:rPr lang="en-US" dirty="0"/>
              <a:t>• Future-ready platform that grows with your organization</a:t>
            </a:r>
          </a:p>
          <a:p>
            <a:r>
              <a:rPr lang="en-US" b="1" dirty="0"/>
              <a:t>By leveraging our accelerators for 63% of the functionality, we maximize reuse, reduce risk and cost, and focus investment on building high-value, differentiated capabilities.</a:t>
            </a:r>
            <a:endParaRPr lang="en-US" dirty="0"/>
          </a:p>
          <a:p>
            <a:endParaRPr lang="en-US" dirty="0"/>
          </a:p>
        </p:txBody>
      </p:sp>
      <p:sp>
        <p:nvSpPr>
          <p:cNvPr id="4" name="Slide Number Placeholder 3">
            <a:extLst>
              <a:ext uri="{FF2B5EF4-FFF2-40B4-BE49-F238E27FC236}">
                <a16:creationId xmlns:a16="http://schemas.microsoft.com/office/drawing/2014/main" id="{D795728F-5A4A-386F-09E3-1215D46D57FD}"/>
              </a:ext>
            </a:extLst>
          </p:cNvPr>
          <p:cNvSpPr>
            <a:spLocks noGrp="1"/>
          </p:cNvSpPr>
          <p:nvPr>
            <p:ph type="sldNum" sz="quarter" idx="5"/>
          </p:nvPr>
        </p:nvSpPr>
        <p:spPr/>
        <p:txBody>
          <a:bodyPr/>
          <a:lstStyle/>
          <a:p>
            <a:fld id="{310D7FA8-97C7-414F-8258-223E592344C6}" type="slidenum">
              <a:rPr lang="en-US" smtClean="0"/>
              <a:t>7</a:t>
            </a:fld>
            <a:endParaRPr lang="en-US"/>
          </a:p>
        </p:txBody>
      </p:sp>
    </p:spTree>
    <p:extLst>
      <p:ext uri="{BB962C8B-B14F-4D97-AF65-F5344CB8AC3E}">
        <p14:creationId xmlns:p14="http://schemas.microsoft.com/office/powerpoint/2010/main" val="3948710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AF0FD-13E2-DC84-F41E-4AFD8450D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29BE8-ECFF-69B8-D887-D77A104C0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B31B8-A0B4-2530-B5A6-F1618289D26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r>
              <a:rPr lang="en-US" b="1" dirty="0"/>
              <a:t>Executive walkthrough</a:t>
            </a:r>
          </a:p>
          <a:p>
            <a:r>
              <a:rPr lang="en-US" dirty="0"/>
              <a:t>“This slide brings together the complete target solution. The key idea is that we are not proposing three separate applications for the three business scenarios. We are proposing one Unified Curriculum Intelligence Platform, built on reusable accelerators and shared capabilities, with configurable workflows for each scenario.”</a:t>
            </a:r>
          </a:p>
          <a:p>
            <a:r>
              <a:rPr lang="en-US" dirty="0"/>
              <a:t>The platform is designed around three principles:</a:t>
            </a:r>
          </a:p>
          <a:p>
            <a:r>
              <a:rPr lang="en-US" b="1" dirty="0"/>
              <a:t>reuse what already works, build common capabilities once, and configure them differently for each business scenario.</a:t>
            </a:r>
            <a:endParaRPr lang="en-US" dirty="0"/>
          </a:p>
          <a:p>
            <a:r>
              <a:rPr lang="en-US" dirty="0"/>
              <a:t>That gives Discovery Education a solution that can deliver the initial use cases quickly while also creating a foundation for future curriculum intelligence needs.</a:t>
            </a:r>
          </a:p>
          <a:p>
            <a:br>
              <a:rPr lang="en-US" dirty="0"/>
            </a:br>
            <a:endParaRPr lang="en-US" dirty="0"/>
          </a:p>
          <a:p>
            <a:r>
              <a:rPr lang="en-US" b="1" dirty="0"/>
              <a:t>1. Start with the reusable accelerator layer</a:t>
            </a:r>
          </a:p>
          <a:p>
            <a:r>
              <a:rPr lang="en-US" dirty="0"/>
              <a:t>On the left is the </a:t>
            </a:r>
            <a:r>
              <a:rPr lang="en-US" b="1" dirty="0"/>
              <a:t>Accelerator Layer</a:t>
            </a:r>
            <a:r>
              <a:rPr lang="en-US" dirty="0"/>
              <a:t>.</a:t>
            </a:r>
          </a:p>
          <a:p>
            <a:r>
              <a:rPr lang="en-US" dirty="0"/>
              <a:t>This represents the proven capabilities that give us a head start rather than requiring us to build everything from scratch.</a:t>
            </a:r>
          </a:p>
          <a:p>
            <a:r>
              <a:rPr lang="en-US" dirty="0"/>
              <a:t>The accelerators cover areas such as:</a:t>
            </a:r>
          </a:p>
          <a:p>
            <a:pPr lvl="0"/>
            <a:r>
              <a:rPr lang="en-US" dirty="0"/>
              <a:t>content ingestion and understanding, </a:t>
            </a:r>
          </a:p>
          <a:p>
            <a:pPr lvl="0"/>
            <a:r>
              <a:rPr lang="en-US" dirty="0"/>
              <a:t>workflow and orchestration, </a:t>
            </a:r>
          </a:p>
          <a:p>
            <a:pPr lvl="0"/>
            <a:r>
              <a:rPr lang="en-US" dirty="0"/>
              <a:t>standards and alignment, </a:t>
            </a:r>
          </a:p>
          <a:p>
            <a:pPr lvl="0"/>
            <a:r>
              <a:rPr lang="en-US" dirty="0"/>
              <a:t>analytics and insights, </a:t>
            </a:r>
          </a:p>
          <a:p>
            <a:pPr lvl="0"/>
            <a:r>
              <a:rPr lang="en-US" dirty="0"/>
              <a:t>reporting and dashboards, </a:t>
            </a:r>
          </a:p>
          <a:p>
            <a:pPr lvl="0"/>
            <a:r>
              <a:rPr lang="en-US" dirty="0"/>
              <a:t>AI utilities, </a:t>
            </a:r>
          </a:p>
          <a:p>
            <a:pPr lvl="0"/>
            <a:r>
              <a:rPr lang="en-US" dirty="0"/>
              <a:t>and user and access management. </a:t>
            </a:r>
          </a:p>
          <a:p>
            <a:r>
              <a:rPr lang="en-US" dirty="0"/>
              <a:t>The important point is that these are </a:t>
            </a:r>
            <a:r>
              <a:rPr lang="en-US" b="1" dirty="0"/>
              <a:t>reusable building blocks</a:t>
            </a:r>
            <a:r>
              <a:rPr lang="en-US" dirty="0"/>
              <a:t>, not isolated applications.</a:t>
            </a:r>
          </a:p>
          <a:p>
            <a:r>
              <a:rPr lang="en-US" dirty="0"/>
              <a:t>For example, the same content-ingestion capability can support South Carolina standards alignment, literacy strategy integration, and Oregon content customization.</a:t>
            </a:r>
          </a:p>
          <a:p>
            <a:r>
              <a:rPr lang="en-US" dirty="0"/>
              <a:t>Similarly, the same standards engine, workflow framework, reporting capability, and access-control model can be reused across multiple scenarios.</a:t>
            </a:r>
          </a:p>
          <a:p>
            <a:r>
              <a:rPr lang="en-US" dirty="0"/>
              <a:t>This is one of the primary reasons we can reduce development effort and accelerate delivery.</a:t>
            </a:r>
          </a:p>
          <a:p>
            <a:br>
              <a:rPr lang="en-US" dirty="0"/>
            </a:br>
            <a:endParaRPr lang="en-US" dirty="0"/>
          </a:p>
          <a:p>
            <a:r>
              <a:rPr lang="en-US" b="1" dirty="0"/>
              <a:t>2. Shared platform capabilities</a:t>
            </a:r>
          </a:p>
          <a:p>
            <a:r>
              <a:rPr lang="en-US" dirty="0"/>
              <a:t>The next layer is the heart of the solution: the </a:t>
            </a:r>
            <a:r>
              <a:rPr lang="en-US" b="1" dirty="0"/>
              <a:t>Shared Platform Capabilities</a:t>
            </a:r>
            <a:r>
              <a:rPr lang="en-US" dirty="0"/>
              <a:t>.</a:t>
            </a:r>
          </a:p>
          <a:p>
            <a:r>
              <a:rPr lang="en-US" dirty="0"/>
              <a:t>These are the common business capabilities we establish once and expose to all scenarios.</a:t>
            </a:r>
          </a:p>
          <a:p>
            <a:r>
              <a:rPr lang="en-US" b="1" dirty="0"/>
              <a:t>Content Management</a:t>
            </a:r>
          </a:p>
          <a:p>
            <a:r>
              <a:rPr lang="en-US" dirty="0"/>
              <a:t>This manages the curriculum assets being analyzed, revised, or generated.</a:t>
            </a:r>
          </a:p>
          <a:p>
            <a:r>
              <a:rPr lang="en-US" dirty="0"/>
              <a:t>It provides the platform with a consistent representation of lessons, units, resources, learning objects, and related curriculum content.</a:t>
            </a:r>
          </a:p>
          <a:p>
            <a:r>
              <a:rPr lang="en-US" b="1" dirty="0"/>
              <a:t>Standards Management</a:t>
            </a:r>
          </a:p>
          <a:p>
            <a:r>
              <a:rPr lang="en-US" dirty="0"/>
              <a:t>This provides a common mechanism for managing standards frameworks such as South Carolina, Oregon, NGSS, and potentially additional state or national standards in the future.</a:t>
            </a:r>
          </a:p>
          <a:p>
            <a:r>
              <a:rPr lang="en-US" dirty="0"/>
              <a:t>Rather than embedding standards logic separately in each workflow, the standards capability becomes a reusable platform service.</a:t>
            </a:r>
          </a:p>
          <a:p>
            <a:r>
              <a:rPr lang="en-US" b="1" dirty="0"/>
              <a:t>Workflow Engine</a:t>
            </a:r>
          </a:p>
          <a:p>
            <a:r>
              <a:rPr lang="en-US" dirty="0"/>
              <a:t>The workflow engine coordinates the different stages of curriculum processing.</a:t>
            </a:r>
          </a:p>
          <a:p>
            <a:r>
              <a:rPr lang="en-US" dirty="0"/>
              <a:t>It allows us to define sequences such as:</a:t>
            </a:r>
          </a:p>
          <a:p>
            <a:r>
              <a:rPr lang="en-US" b="1" dirty="0"/>
              <a:t>ingest → analyze → align → identify gaps → recommend changes → validate → review → publish.</a:t>
            </a:r>
            <a:endParaRPr lang="en-US" dirty="0"/>
          </a:p>
          <a:p>
            <a:r>
              <a:rPr lang="en-US" dirty="0"/>
              <a:t>The workflows can then be configured differently depending on the scenario.</a:t>
            </a:r>
          </a:p>
          <a:p>
            <a:r>
              <a:rPr lang="en-US" b="1" dirty="0"/>
              <a:t>Gap &amp; Surplus Analysis</a:t>
            </a:r>
          </a:p>
          <a:p>
            <a:r>
              <a:rPr lang="en-US" dirty="0"/>
              <a:t>This identifies where curriculum content does not sufficiently cover a standard or, conversely, where content may be unnecessary or excessive for a target framework.</a:t>
            </a:r>
          </a:p>
          <a:p>
            <a:r>
              <a:rPr lang="en-US" dirty="0"/>
              <a:t>This capability is particularly important for standards alignment and state-specific customization.</a:t>
            </a:r>
          </a:p>
          <a:p>
            <a:r>
              <a:rPr lang="en-US" b="1" dirty="0"/>
              <a:t>Recommendations &amp; Revisions</a:t>
            </a:r>
          </a:p>
          <a:p>
            <a:r>
              <a:rPr lang="en-US" dirty="0"/>
              <a:t>Once a gap is identified, the platform can recommend what needs to change and, where appropriate, generate or assist with revisions.</a:t>
            </a:r>
          </a:p>
          <a:p>
            <a:r>
              <a:rPr lang="en-US" dirty="0"/>
              <a:t>The objective is not just to detect a problem but to help curriculum teams resolve it.</a:t>
            </a:r>
          </a:p>
          <a:p>
            <a:r>
              <a:rPr lang="en-US" b="1" dirty="0"/>
              <a:t>Impact Analysis</a:t>
            </a:r>
          </a:p>
          <a:p>
            <a:r>
              <a:rPr lang="en-US" dirty="0"/>
              <a:t>This determines what downstream content or processes could be affected by a curriculum change.</a:t>
            </a:r>
          </a:p>
          <a:p>
            <a:r>
              <a:rPr lang="en-US" dirty="0"/>
              <a:t>For example:</a:t>
            </a:r>
          </a:p>
          <a:p>
            <a:r>
              <a:rPr lang="en-US" dirty="0"/>
              <a:t>“If this lesson is modified to address a standards gap, which other activities, assessments, resources, or related curriculum components may also need to change?”</a:t>
            </a:r>
          </a:p>
          <a:p>
            <a:r>
              <a:rPr lang="en-US" dirty="0"/>
              <a:t>That provides a much more complete view than isolated content editing.</a:t>
            </a:r>
          </a:p>
          <a:p>
            <a:r>
              <a:rPr lang="en-US" b="1" dirty="0"/>
              <a:t>Quality &amp; Compliance</a:t>
            </a:r>
          </a:p>
          <a:p>
            <a:r>
              <a:rPr lang="en-US" dirty="0"/>
              <a:t>This acts as a quality gate for both AI-generated recommendations and curriculum changes.</a:t>
            </a:r>
          </a:p>
          <a:p>
            <a:r>
              <a:rPr lang="en-US" dirty="0"/>
              <a:t>It helps ensure alignment accuracy, instructional integrity, policy compliance, and quality consistency.</a:t>
            </a:r>
          </a:p>
          <a:p>
            <a:r>
              <a:rPr lang="en-US" b="1" dirty="0"/>
              <a:t>Audit &amp; Traceability</a:t>
            </a:r>
          </a:p>
          <a:p>
            <a:r>
              <a:rPr lang="en-US" dirty="0"/>
              <a:t>This is particularly important for an AI-enabled curriculum platform.</a:t>
            </a:r>
          </a:p>
          <a:p>
            <a:r>
              <a:rPr lang="en-US" dirty="0"/>
              <a:t>For any recommendation or revision, we should be able to answer:</a:t>
            </a:r>
          </a:p>
          <a:p>
            <a:r>
              <a:rPr lang="en-US" b="1" dirty="0"/>
              <a:t>What source was used?</a:t>
            </a:r>
            <a:br>
              <a:rPr lang="en-US" b="1" dirty="0"/>
            </a:br>
            <a:r>
              <a:rPr lang="en-US" b="1" dirty="0"/>
              <a:t>Which standard was referenced?</a:t>
            </a:r>
            <a:br>
              <a:rPr lang="en-US" b="1" dirty="0"/>
            </a:br>
            <a:r>
              <a:rPr lang="en-US" b="1" dirty="0"/>
              <a:t>What recommendation was generated?</a:t>
            </a:r>
            <a:br>
              <a:rPr lang="en-US" b="1" dirty="0"/>
            </a:br>
            <a:r>
              <a:rPr lang="en-US" b="1" dirty="0"/>
              <a:t>Why was it generated?</a:t>
            </a:r>
            <a:br>
              <a:rPr lang="en-US" b="1" dirty="0"/>
            </a:br>
            <a:r>
              <a:rPr lang="en-US" b="1" dirty="0"/>
              <a:t>Who reviewed it?</a:t>
            </a:r>
            <a:br>
              <a:rPr lang="en-US" b="1" dirty="0"/>
            </a:br>
            <a:r>
              <a:rPr lang="en-US" b="1" dirty="0"/>
              <a:t>What was finally approved?</a:t>
            </a:r>
            <a:endParaRPr lang="en-US" dirty="0"/>
          </a:p>
          <a:p>
            <a:r>
              <a:rPr lang="en-US" dirty="0"/>
              <a:t>That traceability builds confidence and supports governance.</a:t>
            </a:r>
          </a:p>
          <a:p>
            <a:r>
              <a:rPr lang="en-US" b="1" dirty="0"/>
              <a:t>Notifications &amp; Alerts</a:t>
            </a:r>
          </a:p>
          <a:p>
            <a:r>
              <a:rPr lang="en-US" dirty="0"/>
              <a:t>Finally, notifications keep stakeholders informed when actions, exceptions, approvals, or reviews are required.</a:t>
            </a:r>
          </a:p>
          <a:p>
            <a:br>
              <a:rPr lang="en-US" dirty="0"/>
            </a:br>
            <a:endParaRPr lang="en-US" dirty="0"/>
          </a:p>
          <a:p>
            <a:r>
              <a:rPr lang="en-US" b="1" dirty="0"/>
              <a:t>3. Workflow and orchestration</a:t>
            </a:r>
          </a:p>
          <a:p>
            <a:r>
              <a:rPr lang="en-US" dirty="0"/>
              <a:t>Moving to the right, the </a:t>
            </a:r>
            <a:r>
              <a:rPr lang="en-US" b="1" dirty="0"/>
              <a:t>Workflow &amp; Orchestration layer</a:t>
            </a:r>
            <a:r>
              <a:rPr lang="en-US" dirty="0"/>
              <a:t> converts those shared capabilities into scenario-specific business processes.</a:t>
            </a:r>
          </a:p>
          <a:p>
            <a:r>
              <a:rPr lang="en-US" dirty="0"/>
              <a:t>The workflow is intentionally simple at the executive level:</a:t>
            </a:r>
          </a:p>
          <a:p>
            <a:r>
              <a:rPr lang="en-US" b="1" dirty="0"/>
              <a:t>Configure Scenarios → Execute &amp; Process → Review &amp; Approve → Publish &amp; Deliver</a:t>
            </a:r>
            <a:endParaRPr lang="en-US" dirty="0"/>
          </a:p>
          <a:p>
            <a:r>
              <a:rPr lang="en-US" dirty="0"/>
              <a:t>This is an important architectural principle.</a:t>
            </a:r>
          </a:p>
          <a:p>
            <a:r>
              <a:rPr lang="en-US" dirty="0"/>
              <a:t>We are not coding the South Carolina, Literacy, and Oregon scenarios as three separate solutions.</a:t>
            </a:r>
          </a:p>
          <a:p>
            <a:r>
              <a:rPr lang="en-US" dirty="0"/>
              <a:t>Instead, the platform allows us to </a:t>
            </a:r>
            <a:r>
              <a:rPr lang="en-US" b="1" dirty="0"/>
              <a:t>configure each scenario</a:t>
            </a:r>
            <a:r>
              <a:rPr lang="en-US" dirty="0"/>
              <a:t>.</a:t>
            </a:r>
          </a:p>
          <a:p>
            <a:r>
              <a:rPr lang="en-US" dirty="0"/>
              <a:t>For example, a South Carolina workflow could be configured to prioritize standards </a:t>
            </a:r>
            <a:r>
              <a:rPr lang="en-US" dirty="0" err="1"/>
              <a:t>crosswalking</a:t>
            </a:r>
            <a:r>
              <a:rPr lang="en-US" dirty="0"/>
              <a:t> and gap analysis.</a:t>
            </a:r>
          </a:p>
          <a:p>
            <a:r>
              <a:rPr lang="en-US" dirty="0"/>
              <a:t>A Literacy Strategy workflow might use content understanding, strategy selection, recommendation, lesson revision, and SME validation.</a:t>
            </a:r>
          </a:p>
          <a:p>
            <a:r>
              <a:rPr lang="en-US" dirty="0"/>
              <a:t>An Oregon workflow may use standards mapping, gap and surplus analysis, content revision, validation, and publication.</a:t>
            </a:r>
          </a:p>
          <a:p>
            <a:r>
              <a:rPr lang="en-US" dirty="0"/>
              <a:t>The underlying platform remains the same.</a:t>
            </a:r>
          </a:p>
          <a:p>
            <a:br>
              <a:rPr lang="en-US" dirty="0"/>
            </a:br>
            <a:endParaRPr lang="en-US" dirty="0"/>
          </a:p>
          <a:p>
            <a:r>
              <a:rPr lang="en-US" b="1" dirty="0"/>
              <a:t>4. Human-in-the-loop is built into the workflow</a:t>
            </a:r>
          </a:p>
          <a:p>
            <a:r>
              <a:rPr lang="en-US" dirty="0"/>
              <a:t>The </a:t>
            </a:r>
            <a:r>
              <a:rPr lang="en-US" b="1" dirty="0"/>
              <a:t>Review &amp; Approve</a:t>
            </a:r>
            <a:r>
              <a:rPr lang="en-US" dirty="0"/>
              <a:t> step deserves particular emphasis.</a:t>
            </a:r>
          </a:p>
          <a:p>
            <a:r>
              <a:rPr lang="en-US" dirty="0"/>
              <a:t>For curriculum-sensitive activities, we should not assume that everything generated by AI is automatically published.</a:t>
            </a:r>
          </a:p>
          <a:p>
            <a:r>
              <a:rPr lang="en-US" dirty="0"/>
              <a:t>The platform should support a governed lifecycle:</a:t>
            </a:r>
          </a:p>
          <a:p>
            <a:r>
              <a:rPr lang="en-US" b="1" dirty="0"/>
              <a:t>AI analyzes and recommends → automated quality checks occur → SMEs review evidence and rationale → approved content is published.</a:t>
            </a:r>
            <a:endParaRPr lang="en-US" dirty="0"/>
          </a:p>
          <a:p>
            <a:r>
              <a:rPr lang="en-US" dirty="0"/>
              <a:t>This gives us the productivity of AI while retaining curriculum expertise and accountability.</a:t>
            </a:r>
          </a:p>
          <a:p>
            <a:r>
              <a:rPr lang="en-US" dirty="0"/>
              <a:t>It also provides a mechanism for capturing reviewer feedback, which can help improve the platform over time.</a:t>
            </a:r>
          </a:p>
          <a:p>
            <a:br>
              <a:rPr lang="en-US" dirty="0"/>
            </a:br>
            <a:endParaRPr lang="en-US" dirty="0"/>
          </a:p>
          <a:p>
            <a:r>
              <a:rPr lang="en-US" b="1" dirty="0"/>
              <a:t>5. Shared knowledge and data foundation</a:t>
            </a:r>
          </a:p>
          <a:p>
            <a:r>
              <a:rPr lang="en-US" dirty="0"/>
              <a:t>Underneath the functional platform is the </a:t>
            </a:r>
            <a:r>
              <a:rPr lang="en-US" b="1" dirty="0"/>
              <a:t>Shared Knowledge &amp; Data Foundation</a:t>
            </a:r>
            <a:r>
              <a:rPr lang="en-US" dirty="0"/>
              <a:t>.</a:t>
            </a:r>
          </a:p>
          <a:p>
            <a:r>
              <a:rPr lang="en-US" dirty="0"/>
              <a:t>This is one of the most important layers from an architecture perspective because AI quality is directly dependent on the quality and organization of the underlying knowledge.</a:t>
            </a:r>
          </a:p>
          <a:p>
            <a:r>
              <a:rPr lang="en-US" dirty="0"/>
              <a:t>The foundation includes:</a:t>
            </a:r>
          </a:p>
          <a:p>
            <a:r>
              <a:rPr lang="en-US" b="1" dirty="0"/>
              <a:t>Curriculum Content</a:t>
            </a:r>
            <a:r>
              <a:rPr lang="en-US" dirty="0"/>
              <a:t> – the actual lessons, units, assessments, resources, and related learning assets.</a:t>
            </a:r>
          </a:p>
          <a:p>
            <a:r>
              <a:rPr lang="en-US" b="1" dirty="0"/>
              <a:t>Standards Management</a:t>
            </a:r>
            <a:r>
              <a:rPr lang="en-US" dirty="0"/>
              <a:t> – structured versions of state and national standards.</a:t>
            </a:r>
          </a:p>
          <a:p>
            <a:r>
              <a:rPr lang="en-US" b="1" dirty="0"/>
              <a:t>Evidence &amp; Sources</a:t>
            </a:r>
            <a:r>
              <a:rPr lang="en-US" dirty="0"/>
              <a:t> – the source material used to justify recommendations and mappings.</a:t>
            </a:r>
          </a:p>
          <a:p>
            <a:r>
              <a:rPr lang="en-US" b="1" dirty="0"/>
              <a:t>Recommendations &amp; Revisions</a:t>
            </a:r>
            <a:r>
              <a:rPr lang="en-US" dirty="0"/>
              <a:t> – proposed and approved curriculum changes.</a:t>
            </a:r>
          </a:p>
          <a:p>
            <a:r>
              <a:rPr lang="en-US" b="1" dirty="0"/>
              <a:t>Rationale &amp; Approvals</a:t>
            </a:r>
            <a:r>
              <a:rPr lang="en-US" dirty="0"/>
              <a:t> – why decisions were made and who approved them.</a:t>
            </a:r>
          </a:p>
          <a:p>
            <a:r>
              <a:rPr lang="en-US" b="1" dirty="0"/>
              <a:t>Metadata &amp; Taxonomy</a:t>
            </a:r>
            <a:r>
              <a:rPr lang="en-US" dirty="0"/>
              <a:t> – classifications that enable consistent search, retrieval, and analytics.</a:t>
            </a:r>
          </a:p>
          <a:p>
            <a:r>
              <a:rPr lang="en-US" b="1" dirty="0"/>
              <a:t>Audit &amp; Traceability</a:t>
            </a:r>
            <a:r>
              <a:rPr lang="en-US" dirty="0"/>
              <a:t> – the historical record of what occurred throughout the workflow.</a:t>
            </a:r>
          </a:p>
          <a:p>
            <a:r>
              <a:rPr lang="en-US" dirty="0"/>
              <a:t>Together, these provide a common knowledge foundation across all scenarios.</a:t>
            </a:r>
          </a:p>
          <a:p>
            <a:br>
              <a:rPr lang="en-US" dirty="0"/>
            </a:br>
            <a:endParaRPr lang="en-US" dirty="0"/>
          </a:p>
          <a:p>
            <a:r>
              <a:rPr lang="en-US" b="1" dirty="0"/>
              <a:t>6. Why the common data foundation matters</a:t>
            </a:r>
          </a:p>
          <a:p>
            <a:r>
              <a:rPr lang="en-US" dirty="0"/>
              <a:t>Without this shared foundation, each use case could end up maintaining its own copy of content, standards, recommendations, and evidence.</a:t>
            </a:r>
          </a:p>
          <a:p>
            <a:r>
              <a:rPr lang="en-US" dirty="0"/>
              <a:t>That creates duplication and inconsistency.</a:t>
            </a:r>
          </a:p>
          <a:p>
            <a:r>
              <a:rPr lang="en-US" dirty="0"/>
              <a:t>With a shared foundation, the platform can progressively build an institutional knowledge base.</a:t>
            </a:r>
          </a:p>
          <a:p>
            <a:r>
              <a:rPr lang="en-US" dirty="0"/>
              <a:t>For example, once an alignment between a curriculum concept and a standard has been reviewed and approved, that knowledge can potentially be reused in future analysis rather than rediscovered every time.</a:t>
            </a:r>
          </a:p>
          <a:p>
            <a:r>
              <a:rPr lang="en-US" dirty="0"/>
              <a:t>So over time, the platform becomes not just an automation engine, but an increasingly valuable </a:t>
            </a:r>
            <a:r>
              <a:rPr lang="en-US" b="1" dirty="0"/>
              <a:t>curriculum intelligence knowledge base</a:t>
            </a:r>
            <a:r>
              <a:rPr lang="en-US" dirty="0"/>
              <a:t>.</a:t>
            </a:r>
          </a:p>
          <a:p>
            <a:br>
              <a:rPr lang="en-US" dirty="0"/>
            </a:br>
            <a:endParaRPr lang="en-US" dirty="0"/>
          </a:p>
          <a:p>
            <a:r>
              <a:rPr lang="en-US" b="1" dirty="0"/>
              <a:t>7. Cross-cutting platform services</a:t>
            </a:r>
          </a:p>
          <a:p>
            <a:r>
              <a:rPr lang="en-US" dirty="0"/>
              <a:t>Below that are the </a:t>
            </a:r>
            <a:r>
              <a:rPr lang="en-US" b="1" dirty="0"/>
              <a:t>Cross-cutting Platform Services</a:t>
            </a:r>
            <a:r>
              <a:rPr lang="en-US" dirty="0"/>
              <a:t>.</a:t>
            </a:r>
          </a:p>
          <a:p>
            <a:r>
              <a:rPr lang="en-US" dirty="0"/>
              <a:t>These services apply across every scenario and every functional capability.</a:t>
            </a:r>
          </a:p>
          <a:p>
            <a:r>
              <a:rPr lang="en-US" b="1" dirty="0"/>
              <a:t>Security &amp; IAM</a:t>
            </a:r>
          </a:p>
          <a:p>
            <a:r>
              <a:rPr lang="en-US" dirty="0"/>
              <a:t>This controls who can access data, execute workflows, review recommendations, and approve curriculum changes.</a:t>
            </a:r>
          </a:p>
          <a:p>
            <a:r>
              <a:rPr lang="en-US" b="1" dirty="0"/>
              <a:t>Data Privacy &amp; Compliance</a:t>
            </a:r>
          </a:p>
          <a:p>
            <a:r>
              <a:rPr lang="en-US" dirty="0"/>
              <a:t>The platform must comply with Discovery Education's data governance and privacy requirements.</a:t>
            </a:r>
          </a:p>
          <a:p>
            <a:r>
              <a:rPr lang="en-US" b="1" dirty="0"/>
              <a:t>AI Guardrails &amp; Responsible AI</a:t>
            </a:r>
          </a:p>
          <a:p>
            <a:r>
              <a:rPr lang="en-US" dirty="0"/>
              <a:t>This is especially important for GenAI.</a:t>
            </a:r>
          </a:p>
          <a:p>
            <a:r>
              <a:rPr lang="en-US" dirty="0"/>
              <a:t>We need controls around prompt and model usage, unsafe or inappropriate outputs, quality thresholds, grounding, and responsible AI policies.</a:t>
            </a:r>
          </a:p>
          <a:p>
            <a:r>
              <a:rPr lang="en-US" b="1" dirty="0"/>
              <a:t>Observability &amp; Monitoring</a:t>
            </a:r>
          </a:p>
          <a:p>
            <a:r>
              <a:rPr lang="en-US" dirty="0"/>
              <a:t>We need visibility into platform health as well as AI behavior.</a:t>
            </a:r>
          </a:p>
          <a:p>
            <a:r>
              <a:rPr lang="en-US" dirty="0"/>
              <a:t>This includes operational metrics, workflow execution, model latency, failures, exceptions, and potentially quality-performance trends.</a:t>
            </a:r>
          </a:p>
          <a:p>
            <a:r>
              <a:rPr lang="en-US" b="1" dirty="0"/>
              <a:t>Analytics &amp; Insights</a:t>
            </a:r>
          </a:p>
          <a:p>
            <a:r>
              <a:rPr lang="en-US" dirty="0"/>
              <a:t>The same platform data can generate dashboards around standards coverage, gaps, productivity, workflow performance, approvals, quality, and other business outcomes.</a:t>
            </a:r>
          </a:p>
          <a:p>
            <a:r>
              <a:rPr lang="en-US" b="1" dirty="0"/>
              <a:t>API &amp; Integration Services</a:t>
            </a:r>
          </a:p>
          <a:p>
            <a:r>
              <a:rPr lang="en-US" dirty="0"/>
              <a:t>The platform should integrate with Discovery Education's existing ecosystem rather than requiring everything to move into a new application.</a:t>
            </a:r>
          </a:p>
          <a:p>
            <a:r>
              <a:rPr lang="en-US" dirty="0"/>
              <a:t>An API-first integration layer enables curriculum repositories, content systems, identity providers, and downstream applications to participate in the platform.</a:t>
            </a:r>
          </a:p>
          <a:p>
            <a:r>
              <a:rPr lang="en-US" b="1" dirty="0"/>
              <a:t>Platform Administration &amp; Configuration</a:t>
            </a:r>
          </a:p>
          <a:p>
            <a:r>
              <a:rPr lang="en-US" dirty="0"/>
              <a:t>Finally, administrative capabilities allow authorized users to configure standards, workflows, business rules, models, permissions, and other platform settings.</a:t>
            </a:r>
          </a:p>
          <a:p>
            <a:br>
              <a:rPr lang="en-US" dirty="0"/>
            </a:br>
            <a:endParaRPr lang="en-US" dirty="0"/>
          </a:p>
          <a:p>
            <a:r>
              <a:rPr lang="en-US" b="1" dirty="0"/>
              <a:t>8. How the architecture works end-to-end</a:t>
            </a:r>
          </a:p>
          <a:p>
            <a:r>
              <a:rPr lang="en-US" dirty="0"/>
              <a:t>A simple example can help bring the architecture to life.</a:t>
            </a:r>
          </a:p>
          <a:p>
            <a:r>
              <a:rPr lang="en-US" dirty="0"/>
              <a:t>Suppose Discovery Education wants to run the </a:t>
            </a:r>
            <a:r>
              <a:rPr lang="en-US" b="1" dirty="0"/>
              <a:t>South Carolina Standards Alignment</a:t>
            </a:r>
            <a:r>
              <a:rPr lang="en-US" dirty="0"/>
              <a:t> scenario.</a:t>
            </a:r>
          </a:p>
          <a:p>
            <a:r>
              <a:rPr lang="en-US" dirty="0"/>
              <a:t>The workflow begins by retrieving curriculum content and South Carolina standards from the shared data foundation.</a:t>
            </a:r>
          </a:p>
          <a:p>
            <a:r>
              <a:rPr lang="en-US" dirty="0"/>
              <a:t>Reusable accelerators ingest and understand that information.</a:t>
            </a:r>
          </a:p>
          <a:p>
            <a:r>
              <a:rPr lang="en-US" dirty="0"/>
              <a:t>Shared platform services perform standards mapping and gap analysis.</a:t>
            </a:r>
          </a:p>
          <a:p>
            <a:r>
              <a:rPr lang="en-US" dirty="0"/>
              <a:t>The platform identifies a potential gap and generates a recommendation.</a:t>
            </a:r>
          </a:p>
          <a:p>
            <a:r>
              <a:rPr lang="en-US" dirty="0"/>
              <a:t>The Impact Analysis capability determines what curriculum elements may be affected.</a:t>
            </a:r>
          </a:p>
          <a:p>
            <a:r>
              <a:rPr lang="en-US" dirty="0"/>
              <a:t>Quality and compliance services validate the recommendation.</a:t>
            </a:r>
          </a:p>
          <a:p>
            <a:r>
              <a:rPr lang="en-US" dirty="0"/>
              <a:t>The workflow then routes the recommendation to a curriculum SME for review.</a:t>
            </a:r>
          </a:p>
          <a:p>
            <a:r>
              <a:rPr lang="en-US" dirty="0"/>
              <a:t>Once approved, the content and associated evidence are stored with complete traceability and can then be published or integrated with downstream systems.</a:t>
            </a:r>
          </a:p>
          <a:p>
            <a:r>
              <a:rPr lang="en-US" dirty="0"/>
              <a:t>So what appears to the user as one business workflow is actually supported by </a:t>
            </a:r>
            <a:r>
              <a:rPr lang="en-US" b="1" dirty="0"/>
              <a:t>multiple reusable platform capabilities working together</a:t>
            </a:r>
            <a:r>
              <a:rPr lang="en-US" dirty="0"/>
              <a:t>.</a:t>
            </a:r>
          </a:p>
          <a:p>
            <a:br>
              <a:rPr lang="en-US" dirty="0"/>
            </a:br>
            <a:endParaRPr lang="en-US" dirty="0"/>
          </a:p>
          <a:p>
            <a:r>
              <a:rPr lang="en-US" b="1" dirty="0"/>
              <a:t>9. Solution benefits</a:t>
            </a:r>
          </a:p>
          <a:p>
            <a:r>
              <a:rPr lang="en-US" dirty="0"/>
              <a:t>The right side summarizes the architectural benefits.</a:t>
            </a:r>
          </a:p>
          <a:p>
            <a:r>
              <a:rPr lang="en-US" b="1" dirty="0"/>
              <a:t>Reuse Proven Accelerators</a:t>
            </a:r>
          </a:p>
          <a:p>
            <a:r>
              <a:rPr lang="en-US" dirty="0"/>
              <a:t>We start from established components rather than rebuilding common functionality.</a:t>
            </a:r>
          </a:p>
          <a:p>
            <a:r>
              <a:rPr lang="en-US" b="1" dirty="0"/>
              <a:t>Build Once, Use Across Scenarios</a:t>
            </a:r>
          </a:p>
          <a:p>
            <a:r>
              <a:rPr lang="en-US" dirty="0"/>
              <a:t>Shared capabilities are developed once and consumed repeatedly.</a:t>
            </a:r>
          </a:p>
          <a:p>
            <a:r>
              <a:rPr lang="en-US" dirty="0"/>
              <a:t>This is what gives us economies of scale.</a:t>
            </a:r>
          </a:p>
          <a:p>
            <a:r>
              <a:rPr lang="en-US" b="1" dirty="0"/>
              <a:t>Fill Capability Gaps</a:t>
            </a:r>
          </a:p>
          <a:p>
            <a:r>
              <a:rPr lang="en-US" dirty="0"/>
              <a:t>Where Discovery Education needs something genuinely differentiated, we add targeted new capabilities rather than creating an entirely new platform.</a:t>
            </a:r>
          </a:p>
          <a:p>
            <a:r>
              <a:rPr lang="en-US" b="1" dirty="0"/>
              <a:t>Faster Time to Value</a:t>
            </a:r>
          </a:p>
          <a:p>
            <a:r>
              <a:rPr lang="en-US" dirty="0"/>
              <a:t>Reusable components and configurable workflows allow us to get working capability into users' hands sooner.</a:t>
            </a:r>
          </a:p>
          <a:p>
            <a:r>
              <a:rPr lang="en-US" b="1" dirty="0"/>
              <a:t>Better Quality &amp; Governance</a:t>
            </a:r>
          </a:p>
          <a:p>
            <a:r>
              <a:rPr lang="en-US" dirty="0"/>
              <a:t>Quality, security, traceability, and governance are embedded into the platform rather than added after implementation.</a:t>
            </a:r>
          </a:p>
          <a:p>
            <a:r>
              <a:rPr lang="en-US" b="1" dirty="0"/>
              <a:t>Scalable &amp; Future-Ready</a:t>
            </a:r>
          </a:p>
          <a:p>
            <a:r>
              <a:rPr lang="en-US" dirty="0"/>
              <a:t>New states, content types, standards frameworks, or business scenarios can be introduced by extending the same foundation.</a:t>
            </a:r>
          </a:p>
          <a:p>
            <a:br>
              <a:rPr lang="en-US" dirty="0"/>
            </a:br>
            <a:endParaRPr lang="en-US" dirty="0"/>
          </a:p>
          <a:p>
            <a:r>
              <a:rPr lang="en-US" b="1" dirty="0"/>
              <a:t>10. Expected business outcomes</a:t>
            </a:r>
          </a:p>
          <a:p>
            <a:r>
              <a:rPr lang="en-US" dirty="0"/>
              <a:t>The architecture ultimately needs to translate into business outcomes.</a:t>
            </a:r>
          </a:p>
          <a:p>
            <a:r>
              <a:rPr lang="en-US" dirty="0"/>
              <a:t>We expect the platform to deliver:</a:t>
            </a:r>
          </a:p>
          <a:p>
            <a:r>
              <a:rPr lang="en-US" b="1" dirty="0"/>
              <a:t>more accurate and standards-aligned curriculum content</a:t>
            </a:r>
            <a:r>
              <a:rPr lang="en-US" dirty="0"/>
              <a:t>, because recommendations are supported by structured standards intelligence and evidence;</a:t>
            </a:r>
          </a:p>
          <a:p>
            <a:r>
              <a:rPr lang="en-US" b="1" dirty="0"/>
              <a:t>improved instructional effectiveness</a:t>
            </a:r>
            <a:r>
              <a:rPr lang="en-US" dirty="0"/>
              <a:t>, because AI recommendations remain grounded in instructional context and human expertise;</a:t>
            </a:r>
          </a:p>
          <a:p>
            <a:r>
              <a:rPr lang="en-US" b="1" dirty="0"/>
              <a:t>reduced manual effort and faster turnaround</a:t>
            </a:r>
            <a:r>
              <a:rPr lang="en-US" dirty="0"/>
              <a:t>, by automating time-intensive analysis and workflow activities;</a:t>
            </a:r>
          </a:p>
          <a:p>
            <a:r>
              <a:rPr lang="en-US" b="1" dirty="0"/>
              <a:t>data-driven decisions with traceability</a:t>
            </a:r>
            <a:r>
              <a:rPr lang="en-US" dirty="0"/>
              <a:t>, because stakeholders can see the evidence and rationale behind recommendations;</a:t>
            </a:r>
          </a:p>
          <a:p>
            <a:r>
              <a:rPr lang="en-US" b="1" dirty="0"/>
              <a:t>consistent quality at scale</a:t>
            </a:r>
            <a:r>
              <a:rPr lang="en-US" dirty="0"/>
              <a:t>, because common rules, services, and quality controls are reused across workflows;</a:t>
            </a:r>
          </a:p>
          <a:p>
            <a:r>
              <a:rPr lang="en-US" dirty="0"/>
              <a:t>and </a:t>
            </a:r>
            <a:r>
              <a:rPr lang="en-US" b="1" dirty="0"/>
              <a:t>long-term platform value</a:t>
            </a:r>
            <a:r>
              <a:rPr lang="en-US" dirty="0"/>
              <a:t>, because the capabilities built for the first three scenarios become reusable for future needs.</a:t>
            </a:r>
          </a:p>
          <a:p>
            <a:br>
              <a:rPr lang="en-US" dirty="0"/>
            </a:br>
            <a:endParaRPr lang="en-US" dirty="0"/>
          </a:p>
          <a:p>
            <a:r>
              <a:rPr lang="en-US" b="1" dirty="0"/>
              <a:t>The architectural message to emphasize</a:t>
            </a:r>
          </a:p>
          <a:p>
            <a:r>
              <a:rPr lang="en-US" dirty="0"/>
              <a:t>I would make this the central statement while presenting the slide:</a:t>
            </a:r>
          </a:p>
          <a:p>
            <a:r>
              <a:rPr lang="en-US" b="1" dirty="0"/>
              <a:t>“This is not an architecture for three use cases. It is an architecture for a Curriculum Intelligence Platform that happens to start with three use cases.”</a:t>
            </a:r>
            <a:endParaRPr lang="en-US" dirty="0"/>
          </a:p>
          <a:p>
            <a:r>
              <a:rPr lang="en-US" dirty="0"/>
              <a:t>That distinction is important.</a:t>
            </a:r>
          </a:p>
          <a:p>
            <a:r>
              <a:rPr lang="en-US" dirty="0"/>
              <a:t>If we architect only for the immediate scenarios, we could end up with multiple point solutions.</a:t>
            </a:r>
          </a:p>
          <a:p>
            <a:r>
              <a:rPr lang="en-US" dirty="0"/>
              <a:t>Instead, we are establishing reusable intelligence services, a common data and knowledge foundation, governed AI capabilities, and configurable orchestration.</a:t>
            </a:r>
          </a:p>
          <a:p>
            <a:r>
              <a:rPr lang="en-US" dirty="0"/>
              <a:t>That creates an asset that can continuously expand as Discovery Education's needs evolve.</a:t>
            </a:r>
          </a:p>
          <a:p>
            <a:br>
              <a:rPr lang="en-US" dirty="0"/>
            </a:br>
            <a:endParaRPr lang="en-US" dirty="0"/>
          </a:p>
          <a:p>
            <a:r>
              <a:rPr lang="en-US" b="1" dirty="0"/>
              <a:t>Closing message</a:t>
            </a:r>
          </a:p>
          <a:p>
            <a:r>
              <a:rPr lang="en-US" dirty="0"/>
              <a:t>I would close the slide with:</a:t>
            </a:r>
          </a:p>
          <a:p>
            <a:r>
              <a:rPr lang="en-US" b="1" dirty="0"/>
              <a:t>“The power of this architecture comes from the separation between what is common and what is scenario-specific. The knowledge foundation, security, AI governance, content intelligence, standards management, analytics, and core platform capabilities are shared. What changes is primarily the workflow configuration.”</a:t>
            </a:r>
            <a:endParaRPr lang="en-US" dirty="0"/>
          </a:p>
          <a:p>
            <a:r>
              <a:rPr lang="en-US" b="1" dirty="0"/>
              <a:t>“That allows us to build once, reuse repeatedly, deliver the initial scenarios faster, and establish a scalable platform that supports Discovery Education's broader curriculum modernization journey.”</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b="1" dirty="0"/>
          </a:p>
          <a:p>
            <a:r>
              <a:rPr lang="en-US" b="1" dirty="0"/>
              <a:t>Proposed Solution—Unified Curriculum Intelligence Platform</a:t>
            </a:r>
          </a:p>
          <a:p>
            <a:r>
              <a:rPr lang="en-US" b="1" dirty="0"/>
              <a:t>PROPOSED SOLUTION</a:t>
            </a:r>
          </a:p>
          <a:p>
            <a:r>
              <a:rPr lang="en-US" i="1" dirty="0"/>
              <a:t>One Platform. Reusable Accelerators. Shared Capabilities. Faster Delivery.</a:t>
            </a:r>
            <a:endParaRPr lang="en-US" dirty="0"/>
          </a:p>
          <a:p>
            <a:r>
              <a:rPr lang="en-US" b="1" dirty="0"/>
              <a:t>A unified, scalable and intelligent platform that modernizes curriculum management through reusable accelerators, standardized processes and data-driven insights.</a:t>
            </a:r>
            <a:endParaRPr lang="en-US" dirty="0"/>
          </a:p>
          <a:p>
            <a:r>
              <a:rPr lang="en-US" b="1" dirty="0"/>
              <a:t>UNIFIED CURRICULUM INTELLIGENCE PLATFORM</a:t>
            </a:r>
          </a:p>
          <a:p>
            <a:r>
              <a:rPr lang="en-US" b="1" dirty="0"/>
              <a:t>ACCELERATOR LAYER (Reusable)</a:t>
            </a:r>
          </a:p>
          <a:p>
            <a:r>
              <a:rPr lang="en-US" dirty="0"/>
              <a:t>Content Ingestion &amp; Understanding</a:t>
            </a:r>
          </a:p>
          <a:p>
            <a:r>
              <a:rPr lang="en-US" dirty="0"/>
              <a:t>Workflow &amp; Orchestration</a:t>
            </a:r>
          </a:p>
          <a:p>
            <a:r>
              <a:rPr lang="en-US" dirty="0"/>
              <a:t>Standards &amp; Alignment</a:t>
            </a:r>
          </a:p>
          <a:p>
            <a:r>
              <a:rPr lang="en-US" dirty="0"/>
              <a:t>Analytics &amp; Insights</a:t>
            </a:r>
          </a:p>
          <a:p>
            <a:r>
              <a:rPr lang="en-US" dirty="0"/>
              <a:t>Reporting &amp; Dashboards</a:t>
            </a:r>
          </a:p>
          <a:p>
            <a:r>
              <a:rPr lang="en-US" dirty="0"/>
              <a:t>AI Utilities</a:t>
            </a:r>
          </a:p>
          <a:p>
            <a:r>
              <a:rPr lang="en-US" dirty="0"/>
              <a:t>User &amp; Access Management</a:t>
            </a:r>
          </a:p>
          <a:p>
            <a:r>
              <a:rPr lang="en-US" b="1" dirty="0"/>
              <a:t>SHARED PLATFORM CAPABILITIES</a:t>
            </a:r>
          </a:p>
          <a:p>
            <a:r>
              <a:rPr lang="en-US" b="1" dirty="0"/>
              <a:t>Content Management</a:t>
            </a:r>
            <a:endParaRPr lang="en-US" dirty="0"/>
          </a:p>
          <a:p>
            <a:r>
              <a:rPr lang="en-US" b="1" dirty="0"/>
              <a:t>Standards Management</a:t>
            </a:r>
            <a:endParaRPr lang="en-US" dirty="0"/>
          </a:p>
          <a:p>
            <a:r>
              <a:rPr lang="en-US" b="1" dirty="0"/>
              <a:t>Workflow Engine</a:t>
            </a:r>
            <a:endParaRPr lang="en-US" dirty="0"/>
          </a:p>
          <a:p>
            <a:r>
              <a:rPr lang="en-US" b="1" dirty="0"/>
              <a:t>Gap &amp; Surplus Analysis</a:t>
            </a:r>
            <a:endParaRPr lang="en-US" dirty="0"/>
          </a:p>
          <a:p>
            <a:r>
              <a:rPr lang="en-US" b="1" dirty="0"/>
              <a:t>Recommendations &amp; Revisions</a:t>
            </a:r>
            <a:endParaRPr lang="en-US" dirty="0"/>
          </a:p>
          <a:p>
            <a:r>
              <a:rPr lang="en-US" b="1" dirty="0"/>
              <a:t>Impact Analysis</a:t>
            </a:r>
            <a:endParaRPr lang="en-US" dirty="0"/>
          </a:p>
          <a:p>
            <a:r>
              <a:rPr lang="en-US" b="1" dirty="0"/>
              <a:t>Quality &amp; Compliance</a:t>
            </a:r>
            <a:endParaRPr lang="en-US" dirty="0"/>
          </a:p>
          <a:p>
            <a:r>
              <a:rPr lang="en-US" b="1" dirty="0"/>
              <a:t>Audit &amp; Traceability</a:t>
            </a:r>
            <a:endParaRPr lang="en-US" dirty="0"/>
          </a:p>
          <a:p>
            <a:r>
              <a:rPr lang="en-US" b="1" dirty="0"/>
              <a:t>Notifications &amp; Alerts</a:t>
            </a:r>
            <a:endParaRPr lang="en-US" dirty="0"/>
          </a:p>
          <a:p>
            <a:r>
              <a:rPr lang="en-US" b="1" dirty="0"/>
              <a:t>WORKFLOW &amp; ORCHESTRATION</a:t>
            </a:r>
          </a:p>
          <a:p>
            <a:r>
              <a:rPr lang="en-US" b="1" dirty="0"/>
              <a:t>Configure Scenarios</a:t>
            </a:r>
            <a:endParaRPr lang="en-US" dirty="0"/>
          </a:p>
          <a:p>
            <a:r>
              <a:rPr lang="en-US" dirty="0"/>
              <a:t>↓</a:t>
            </a:r>
          </a:p>
          <a:p>
            <a:r>
              <a:rPr lang="en-US" b="1" dirty="0"/>
              <a:t>Execute &amp; Process</a:t>
            </a:r>
            <a:endParaRPr lang="en-US" dirty="0"/>
          </a:p>
          <a:p>
            <a:r>
              <a:rPr lang="en-US" dirty="0"/>
              <a:t>↓</a:t>
            </a:r>
          </a:p>
          <a:p>
            <a:r>
              <a:rPr lang="en-US" b="1" dirty="0"/>
              <a:t>Review &amp; Approve</a:t>
            </a:r>
            <a:endParaRPr lang="en-US" dirty="0"/>
          </a:p>
          <a:p>
            <a:r>
              <a:rPr lang="en-US" dirty="0"/>
              <a:t>↓</a:t>
            </a:r>
          </a:p>
          <a:p>
            <a:r>
              <a:rPr lang="en-US" b="1" dirty="0"/>
              <a:t>Publish &amp; Deliver</a:t>
            </a:r>
            <a:endParaRPr lang="en-US" dirty="0"/>
          </a:p>
          <a:p>
            <a:r>
              <a:rPr lang="en-US" b="1" dirty="0"/>
              <a:t>SHARED KNOWLEDGE &amp; DATA FOUNDATION</a:t>
            </a:r>
          </a:p>
          <a:p>
            <a:r>
              <a:rPr lang="en-US" dirty="0"/>
              <a:t>Curriculum Content</a:t>
            </a:r>
          </a:p>
          <a:p>
            <a:r>
              <a:rPr lang="en-US" dirty="0"/>
              <a:t>Standards &amp; Frameworks</a:t>
            </a:r>
          </a:p>
          <a:p>
            <a:r>
              <a:rPr lang="en-US" dirty="0"/>
              <a:t>Evidence &amp; Sources</a:t>
            </a:r>
          </a:p>
          <a:p>
            <a:r>
              <a:rPr lang="en-US" dirty="0"/>
              <a:t>Recommendations &amp; Revisions</a:t>
            </a:r>
          </a:p>
          <a:p>
            <a:r>
              <a:rPr lang="en-US" dirty="0"/>
              <a:t>Rationale &amp; Approvals</a:t>
            </a:r>
          </a:p>
          <a:p>
            <a:r>
              <a:rPr lang="en-US" dirty="0"/>
              <a:t>Metadata &amp; Taxonomy</a:t>
            </a:r>
          </a:p>
          <a:p>
            <a:r>
              <a:rPr lang="en-US" dirty="0"/>
              <a:t>Audit &amp; Traceability</a:t>
            </a:r>
          </a:p>
          <a:p>
            <a:r>
              <a:rPr lang="en-US" b="1" dirty="0"/>
              <a:t>CROSS-CUTTING PLATFORM SERVICES</a:t>
            </a:r>
          </a:p>
          <a:p>
            <a:r>
              <a:rPr lang="en-US" dirty="0"/>
              <a:t>Security &amp; IAM</a:t>
            </a:r>
          </a:p>
          <a:p>
            <a:r>
              <a:rPr lang="en-US" dirty="0"/>
              <a:t>Data Privacy &amp; Compliance</a:t>
            </a:r>
          </a:p>
          <a:p>
            <a:r>
              <a:rPr lang="en-US" dirty="0"/>
              <a:t>AI Guardrails &amp; Responsible AI</a:t>
            </a:r>
          </a:p>
          <a:p>
            <a:r>
              <a:rPr lang="en-US" dirty="0"/>
              <a:t>Observability &amp; Monitoring</a:t>
            </a:r>
          </a:p>
          <a:p>
            <a:r>
              <a:rPr lang="en-US" dirty="0"/>
              <a:t>Analytics &amp; Insights</a:t>
            </a:r>
          </a:p>
          <a:p>
            <a:r>
              <a:rPr lang="en-US" dirty="0"/>
              <a:t>API &amp; Integration Services</a:t>
            </a:r>
          </a:p>
          <a:p>
            <a:r>
              <a:rPr lang="en-US" dirty="0"/>
              <a:t>Platform Admin &amp; Configuration</a:t>
            </a:r>
          </a:p>
          <a:p>
            <a:r>
              <a:rPr lang="en-US" b="1" dirty="0"/>
              <a:t>EXPECTED OUTCOMES</a:t>
            </a:r>
          </a:p>
          <a:p>
            <a:r>
              <a:rPr lang="en-US" b="1" dirty="0"/>
              <a:t>Accurate, Standards-Aligned High-Quality Content</a:t>
            </a:r>
            <a:endParaRPr lang="en-US" dirty="0"/>
          </a:p>
          <a:p>
            <a:r>
              <a:rPr lang="en-US" b="1" dirty="0"/>
              <a:t>Improved Instructional Effectiveness</a:t>
            </a:r>
            <a:endParaRPr lang="en-US" dirty="0"/>
          </a:p>
          <a:p>
            <a:r>
              <a:rPr lang="en-US" b="1" dirty="0"/>
              <a:t>Reduced Manual Effort &amp; Turnaround Time</a:t>
            </a:r>
            <a:endParaRPr lang="en-US" dirty="0"/>
          </a:p>
          <a:p>
            <a:r>
              <a:rPr lang="en-US" b="1" dirty="0"/>
              <a:t>Data-Driven Decisions with Traceability</a:t>
            </a:r>
            <a:endParaRPr lang="en-US" dirty="0"/>
          </a:p>
          <a:p>
            <a:r>
              <a:rPr lang="en-US" b="1" dirty="0"/>
              <a:t>Consistent Quality at Scale</a:t>
            </a:r>
            <a:endParaRPr lang="en-US" dirty="0"/>
          </a:p>
          <a:p>
            <a:r>
              <a:rPr lang="en-US" b="1" dirty="0"/>
              <a:t>Long-Term Value with Reusable Platform</a:t>
            </a:r>
            <a:endParaRPr lang="en-US" dirty="0"/>
          </a:p>
          <a:p>
            <a:r>
              <a:rPr lang="en-US" b="1" dirty="0"/>
              <a:t>SOLUTION BENEFITS</a:t>
            </a:r>
          </a:p>
          <a:p>
            <a:r>
              <a:rPr lang="en-US" b="1" dirty="0"/>
              <a:t>Reuse Proven Accelerators</a:t>
            </a:r>
            <a:br>
              <a:rPr lang="en-US" dirty="0"/>
            </a:br>
            <a:r>
              <a:rPr lang="en-US" dirty="0"/>
              <a:t>Leverages proven accelerators to reduce effort &amp; risk.</a:t>
            </a:r>
          </a:p>
          <a:p>
            <a:r>
              <a:rPr lang="en-US" b="1" dirty="0"/>
              <a:t>Build Once, Use Across Scenarios</a:t>
            </a:r>
            <a:br>
              <a:rPr lang="en-US" dirty="0"/>
            </a:br>
            <a:r>
              <a:rPr lang="en-US" dirty="0"/>
              <a:t>Shared capabilities maximize reuse across scenarios.</a:t>
            </a:r>
          </a:p>
          <a:p>
            <a:r>
              <a:rPr lang="en-US" b="1" dirty="0"/>
              <a:t>Fill Capability Gaps</a:t>
            </a:r>
            <a:br>
              <a:rPr lang="en-US" dirty="0"/>
            </a:br>
            <a:r>
              <a:rPr lang="en-US" dirty="0"/>
              <a:t>New/enhanced capabilities to address identified gaps.</a:t>
            </a:r>
          </a:p>
          <a:p>
            <a:r>
              <a:rPr lang="en-US" b="1" dirty="0"/>
              <a:t>Faster Time to Value</a:t>
            </a:r>
            <a:br>
              <a:rPr lang="en-US" dirty="0"/>
            </a:br>
            <a:r>
              <a:rPr lang="en-US" dirty="0"/>
              <a:t>Pre-built blocks accelerate delivery and early business value.</a:t>
            </a:r>
          </a:p>
          <a:p>
            <a:r>
              <a:rPr lang="en-US" b="1" dirty="0"/>
              <a:t>Better Quality &amp; Governance</a:t>
            </a:r>
            <a:br>
              <a:rPr lang="en-US" dirty="0"/>
            </a:br>
            <a:r>
              <a:rPr lang="en-US" dirty="0"/>
              <a:t>Built-in quality, traceability and security at every step.</a:t>
            </a:r>
          </a:p>
          <a:p>
            <a:r>
              <a:rPr lang="en-US" b="1" dirty="0"/>
              <a:t>Scalable &amp; Future-Ready</a:t>
            </a:r>
            <a:br>
              <a:rPr lang="en-US" dirty="0"/>
            </a:br>
            <a:r>
              <a:rPr lang="en-US" dirty="0"/>
              <a:t>Extend to new needs and scale easily on the same platform.</a:t>
            </a:r>
          </a:p>
          <a:p>
            <a:r>
              <a:rPr lang="en-US" b="1" dirty="0"/>
              <a:t>LEGEND:</a:t>
            </a:r>
            <a:br>
              <a:rPr lang="en-US" dirty="0"/>
            </a:br>
            <a:r>
              <a:rPr lang="en-US" dirty="0"/>
              <a:t>■ Accelerators (Reusable)</a:t>
            </a:r>
            <a:br>
              <a:rPr lang="en-US" dirty="0"/>
            </a:br>
            <a:r>
              <a:rPr lang="en-US" dirty="0"/>
              <a:t>■ Shared Capabilities (Platform)</a:t>
            </a:r>
            <a:br>
              <a:rPr lang="en-US" dirty="0"/>
            </a:br>
            <a:r>
              <a:rPr lang="en-US" dirty="0"/>
              <a:t>■ Workflow &amp; Orchestration</a:t>
            </a:r>
            <a:br>
              <a:rPr lang="en-US" dirty="0"/>
            </a:br>
            <a:r>
              <a:rPr lang="en-US" dirty="0"/>
              <a:t>■ Data Foundation</a:t>
            </a:r>
            <a:br>
              <a:rPr lang="en-US" dirty="0"/>
            </a:br>
            <a:r>
              <a:rPr lang="en-US" dirty="0"/>
              <a:t>■ Platform Services</a:t>
            </a:r>
          </a:p>
          <a:p>
            <a:endParaRPr lang="en-US" dirty="0"/>
          </a:p>
        </p:txBody>
      </p:sp>
      <p:sp>
        <p:nvSpPr>
          <p:cNvPr id="4" name="Slide Number Placeholder 3">
            <a:extLst>
              <a:ext uri="{FF2B5EF4-FFF2-40B4-BE49-F238E27FC236}">
                <a16:creationId xmlns:a16="http://schemas.microsoft.com/office/drawing/2014/main" id="{F262965F-C051-9598-C7FB-9E9DBCA60711}"/>
              </a:ext>
            </a:extLst>
          </p:cNvPr>
          <p:cNvSpPr>
            <a:spLocks noGrp="1"/>
          </p:cNvSpPr>
          <p:nvPr>
            <p:ph type="sldNum" sz="quarter" idx="5"/>
          </p:nvPr>
        </p:nvSpPr>
        <p:spPr/>
        <p:txBody>
          <a:bodyPr/>
          <a:lstStyle/>
          <a:p>
            <a:fld id="{310D7FA8-97C7-414F-8258-223E592344C6}" type="slidenum">
              <a:rPr lang="en-US" smtClean="0"/>
              <a:t>8</a:t>
            </a:fld>
            <a:endParaRPr lang="en-US"/>
          </a:p>
        </p:txBody>
      </p:sp>
    </p:spTree>
    <p:extLst>
      <p:ext uri="{BB962C8B-B14F-4D97-AF65-F5344CB8AC3E}">
        <p14:creationId xmlns:p14="http://schemas.microsoft.com/office/powerpoint/2010/main" val="424758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5EEE2-FD48-55CA-7823-6174F5655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0726A5-B755-2557-880E-99DE80EDA4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98894-1E6B-A134-99C1-628B7E82EDC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WALKTHROUGH</a:t>
            </a:r>
          </a:p>
          <a:p>
            <a:endParaRPr lang="en-US" i="1" dirty="0"/>
          </a:p>
          <a:p>
            <a:r>
              <a:rPr lang="en-US" b="1" dirty="0"/>
              <a:t>Executive walkthrough</a:t>
            </a:r>
          </a:p>
          <a:p>
            <a:r>
              <a:rPr lang="en-US" dirty="0"/>
              <a:t>“This slide summarizes the business value of the proposed solution. The key message is that we are not only modernizing curriculum processes—we are creating a reusable platform that delivers faster outcomes, lower cost, higher quality, stronger governance, and better decision-making.”</a:t>
            </a:r>
          </a:p>
          <a:p>
            <a:r>
              <a:rPr lang="en-US" dirty="0"/>
              <a:t>The benefits come from three architectural choices we have discussed throughout the solution:</a:t>
            </a:r>
          </a:p>
          <a:p>
            <a:r>
              <a:rPr lang="en-US" b="1" dirty="0"/>
              <a:t>reusing proven accelerators, building shared capabilities once, and orchestrating multiple scenarios through a common platform.</a:t>
            </a:r>
            <a:endParaRPr lang="en-US" dirty="0"/>
          </a:p>
          <a:p>
            <a:br>
              <a:rPr lang="en-US" dirty="0"/>
            </a:br>
            <a:endParaRPr lang="en-US" dirty="0"/>
          </a:p>
          <a:p>
            <a:r>
              <a:rPr lang="en-US" b="1" dirty="0"/>
              <a:t>1. Faster Time to Value</a:t>
            </a:r>
          </a:p>
          <a:p>
            <a:r>
              <a:rPr lang="en-US" dirty="0"/>
              <a:t>The first benefit is </a:t>
            </a:r>
            <a:r>
              <a:rPr lang="en-US" b="1" dirty="0"/>
              <a:t>faster time to value</a:t>
            </a:r>
            <a:r>
              <a:rPr lang="en-US" dirty="0"/>
              <a:t>.</a:t>
            </a:r>
          </a:p>
          <a:p>
            <a:r>
              <a:rPr lang="en-US" dirty="0"/>
              <a:t>Because we are leveraging proven accelerators and pre-built platform components, we avoid spending significant time recreating foundational capabilities such as content ingestion, workflow orchestration, standards analysis, user management, and AI-assisted authoring.</a:t>
            </a:r>
          </a:p>
          <a:p>
            <a:r>
              <a:rPr lang="en-US" dirty="0"/>
              <a:t>Instead, we can focus development effort on the areas that are unique to Discovery Education.</a:t>
            </a:r>
          </a:p>
          <a:p>
            <a:r>
              <a:rPr lang="en-US" dirty="0"/>
              <a:t>This allows us to move from requirements to usable capabilities much faster.</a:t>
            </a:r>
          </a:p>
          <a:p>
            <a:r>
              <a:rPr lang="en-US" dirty="0"/>
              <a:t>The target benefit shown here is approximately </a:t>
            </a:r>
            <a:r>
              <a:rPr lang="en-US" b="1" dirty="0"/>
              <a:t>30–40% faster delivery</a:t>
            </a:r>
            <a:r>
              <a:rPr lang="en-US" dirty="0"/>
              <a:t>, with value demonstrated in weeks rather than months.</a:t>
            </a:r>
          </a:p>
          <a:p>
            <a:r>
              <a:rPr lang="en-US" dirty="0"/>
              <a:t>The important message is that acceleration does not come from cutting corners—it comes from </a:t>
            </a:r>
            <a:r>
              <a:rPr lang="en-US" b="1" dirty="0"/>
              <a:t>reusing mature components and focusing engineering effort where it matters most</a:t>
            </a:r>
            <a:r>
              <a:rPr lang="en-US" dirty="0"/>
              <a:t>.</a:t>
            </a:r>
          </a:p>
          <a:p>
            <a:br>
              <a:rPr lang="en-US" dirty="0"/>
            </a:br>
            <a:endParaRPr lang="en-US" dirty="0"/>
          </a:p>
          <a:p>
            <a:r>
              <a:rPr lang="en-US" b="1" dirty="0"/>
              <a:t>2. Reuse &amp; Efficiency at Scale</a:t>
            </a:r>
          </a:p>
          <a:p>
            <a:r>
              <a:rPr lang="en-US" dirty="0"/>
              <a:t>The second benefit is </a:t>
            </a:r>
            <a:r>
              <a:rPr lang="en-US" b="1" dirty="0"/>
              <a:t>reuse and cost efficiency</a:t>
            </a:r>
            <a:r>
              <a:rPr lang="en-US" dirty="0"/>
              <a:t>.</a:t>
            </a:r>
          </a:p>
          <a:p>
            <a:r>
              <a:rPr lang="en-US" dirty="0"/>
              <a:t>Once a common capability is built, it can be used across multiple scenarios.</a:t>
            </a:r>
          </a:p>
          <a:p>
            <a:r>
              <a:rPr lang="en-US" dirty="0"/>
              <a:t>For example, the same content-understanding service, standards engine, workflow framework, data foundation, and validation services can support South Carolina alignment, literacy strategy integration, Oregon customization, and future scenarios.</a:t>
            </a:r>
          </a:p>
          <a:p>
            <a:r>
              <a:rPr lang="en-US" dirty="0"/>
              <a:t>That means we are not paying repeatedly for the same functionality.</a:t>
            </a:r>
          </a:p>
          <a:p>
            <a:r>
              <a:rPr lang="en-US" dirty="0"/>
              <a:t>Architecturally, this follows a </a:t>
            </a:r>
            <a:r>
              <a:rPr lang="en-US" b="1" dirty="0"/>
              <a:t>build once, use many times</a:t>
            </a:r>
            <a:r>
              <a:rPr lang="en-US" dirty="0"/>
              <a:t> model.</a:t>
            </a:r>
          </a:p>
          <a:p>
            <a:r>
              <a:rPr lang="en-US" dirty="0"/>
              <a:t>As the platform expands to additional states, subjects, standards, or curriculum products, the incremental cost of introducing new scenarios should reduce.</a:t>
            </a:r>
          </a:p>
          <a:p>
            <a:r>
              <a:rPr lang="en-US" dirty="0"/>
              <a:t>The slide reflects a potential </a:t>
            </a:r>
            <a:r>
              <a:rPr lang="en-US" b="1" dirty="0"/>
              <a:t>20–30% cost efficiency</a:t>
            </a:r>
            <a:r>
              <a:rPr lang="en-US" dirty="0"/>
              <a:t> through reduced duplication, greater reuse, and more optimized development effort.</a:t>
            </a:r>
          </a:p>
          <a:p>
            <a:br>
              <a:rPr lang="en-US" dirty="0"/>
            </a:br>
            <a:endParaRPr lang="en-US" dirty="0"/>
          </a:p>
          <a:p>
            <a:r>
              <a:rPr lang="en-US" b="1" dirty="0"/>
              <a:t>3. Higher Quality &amp; Consistency</a:t>
            </a:r>
          </a:p>
          <a:p>
            <a:r>
              <a:rPr lang="en-US" dirty="0"/>
              <a:t>The third benefit is </a:t>
            </a:r>
            <a:r>
              <a:rPr lang="en-US" b="1" dirty="0"/>
              <a:t>higher quality and greater consistency</a:t>
            </a:r>
            <a:r>
              <a:rPr lang="en-US" dirty="0"/>
              <a:t>.</a:t>
            </a:r>
          </a:p>
          <a:p>
            <a:r>
              <a:rPr lang="en-US" dirty="0"/>
              <a:t>Today, when processes depend heavily on manual analysis, different reviewers may interpret standards or curriculum requirements differently.</a:t>
            </a:r>
          </a:p>
          <a:p>
            <a:r>
              <a:rPr lang="en-US" dirty="0"/>
              <a:t>A shared platform helps establish standardized methods, workflows, rules, and validation mechanisms.</a:t>
            </a:r>
          </a:p>
          <a:p>
            <a:r>
              <a:rPr lang="en-US" dirty="0"/>
              <a:t>It also introduces built-in capabilities for:</a:t>
            </a:r>
          </a:p>
          <a:p>
            <a:pPr lvl="0"/>
            <a:r>
              <a:rPr lang="en-US" dirty="0"/>
              <a:t>traceability, </a:t>
            </a:r>
          </a:p>
          <a:p>
            <a:pPr lvl="0"/>
            <a:r>
              <a:rPr lang="en-US" dirty="0"/>
              <a:t>auditability, </a:t>
            </a:r>
          </a:p>
          <a:p>
            <a:pPr lvl="0"/>
            <a:r>
              <a:rPr lang="en-US" dirty="0"/>
              <a:t>compliance, </a:t>
            </a:r>
          </a:p>
          <a:p>
            <a:pPr lvl="0"/>
            <a:r>
              <a:rPr lang="en-US" dirty="0"/>
              <a:t>automated quality checks, </a:t>
            </a:r>
          </a:p>
          <a:p>
            <a:pPr lvl="0"/>
            <a:r>
              <a:rPr lang="en-US" dirty="0"/>
              <a:t>and human review. </a:t>
            </a:r>
          </a:p>
          <a:p>
            <a:r>
              <a:rPr lang="en-US" dirty="0"/>
              <a:t>This means every scenario is using the same quality framework rather than inventing its own approach.</a:t>
            </a:r>
          </a:p>
          <a:p>
            <a:r>
              <a:rPr lang="en-US" dirty="0"/>
              <a:t>From a curriculum perspective, the expected result is more consistent standards alignment, more reliable content recommendations, and better instructional integrity.</a:t>
            </a:r>
          </a:p>
          <a:p>
            <a:r>
              <a:rPr lang="en-US" dirty="0"/>
              <a:t>So quality becomes </a:t>
            </a:r>
            <a:r>
              <a:rPr lang="en-US" b="1" dirty="0"/>
              <a:t>systematic and repeatable rather than dependent entirely on individual effort</a:t>
            </a:r>
            <a:r>
              <a:rPr lang="en-US" dirty="0"/>
              <a:t>.</a:t>
            </a:r>
          </a:p>
          <a:p>
            <a:br>
              <a:rPr lang="en-US" dirty="0"/>
            </a:br>
            <a:endParaRPr lang="en-US" dirty="0"/>
          </a:p>
          <a:p>
            <a:r>
              <a:rPr lang="en-US" b="1" dirty="0"/>
              <a:t>4. Scalable &amp; Future-Ready</a:t>
            </a:r>
          </a:p>
          <a:p>
            <a:r>
              <a:rPr lang="en-US" dirty="0"/>
              <a:t>The fourth benefit is that the platform is designed to be </a:t>
            </a:r>
            <a:r>
              <a:rPr lang="en-US" b="1" dirty="0"/>
              <a:t>scalable and future-ready</a:t>
            </a:r>
            <a:r>
              <a:rPr lang="en-US" dirty="0"/>
              <a:t>.</a:t>
            </a:r>
          </a:p>
          <a:p>
            <a:r>
              <a:rPr lang="en-US" dirty="0"/>
              <a:t>We are not designing an architecture that supports only the three initial scenarios.</a:t>
            </a:r>
          </a:p>
          <a:p>
            <a:r>
              <a:rPr lang="en-US" dirty="0"/>
              <a:t>The platform should allow Discovery Education to add:</a:t>
            </a:r>
          </a:p>
          <a:p>
            <a:r>
              <a:rPr lang="en-US" b="1" dirty="0"/>
              <a:t>new states, new standards frameworks, new subjects, additional grade levels, new content types, and new AI-enabled workflows.</a:t>
            </a:r>
            <a:endParaRPr lang="en-US" dirty="0"/>
          </a:p>
          <a:p>
            <a:r>
              <a:rPr lang="en-US" dirty="0"/>
              <a:t>The modular architecture and shared services mean that these additions do not require rebuilding the platform.</a:t>
            </a:r>
          </a:p>
          <a:p>
            <a:r>
              <a:rPr lang="en-US" dirty="0"/>
              <a:t>Instead, we extend or configure existing capabilities.</a:t>
            </a:r>
          </a:p>
          <a:p>
            <a:r>
              <a:rPr lang="en-US" dirty="0"/>
              <a:t>This is particularly important because curriculum requirements continue to evolve.</a:t>
            </a:r>
          </a:p>
          <a:p>
            <a:r>
              <a:rPr lang="en-US" dirty="0"/>
              <a:t>The architecture therefore supports both </a:t>
            </a:r>
            <a:r>
              <a:rPr lang="en-US" b="1" dirty="0"/>
              <a:t>business scale and technology evolution</a:t>
            </a:r>
            <a:r>
              <a:rPr lang="en-US" dirty="0"/>
              <a:t>, including new AI models and new intelligence capabilities over time.</a:t>
            </a:r>
          </a:p>
          <a:p>
            <a:br>
              <a:rPr lang="en-US" dirty="0"/>
            </a:br>
            <a:endParaRPr lang="en-US" dirty="0"/>
          </a:p>
          <a:p>
            <a:r>
              <a:rPr lang="en-US" b="1" dirty="0"/>
              <a:t>5. Better Collaboration &amp; Transparency</a:t>
            </a:r>
          </a:p>
          <a:p>
            <a:r>
              <a:rPr lang="en-US" dirty="0"/>
              <a:t>The fifth benefit is </a:t>
            </a:r>
            <a:r>
              <a:rPr lang="en-US" b="1" dirty="0"/>
              <a:t>stronger collaboration and transparency</a:t>
            </a:r>
            <a:r>
              <a:rPr lang="en-US" dirty="0"/>
              <a:t>.</a:t>
            </a:r>
          </a:p>
          <a:p>
            <a:r>
              <a:rPr lang="en-US" dirty="0"/>
              <a:t>AI should not operate as a black box.</a:t>
            </a:r>
          </a:p>
          <a:p>
            <a:r>
              <a:rPr lang="en-US" dirty="0"/>
              <a:t>For curriculum-sensitive decisions, the platform should make the recommendation, supporting evidence, rationale, and approval history visible to stakeholders.</a:t>
            </a:r>
          </a:p>
          <a:p>
            <a:r>
              <a:rPr lang="en-US" dirty="0"/>
              <a:t>Human-in-the-loop review is therefore built into key workflow points.</a:t>
            </a:r>
          </a:p>
          <a:p>
            <a:r>
              <a:rPr lang="en-US" dirty="0"/>
              <a:t>For example, an SME reviewing a standards alignment recommendation should be able to understand:</a:t>
            </a:r>
          </a:p>
          <a:p>
            <a:r>
              <a:rPr lang="en-US" b="1" dirty="0"/>
              <a:t>what the platform recommended, why it recommended it, what evidence was used, and what changes are proposed.</a:t>
            </a:r>
            <a:endParaRPr lang="en-US" dirty="0"/>
          </a:p>
          <a:p>
            <a:r>
              <a:rPr lang="en-US" dirty="0"/>
              <a:t>That transparency increases trust.</a:t>
            </a:r>
          </a:p>
          <a:p>
            <a:r>
              <a:rPr lang="en-US" dirty="0"/>
              <a:t>It also enables curriculum specialists, product teams, reviewers, and technology stakeholders to collaborate using the same information rather than separate spreadsheets, documents, or disconnected workflows.</a:t>
            </a:r>
          </a:p>
          <a:p>
            <a:r>
              <a:rPr lang="en-US" dirty="0"/>
              <a:t>The outcome is </a:t>
            </a:r>
            <a:r>
              <a:rPr lang="en-US" b="1" dirty="0"/>
              <a:t>stronger stakeholder alignment and confidence in AI-assisted decisions</a:t>
            </a:r>
            <a:r>
              <a:rPr lang="en-US" dirty="0"/>
              <a:t>.</a:t>
            </a:r>
          </a:p>
          <a:p>
            <a:br>
              <a:rPr lang="en-US" dirty="0"/>
            </a:br>
            <a:endParaRPr lang="en-US" dirty="0"/>
          </a:p>
          <a:p>
            <a:r>
              <a:rPr lang="en-US" b="1" dirty="0"/>
              <a:t>6. Data-Driven Impact &amp; Insights</a:t>
            </a:r>
          </a:p>
          <a:p>
            <a:r>
              <a:rPr lang="en-US" dirty="0"/>
              <a:t>The final benefit is </a:t>
            </a:r>
            <a:r>
              <a:rPr lang="en-US" b="1" dirty="0"/>
              <a:t>data-driven impact and insights</a:t>
            </a:r>
            <a:r>
              <a:rPr lang="en-US" dirty="0"/>
              <a:t>.</a:t>
            </a:r>
          </a:p>
          <a:p>
            <a:r>
              <a:rPr lang="en-US" dirty="0"/>
              <a:t>One of the advantages of putting these processes onto a unified platform is that every workflow begins generating useful operational and curriculum intelligence.</a:t>
            </a:r>
          </a:p>
          <a:p>
            <a:r>
              <a:rPr lang="en-US" dirty="0"/>
              <a:t>The platform can provide dashboards and reports around areas such as:</a:t>
            </a:r>
          </a:p>
          <a:p>
            <a:pPr lvl="0"/>
            <a:r>
              <a:rPr lang="en-US" dirty="0"/>
              <a:t>standards coverage, </a:t>
            </a:r>
          </a:p>
          <a:p>
            <a:pPr lvl="0"/>
            <a:r>
              <a:rPr lang="en-US" dirty="0"/>
              <a:t>identified gaps, </a:t>
            </a:r>
          </a:p>
          <a:p>
            <a:pPr lvl="0"/>
            <a:r>
              <a:rPr lang="en-US" dirty="0"/>
              <a:t>remediation status, </a:t>
            </a:r>
          </a:p>
          <a:p>
            <a:pPr lvl="0"/>
            <a:r>
              <a:rPr lang="en-US" dirty="0"/>
              <a:t>approval rates, </a:t>
            </a:r>
          </a:p>
          <a:p>
            <a:pPr lvl="0"/>
            <a:r>
              <a:rPr lang="en-US" dirty="0"/>
              <a:t>workflow turnaround time, </a:t>
            </a:r>
          </a:p>
          <a:p>
            <a:pPr lvl="0"/>
            <a:r>
              <a:rPr lang="en-US" dirty="0"/>
              <a:t>AI versus SME agreement, </a:t>
            </a:r>
          </a:p>
          <a:p>
            <a:pPr lvl="0"/>
            <a:r>
              <a:rPr lang="en-US" dirty="0"/>
              <a:t>content quality, </a:t>
            </a:r>
          </a:p>
          <a:p>
            <a:pPr lvl="0"/>
            <a:r>
              <a:rPr lang="en-US" dirty="0"/>
              <a:t>reuse, </a:t>
            </a:r>
          </a:p>
          <a:p>
            <a:pPr lvl="0"/>
            <a:r>
              <a:rPr lang="en-US" dirty="0"/>
              <a:t>and productivity improvement. </a:t>
            </a:r>
          </a:p>
          <a:p>
            <a:r>
              <a:rPr lang="en-US" dirty="0"/>
              <a:t>This changes the operating model from:</a:t>
            </a:r>
          </a:p>
          <a:p>
            <a:r>
              <a:rPr lang="en-US" dirty="0"/>
              <a:t>“We think the process has improved”</a:t>
            </a:r>
          </a:p>
          <a:p>
            <a:r>
              <a:rPr lang="en-US" dirty="0"/>
              <a:t>to:</a:t>
            </a:r>
          </a:p>
          <a:p>
            <a:r>
              <a:rPr lang="en-US" b="1" dirty="0"/>
              <a:t>“We can measure exactly where the process has improved and where further optimization is needed.”</a:t>
            </a:r>
            <a:endParaRPr lang="en-US" dirty="0"/>
          </a:p>
          <a:p>
            <a:r>
              <a:rPr lang="en-US" dirty="0"/>
              <a:t>Over time, Discovery Education can use this information to make more informed decisions about curriculum quality, content investment, operational efficiency, and future platform priorities.</a:t>
            </a:r>
          </a:p>
          <a:p>
            <a:br>
              <a:rPr lang="en-US" dirty="0"/>
            </a:br>
            <a:endParaRPr lang="en-US" dirty="0"/>
          </a:p>
          <a:p>
            <a:r>
              <a:rPr lang="en-US" b="1" dirty="0"/>
              <a:t>Connecting solution benefits to business impact</a:t>
            </a:r>
          </a:p>
          <a:p>
            <a:r>
              <a:rPr lang="en-US" dirty="0"/>
              <a:t>The lower section of the slide translates the technical and operational benefits into six business impacts.</a:t>
            </a:r>
          </a:p>
          <a:p>
            <a:r>
              <a:rPr lang="en-US" b="1" dirty="0"/>
              <a:t>Faster Time to Value</a:t>
            </a:r>
          </a:p>
          <a:p>
            <a:r>
              <a:rPr lang="en-US" dirty="0"/>
              <a:t>Accelerated implementation means Discovery Education can realize benefits earlier and demonstrate quick wins.</a:t>
            </a:r>
          </a:p>
          <a:p>
            <a:r>
              <a:rPr lang="en-US" b="1" dirty="0"/>
              <a:t>Lower Cost</a:t>
            </a:r>
          </a:p>
          <a:p>
            <a:r>
              <a:rPr lang="en-US" dirty="0"/>
              <a:t>Reuse reduces duplicated development and allows investment to focus on differentiated capabilities.</a:t>
            </a:r>
          </a:p>
          <a:p>
            <a:r>
              <a:rPr lang="en-US" b="1" dirty="0"/>
              <a:t>Higher Quality</a:t>
            </a:r>
          </a:p>
          <a:p>
            <a:r>
              <a:rPr lang="en-US" dirty="0"/>
              <a:t>Common validation and governance processes provide more consistent, accurate, and compliant curriculum outcomes.</a:t>
            </a:r>
          </a:p>
          <a:p>
            <a:r>
              <a:rPr lang="en-US" b="1" dirty="0"/>
              <a:t>Scalable Platform</a:t>
            </a:r>
          </a:p>
          <a:p>
            <a:r>
              <a:rPr lang="en-US" dirty="0"/>
              <a:t>The investment made for the initial scenarios becomes the foundation for future curriculum transformation.</a:t>
            </a:r>
          </a:p>
          <a:p>
            <a:r>
              <a:rPr lang="en-US" b="1" dirty="0"/>
              <a:t>Stronger Trust</a:t>
            </a:r>
          </a:p>
          <a:p>
            <a:r>
              <a:rPr lang="en-US" dirty="0"/>
              <a:t>Transparency, rationale, traceability, and SME involvement increase stakeholder confidence in the platform.</a:t>
            </a:r>
          </a:p>
          <a:p>
            <a:r>
              <a:rPr lang="en-US" b="1" dirty="0"/>
              <a:t>Data-Driven Impact</a:t>
            </a:r>
          </a:p>
          <a:p>
            <a:r>
              <a:rPr lang="en-US" dirty="0"/>
              <a:t>Leadership gains measurable evidence of performance and business value rather than relying only on anecdotal feedback.</a:t>
            </a:r>
          </a:p>
          <a:p>
            <a:br>
              <a:rPr lang="en-US" dirty="0"/>
            </a:br>
            <a:endParaRPr lang="en-US" dirty="0"/>
          </a:p>
          <a:p>
            <a:r>
              <a:rPr lang="en-US" b="1" dirty="0"/>
              <a:t>Important point on the quantitative benefits</a:t>
            </a:r>
          </a:p>
          <a:p>
            <a:r>
              <a:rPr lang="en-US" dirty="0"/>
              <a:t>When presenting the </a:t>
            </a:r>
            <a:r>
              <a:rPr lang="en-US" b="1" dirty="0"/>
              <a:t>30–40% faster delivery</a:t>
            </a:r>
            <a:r>
              <a:rPr lang="en-US" dirty="0"/>
              <a:t> and </a:t>
            </a:r>
            <a:r>
              <a:rPr lang="en-US" b="1" dirty="0"/>
              <a:t>20–30% cost efficiency</a:t>
            </a:r>
            <a:r>
              <a:rPr lang="en-US" dirty="0"/>
              <a:t> figures, I would position them as </a:t>
            </a:r>
            <a:r>
              <a:rPr lang="en-US" b="1" dirty="0"/>
              <a:t>target benefits to be validated during the pilot</a:t>
            </a:r>
            <a:r>
              <a:rPr lang="en-US" dirty="0"/>
              <a:t>, rather than guaranteed outcomes.</a:t>
            </a:r>
          </a:p>
          <a:p>
            <a:r>
              <a:rPr lang="en-US" dirty="0"/>
              <a:t>For example:</a:t>
            </a:r>
          </a:p>
          <a:p>
            <a:r>
              <a:rPr lang="en-US" dirty="0"/>
              <a:t>“Based on the level of accelerator reuse we have identified, we believe there is an opportunity to achieve approximately 30–40% faster delivery and 20–30% cost efficiency. We would establish the baseline during the pilot and validate these benefits using actual Discovery Education workflows.”</a:t>
            </a:r>
          </a:p>
          <a:p>
            <a:r>
              <a:rPr lang="en-US" dirty="0"/>
              <a:t>That makes the value proposition stronger because it connects the numbers to a measurable validation approach.</a:t>
            </a:r>
          </a:p>
          <a:p>
            <a:br>
              <a:rPr lang="en-US" dirty="0"/>
            </a:br>
            <a:endParaRPr lang="en-US" dirty="0"/>
          </a:p>
          <a:p>
            <a:r>
              <a:rPr lang="en-US" b="1" dirty="0"/>
              <a:t>How the benefits reinforce each other</a:t>
            </a:r>
          </a:p>
          <a:p>
            <a:r>
              <a:rPr lang="en-US" dirty="0"/>
              <a:t>Another useful point to make is that these benefits are </a:t>
            </a:r>
            <a:r>
              <a:rPr lang="en-US" b="1" dirty="0"/>
              <a:t>not independent</a:t>
            </a:r>
            <a:r>
              <a:rPr lang="en-US" dirty="0"/>
              <a:t>.</a:t>
            </a:r>
          </a:p>
          <a:p>
            <a:r>
              <a:rPr lang="en-US" dirty="0"/>
              <a:t>Reuse leads to faster delivery.</a:t>
            </a:r>
          </a:p>
          <a:p>
            <a:r>
              <a:rPr lang="en-US" dirty="0"/>
              <a:t>Reuse also lowers development effort.</a:t>
            </a:r>
          </a:p>
          <a:p>
            <a:r>
              <a:rPr lang="en-US" dirty="0"/>
              <a:t>Shared processes improve consistency.</a:t>
            </a:r>
          </a:p>
          <a:p>
            <a:r>
              <a:rPr lang="en-US" dirty="0"/>
              <a:t>Better consistency and traceability increase stakeholder trust.</a:t>
            </a:r>
          </a:p>
          <a:p>
            <a:r>
              <a:rPr lang="en-US" dirty="0"/>
              <a:t>And once all workflows operate on the same platform, the data generated provides better analytics and insights.</a:t>
            </a:r>
          </a:p>
          <a:p>
            <a:r>
              <a:rPr lang="en-US" dirty="0"/>
              <a:t>So there is a reinforcing cycle:</a:t>
            </a:r>
          </a:p>
          <a:p>
            <a:r>
              <a:rPr lang="en-US" b="1" dirty="0"/>
              <a:t>Reuse → Faster Delivery → Standardization → Higher Quality → Greater Trust → Better Data → Continuous Improvement.</a:t>
            </a:r>
            <a:endParaRPr lang="en-US" dirty="0"/>
          </a:p>
          <a:p>
            <a:r>
              <a:rPr lang="en-US" dirty="0"/>
              <a:t>That is where the long-term platform value comes from.</a:t>
            </a:r>
          </a:p>
          <a:p>
            <a:br>
              <a:rPr lang="en-US" dirty="0"/>
            </a:br>
            <a:endParaRPr lang="en-US" dirty="0"/>
          </a:p>
          <a:p>
            <a:r>
              <a:rPr lang="en-US" b="1" dirty="0"/>
              <a:t>Closing message</a:t>
            </a:r>
          </a:p>
          <a:p>
            <a:r>
              <a:rPr lang="en-US" dirty="0"/>
              <a:t>I would close this slide with:</a:t>
            </a:r>
          </a:p>
          <a:p>
            <a:r>
              <a:rPr lang="en-US" b="1" dirty="0"/>
              <a:t>“The value of the proposed platform is not simply that it automates curriculum activities. It creates a fundamentally more scalable operating model—one where capabilities are reused, processes are standardized, decisions are traceable, and outcomes can be measured.”</a:t>
            </a:r>
            <a:endParaRPr lang="en-US" dirty="0"/>
          </a:p>
          <a:p>
            <a:r>
              <a:rPr lang="en-US" b="1" dirty="0"/>
              <a:t>“For Discovery Education, that means faster delivery today, lower cost and higher quality across the initial scenarios, and a reusable platform foundation that continues to generate value as additional curriculum needs are introduced.”</a:t>
            </a:r>
            <a:endParaRPr lang="en-US" dirty="0"/>
          </a:p>
          <a:p>
            <a:endParaRPr lang="en-US" i="1" dirty="0"/>
          </a:p>
          <a:p>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SLIDE CONTENT</a:t>
            </a:r>
          </a:p>
          <a:p>
            <a:endParaRPr lang="en-US" b="1" dirty="0"/>
          </a:p>
          <a:p>
            <a:r>
              <a:rPr lang="en-US" b="1" dirty="0"/>
              <a:t>************************************************************************************************************************************************************</a:t>
            </a:r>
          </a:p>
          <a:p>
            <a:endParaRPr lang="en-US" i="1" dirty="0"/>
          </a:p>
          <a:p>
            <a:r>
              <a:rPr lang="en-US" i="1" dirty="0"/>
              <a:t>Delivering Faster Value with Reusable Accelerators, Shared Capabilities, and a Unified Platform</a:t>
            </a:r>
            <a:endParaRPr lang="en-US" dirty="0"/>
          </a:p>
          <a:p>
            <a:r>
              <a:rPr lang="en-US" b="1" dirty="0"/>
              <a:t>SOLUTION BENEFITS</a:t>
            </a:r>
          </a:p>
          <a:p>
            <a:r>
              <a:rPr lang="en-US" b="1" dirty="0"/>
              <a:t>Faster Time to Value</a:t>
            </a:r>
          </a:p>
          <a:p>
            <a:r>
              <a:rPr lang="en-US" dirty="0"/>
              <a:t>• Leverage proven accelerators to reduce development time.</a:t>
            </a:r>
          </a:p>
          <a:p>
            <a:r>
              <a:rPr lang="en-US" dirty="0"/>
              <a:t>• Pre-built blocks and workflows accelerate delivery.</a:t>
            </a:r>
          </a:p>
          <a:p>
            <a:r>
              <a:rPr lang="en-US" dirty="0"/>
              <a:t>• Deliver value in weeks, not months.</a:t>
            </a:r>
          </a:p>
          <a:p>
            <a:r>
              <a:rPr lang="en-US" b="1" dirty="0"/>
              <a:t>30–40% Faster Delivery</a:t>
            </a:r>
            <a:endParaRPr lang="en-US" dirty="0"/>
          </a:p>
          <a:p>
            <a:r>
              <a:rPr lang="en-US" b="1" dirty="0"/>
              <a:t>Reuse &amp; Efficiency at Scale</a:t>
            </a:r>
          </a:p>
          <a:p>
            <a:r>
              <a:rPr lang="en-US" dirty="0"/>
              <a:t>• Build once, use across scenarios.</a:t>
            </a:r>
          </a:p>
          <a:p>
            <a:r>
              <a:rPr lang="en-US" dirty="0"/>
              <a:t>• Shared data foundation and services maximize reuse.</a:t>
            </a:r>
          </a:p>
          <a:p>
            <a:r>
              <a:rPr lang="en-US" dirty="0"/>
              <a:t>• Reduce duplication and lower total cost.</a:t>
            </a:r>
          </a:p>
          <a:p>
            <a:r>
              <a:rPr lang="en-US" b="1" dirty="0"/>
              <a:t>20–30% Cost Efficiency</a:t>
            </a:r>
            <a:endParaRPr lang="en-US" dirty="0"/>
          </a:p>
          <a:p>
            <a:r>
              <a:rPr lang="en-US" b="1" dirty="0"/>
              <a:t>Higher Quality &amp; Consistency</a:t>
            </a:r>
          </a:p>
          <a:p>
            <a:r>
              <a:rPr lang="en-US" dirty="0"/>
              <a:t>• Standardized processes and frameworks ensure consistency.</a:t>
            </a:r>
          </a:p>
          <a:p>
            <a:r>
              <a:rPr lang="en-US" dirty="0"/>
              <a:t>• Built-in traceability, audit and compliance.</a:t>
            </a:r>
          </a:p>
          <a:p>
            <a:r>
              <a:rPr lang="en-US" dirty="0"/>
              <a:t>• Improve accuracy of alignment and content.</a:t>
            </a:r>
          </a:p>
          <a:p>
            <a:r>
              <a:rPr lang="en-US" b="1" dirty="0"/>
              <a:t>Better Quality Outcomes</a:t>
            </a:r>
            <a:endParaRPr lang="en-US" dirty="0"/>
          </a:p>
          <a:p>
            <a:r>
              <a:rPr lang="en-US" b="1" dirty="0"/>
              <a:t>Scalable &amp; Future-Ready</a:t>
            </a:r>
          </a:p>
          <a:p>
            <a:r>
              <a:rPr lang="en-US" dirty="0"/>
              <a:t>• Extend to new states, standards and subjects easily.</a:t>
            </a:r>
          </a:p>
          <a:p>
            <a:r>
              <a:rPr lang="en-US" dirty="0"/>
              <a:t>• Modular architecture supports growth.</a:t>
            </a:r>
          </a:p>
          <a:p>
            <a:r>
              <a:rPr lang="en-US" dirty="0"/>
              <a:t>• AI-powered capabilities enable continuous innovation.</a:t>
            </a:r>
          </a:p>
          <a:p>
            <a:r>
              <a:rPr lang="en-US" b="1" dirty="0"/>
              <a:t>Built for Growth</a:t>
            </a:r>
            <a:endParaRPr lang="en-US" dirty="0"/>
          </a:p>
          <a:p>
            <a:r>
              <a:rPr lang="en-US" b="1" dirty="0"/>
              <a:t>Better Collaboration &amp; Transparency</a:t>
            </a:r>
          </a:p>
          <a:p>
            <a:r>
              <a:rPr lang="en-US" dirty="0"/>
              <a:t>• Human-in-the-loop at key points.</a:t>
            </a:r>
          </a:p>
          <a:p>
            <a:r>
              <a:rPr lang="en-US" dirty="0"/>
              <a:t>• Transparent rationale and documentation.</a:t>
            </a:r>
          </a:p>
          <a:p>
            <a:r>
              <a:rPr lang="en-US" dirty="0"/>
              <a:t>• Stronger stakeholder alignment and confidence.</a:t>
            </a:r>
          </a:p>
          <a:p>
            <a:r>
              <a:rPr lang="en-US" b="1" dirty="0"/>
              <a:t>Stronger Stakeholder Trust</a:t>
            </a:r>
            <a:endParaRPr lang="en-US" dirty="0"/>
          </a:p>
          <a:p>
            <a:r>
              <a:rPr lang="en-US" b="1" dirty="0"/>
              <a:t>Data-Driven Impact &amp; Insights</a:t>
            </a:r>
          </a:p>
          <a:p>
            <a:r>
              <a:rPr lang="en-US" dirty="0"/>
              <a:t>• Actionable dashboards and reports for continuous improvement.</a:t>
            </a:r>
          </a:p>
          <a:p>
            <a:r>
              <a:rPr lang="en-US" dirty="0"/>
              <a:t>• Measure impact of changes and instructional outcomes.</a:t>
            </a:r>
          </a:p>
          <a:p>
            <a:r>
              <a:rPr lang="en-US" dirty="0"/>
              <a:t>• Make informed decisions with trusted insights.</a:t>
            </a:r>
          </a:p>
          <a:p>
            <a:r>
              <a:rPr lang="en-US" b="1" dirty="0"/>
              <a:t>Smarter Decisions</a:t>
            </a:r>
            <a:endParaRPr lang="en-US" dirty="0"/>
          </a:p>
          <a:p>
            <a:r>
              <a:rPr lang="en-US" b="1" dirty="0"/>
              <a:t>KEY IMPACT</a:t>
            </a:r>
          </a:p>
          <a:p>
            <a:r>
              <a:rPr lang="en-US" b="1" dirty="0"/>
              <a:t>Faster Time to Value</a:t>
            </a:r>
          </a:p>
          <a:p>
            <a:r>
              <a:rPr lang="en-US" dirty="0"/>
              <a:t>Accelerated delivery and early wins</a:t>
            </a:r>
          </a:p>
          <a:p>
            <a:r>
              <a:rPr lang="en-US" b="1" dirty="0"/>
              <a:t>Lower Cost</a:t>
            </a:r>
          </a:p>
          <a:p>
            <a:r>
              <a:rPr lang="en-US" dirty="0"/>
              <a:t>Reduce duplication and optimize effort</a:t>
            </a:r>
          </a:p>
          <a:p>
            <a:r>
              <a:rPr lang="en-US" b="1" dirty="0"/>
              <a:t>Higher Quality</a:t>
            </a:r>
          </a:p>
          <a:p>
            <a:r>
              <a:rPr lang="en-US" dirty="0"/>
              <a:t>Consistent, accurate and compliant outcomes</a:t>
            </a:r>
          </a:p>
          <a:p>
            <a:r>
              <a:rPr lang="en-US" b="1" dirty="0"/>
              <a:t>Scalable Platform</a:t>
            </a:r>
          </a:p>
          <a:p>
            <a:r>
              <a:rPr lang="en-US" dirty="0"/>
              <a:t>Built to grow with your needs</a:t>
            </a:r>
          </a:p>
          <a:p>
            <a:r>
              <a:rPr lang="en-US" b="1" dirty="0"/>
              <a:t>Stronger Trust</a:t>
            </a:r>
          </a:p>
          <a:p>
            <a:r>
              <a:rPr lang="en-US" dirty="0"/>
              <a:t>Transparency and stakeholder alignment at every step</a:t>
            </a:r>
          </a:p>
          <a:p>
            <a:r>
              <a:rPr lang="en-US" b="1" dirty="0"/>
              <a:t>Data-Driven Impact</a:t>
            </a:r>
          </a:p>
          <a:p>
            <a:r>
              <a:rPr lang="en-US" dirty="0"/>
              <a:t>Better decisions and measurable results</a:t>
            </a:r>
          </a:p>
          <a:p>
            <a:r>
              <a:rPr lang="en-US" b="1" dirty="0"/>
              <a:t>Partner with Academian to achieve your curriculum transformation goals</a:t>
            </a:r>
            <a:r>
              <a:rPr lang="en-US" dirty="0"/>
              <a:t> | Proven Accelerators. Shared Capabilities. Faster Delivery. </a:t>
            </a:r>
            <a:r>
              <a:rPr lang="en-US"/>
              <a:t>Better Outcomes.</a:t>
            </a:r>
          </a:p>
          <a:p>
            <a:endParaRPr lang="en-US"/>
          </a:p>
        </p:txBody>
      </p:sp>
      <p:sp>
        <p:nvSpPr>
          <p:cNvPr id="4" name="Slide Number Placeholder 3">
            <a:extLst>
              <a:ext uri="{FF2B5EF4-FFF2-40B4-BE49-F238E27FC236}">
                <a16:creationId xmlns:a16="http://schemas.microsoft.com/office/drawing/2014/main" id="{46396D38-83E2-EBEC-88BF-C08E0C03D143}"/>
              </a:ext>
            </a:extLst>
          </p:cNvPr>
          <p:cNvSpPr>
            <a:spLocks noGrp="1"/>
          </p:cNvSpPr>
          <p:nvPr>
            <p:ph type="sldNum" sz="quarter" idx="5"/>
          </p:nvPr>
        </p:nvSpPr>
        <p:spPr/>
        <p:txBody>
          <a:bodyPr/>
          <a:lstStyle/>
          <a:p>
            <a:fld id="{310D7FA8-97C7-414F-8258-223E592344C6}" type="slidenum">
              <a:rPr lang="en-US" smtClean="0"/>
              <a:t>9</a:t>
            </a:fld>
            <a:endParaRPr lang="en-US"/>
          </a:p>
        </p:txBody>
      </p:sp>
    </p:spTree>
    <p:extLst>
      <p:ext uri="{BB962C8B-B14F-4D97-AF65-F5344CB8AC3E}">
        <p14:creationId xmlns:p14="http://schemas.microsoft.com/office/powerpoint/2010/main" val="2958129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6"/>
        <p:cNvGrpSpPr/>
        <p:nvPr/>
      </p:nvGrpSpPr>
      <p:grpSpPr>
        <a:xfrm>
          <a:off x="0" y="0"/>
          <a:ext cx="0" cy="0"/>
          <a:chOff x="0" y="0"/>
          <a:chExt cx="0" cy="0"/>
        </a:xfrm>
      </p:grpSpPr>
      <p:sp>
        <p:nvSpPr>
          <p:cNvPr id="3767" name="Google Shape;3767;g2454111d629_0_1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S"/>
          </a:p>
        </p:txBody>
      </p:sp>
      <p:sp>
        <p:nvSpPr>
          <p:cNvPr id="3768" name="Google Shape;3768;g2454111d629_0_1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69" name="Google Shape;3769;g2454111d629_0_18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a:t>10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 Id="rId3"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28-Aug-26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28-Aug-26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28-Aug-26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28-Aug-26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28-Aug-26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15"/>
        <p:cNvGrpSpPr/>
        <p:nvPr/>
      </p:nvGrpSpPr>
      <p:grpSpPr>
        <a:xfrm>
          <a:off x="0" y="0"/>
          <a:ext cx="0" cy="0"/>
          <a:chOff x="0" y="0"/>
          <a:chExt cx="0" cy="0"/>
        </a:xfrm>
      </p:grpSpPr>
      <p:sp>
        <p:nvSpPr>
          <p:cNvPr id="17" name="Google Shape;17;p33"/>
          <p:cNvSpPr txBox="1"/>
          <p:nvPr/>
        </p:nvSpPr>
        <p:spPr>
          <a:xfrm>
            <a:off x="1270947" y="431495"/>
            <a:ext cx="8992200" cy="747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sz="2400" b="1">
              <a:solidFill>
                <a:srgbClr val="003056"/>
              </a:solidFill>
              <a:latin typeface="Montserrat" panose="00000500000000000000" pitchFamily="2" charset="0"/>
              <a:ea typeface="Montserrat"/>
              <a:cs typeface="Montserrat"/>
              <a:sym typeface="Montserrat"/>
            </a:endParaRPr>
          </a:p>
        </p:txBody>
      </p:sp>
      <p:pic>
        <p:nvPicPr>
          <p:cNvPr id="18" name="Google Shape;18;p33" descr="A black background with a black square&#10;&#10;Description automatically generated with medium confidence"/>
          <p:cNvPicPr preferRelativeResize="0"/>
          <p:nvPr/>
        </p:nvPicPr>
        <p:blipFill rotWithShape="1">
          <a:blip r:embed="rId2">
            <a:alphaModFix/>
          </a:blip>
          <a:srcRect/>
          <a:stretch/>
        </p:blipFill>
        <p:spPr>
          <a:xfrm>
            <a:off x="11154360" y="6571875"/>
            <a:ext cx="917627" cy="197384"/>
          </a:xfrm>
          <a:prstGeom prst="rect">
            <a:avLst/>
          </a:prstGeom>
          <a:noFill/>
          <a:ln>
            <a:noFill/>
          </a:ln>
        </p:spPr>
      </p:pic>
      <p:sp>
        <p:nvSpPr>
          <p:cNvPr id="19" name="Google Shape;19;p3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IN" smtClean="0"/>
              <a:pPr/>
              <a:t>‹#›</a:t>
            </a:fld>
            <a:endParaRPr lang="en-IN"/>
          </a:p>
        </p:txBody>
      </p:sp>
      <p:pic>
        <p:nvPicPr>
          <p:cNvPr id="3" name="Google Shape;255;g243ab9e2c76_0_105">
            <a:extLst>
              <a:ext uri="{FF2B5EF4-FFF2-40B4-BE49-F238E27FC236}">
                <a16:creationId xmlns:a16="http://schemas.microsoft.com/office/drawing/2014/main" id="{05BC748F-C559-5072-3BA8-017130BF723A}"/>
              </a:ext>
            </a:extLst>
          </p:cNvPr>
          <p:cNvPicPr preferRelativeResize="0"/>
          <p:nvPr userDrawn="1"/>
        </p:nvPicPr>
        <p:blipFill rotWithShape="1">
          <a:blip r:embed="rId3">
            <a:alphaModFix/>
          </a:blip>
          <a:srcRect/>
          <a:stretch/>
        </p:blipFill>
        <p:spPr>
          <a:xfrm>
            <a:off x="0" y="0"/>
            <a:ext cx="12192000" cy="6858000"/>
          </a:xfrm>
          <a:prstGeom prst="rect">
            <a:avLst/>
          </a:prstGeom>
          <a:noFill/>
          <a:ln>
            <a:noFill/>
          </a:ln>
        </p:spPr>
      </p:pic>
    </p:spTree>
    <p:extLst>
      <p:ext uri="{BB962C8B-B14F-4D97-AF65-F5344CB8AC3E}">
        <p14:creationId xmlns:p14="http://schemas.microsoft.com/office/powerpoint/2010/main" val="122595844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reserve="1">
  <p:cSld name="2_Title Slide">
    <p:spTree>
      <p:nvGrpSpPr>
        <p:cNvPr id="1" name="Shape 15"/>
        <p:cNvGrpSpPr/>
        <p:nvPr/>
      </p:nvGrpSpPr>
      <p:grpSpPr>
        <a:xfrm>
          <a:off x="0" y="0"/>
          <a:ext cx="0" cy="0"/>
          <a:chOff x="0" y="0"/>
          <a:chExt cx="0" cy="0"/>
        </a:xfrm>
      </p:grpSpPr>
      <p:pic>
        <p:nvPicPr>
          <p:cNvPr id="16" name="Google Shape;16;p3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33"/>
          <p:cNvSpPr txBox="1"/>
          <p:nvPr/>
        </p:nvSpPr>
        <p:spPr>
          <a:xfrm>
            <a:off x="1270947" y="431495"/>
            <a:ext cx="8992200" cy="747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sz="2400" b="1">
              <a:solidFill>
                <a:srgbClr val="003056"/>
              </a:solidFill>
              <a:latin typeface="Montserrat" panose="00000500000000000000" pitchFamily="2" charset="0"/>
              <a:ea typeface="Montserrat"/>
              <a:cs typeface="Montserrat"/>
              <a:sym typeface="Montserrat"/>
            </a:endParaRPr>
          </a:p>
        </p:txBody>
      </p:sp>
      <p:pic>
        <p:nvPicPr>
          <p:cNvPr id="18" name="Google Shape;18;p33" descr="A black background with a black square&#10;&#10;Description automatically generated with medium confidence"/>
          <p:cNvPicPr preferRelativeResize="0"/>
          <p:nvPr/>
        </p:nvPicPr>
        <p:blipFill rotWithShape="1">
          <a:blip r:embed="rId3">
            <a:alphaModFix/>
          </a:blip>
          <a:srcRect/>
          <a:stretch/>
        </p:blipFill>
        <p:spPr>
          <a:xfrm>
            <a:off x="11154360" y="6571875"/>
            <a:ext cx="917627" cy="197384"/>
          </a:xfrm>
          <a:prstGeom prst="rect">
            <a:avLst/>
          </a:prstGeom>
          <a:noFill/>
          <a:ln>
            <a:noFill/>
          </a:ln>
        </p:spPr>
      </p:pic>
      <p:sp>
        <p:nvSpPr>
          <p:cNvPr id="19" name="Google Shape;19;p3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24531536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reserve="1">
  <p:cSld name="3_Title Slide">
    <p:spTree>
      <p:nvGrpSpPr>
        <p:cNvPr id="1" name="Shape 15"/>
        <p:cNvGrpSpPr/>
        <p:nvPr/>
      </p:nvGrpSpPr>
      <p:grpSpPr>
        <a:xfrm>
          <a:off x="0" y="0"/>
          <a:ext cx="0" cy="0"/>
          <a:chOff x="0" y="0"/>
          <a:chExt cx="0" cy="0"/>
        </a:xfrm>
      </p:grpSpPr>
      <p:pic>
        <p:nvPicPr>
          <p:cNvPr id="3" name="Google Shape;3771;g2454111d629_0_182">
            <a:extLst>
              <a:ext uri="{FF2B5EF4-FFF2-40B4-BE49-F238E27FC236}">
                <a16:creationId xmlns:a16="http://schemas.microsoft.com/office/drawing/2014/main" id="{35A87584-40E4-75B5-3B41-26C51133EF5C}"/>
              </a:ext>
            </a:extLst>
          </p:cNvPr>
          <p:cNvPicPr preferRelativeResize="0"/>
          <p:nvPr userDrawn="1"/>
        </p:nvPicPr>
        <p:blipFill rotWithShape="1">
          <a:blip r:embed="rId2">
            <a:alphaModFix/>
          </a:blip>
          <a:srcRect/>
          <a:stretch/>
        </p:blipFill>
        <p:spPr>
          <a:xfrm>
            <a:off x="0" y="0"/>
            <a:ext cx="12192000" cy="6858000"/>
          </a:xfrm>
          <a:prstGeom prst="rect">
            <a:avLst/>
          </a:prstGeom>
          <a:noFill/>
          <a:ln>
            <a:noFill/>
          </a:ln>
        </p:spPr>
      </p:pic>
      <p:sp>
        <p:nvSpPr>
          <p:cNvPr id="17" name="Google Shape;17;p33"/>
          <p:cNvSpPr txBox="1"/>
          <p:nvPr/>
        </p:nvSpPr>
        <p:spPr>
          <a:xfrm>
            <a:off x="1270947" y="431495"/>
            <a:ext cx="8992200" cy="747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None/>
            </a:pPr>
            <a:endParaRPr sz="2400" b="1">
              <a:solidFill>
                <a:srgbClr val="003056"/>
              </a:solidFill>
              <a:latin typeface="Montserrat" panose="00000500000000000000" pitchFamily="2" charset="0"/>
              <a:ea typeface="Montserrat"/>
              <a:cs typeface="Montserrat"/>
              <a:sym typeface="Montserrat"/>
            </a:endParaRPr>
          </a:p>
        </p:txBody>
      </p:sp>
      <p:pic>
        <p:nvPicPr>
          <p:cNvPr id="18" name="Google Shape;18;p33" descr="A black background with a black square&#10;&#10;Description automatically generated with medium confidence"/>
          <p:cNvPicPr preferRelativeResize="0"/>
          <p:nvPr/>
        </p:nvPicPr>
        <p:blipFill rotWithShape="1">
          <a:blip r:embed="rId3">
            <a:alphaModFix/>
          </a:blip>
          <a:srcRect/>
          <a:stretch/>
        </p:blipFill>
        <p:spPr>
          <a:xfrm>
            <a:off x="11154360" y="6571875"/>
            <a:ext cx="917627" cy="197384"/>
          </a:xfrm>
          <a:prstGeom prst="rect">
            <a:avLst/>
          </a:prstGeom>
          <a:noFill/>
          <a:ln>
            <a:noFill/>
          </a:ln>
        </p:spPr>
      </p:pic>
      <p:sp>
        <p:nvSpPr>
          <p:cNvPr id="19" name="Google Shape;19;p3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3"/>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IN" smtClean="0"/>
              <a:pPr/>
              <a:t>‹#›</a:t>
            </a:fld>
            <a:endParaRPr lang="en-IN"/>
          </a:p>
        </p:txBody>
      </p:sp>
    </p:spTree>
    <p:extLst>
      <p:ext uri="{BB962C8B-B14F-4D97-AF65-F5344CB8AC3E}">
        <p14:creationId xmlns:p14="http://schemas.microsoft.com/office/powerpoint/2010/main" val="26716818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28-Aug-26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microsoft.com/office/2018/10/relationships/comments" Target="../comments/modernComment_10D_D176A73E.xml"/><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microsoft.com/office/2018/10/relationships/comments" Target="../comments/modernComment_102_0.xml"/><Relationship Id="rId4" Type="http://schemas.openxmlformats.org/officeDocument/2006/relationships/image" Target="../media/image14.jpe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microsoft.com/office/2018/10/relationships/comments" Target="../comments/modernComment_14C_9FDA2029.xml"/><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microsoft.com/office/2018/10/relationships/comments" Target="../comments/modernComment_14F_FE52D207.xml"/><Relationship Id="rId4" Type="http://schemas.openxmlformats.org/officeDocument/2006/relationships/image" Target="../media/image25.png"/><Relationship Id="rId5" Type="http://schemas.openxmlformats.org/officeDocument/2006/relationships/image" Target="../media/image29.png"/><Relationship Id="rId6" Type="http://schemas.openxmlformats.org/officeDocument/2006/relationships/image" Target="../media/image28.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8" name="Google Shape;259;g243ab9e2c76_0_105">
            <a:extLst>
              <a:ext uri="{FF2B5EF4-FFF2-40B4-BE49-F238E27FC236}">
                <a16:creationId xmlns:a16="http://schemas.microsoft.com/office/drawing/2014/main" id="{134BAFF1-A3ED-520B-BBB6-A071C9BEB8EF}"/>
              </a:ext>
            </a:extLst>
          </p:cNvPr>
          <p:cNvSpPr txBox="1"/>
          <p:nvPr/>
        </p:nvSpPr>
        <p:spPr>
          <a:xfrm>
            <a:off x="4909200" y="6431567"/>
            <a:ext cx="2398307" cy="426433"/>
          </a:xfrm>
          <a:prstGeom prst="rect">
            <a:avLst/>
          </a:prstGeom>
          <a:noFill/>
          <a:ln>
            <a:noFill/>
          </a:ln>
        </p:spPr>
        <p:txBody>
          <a:bodyPr spcFirstLastPara="1" wrap="square" lIns="121900" tIns="121900" rIns="121900" bIns="121900" anchor="t" anchorCtr="0">
            <a:normAutofit fontScale="62500" lnSpcReduction="20000"/>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dk2"/>
              </a:buClr>
              <a:buSzPts val="2800"/>
            </a:pPr>
            <a:r>
              <a:rPr lang="en-IN" sz="2133">
                <a:solidFill>
                  <a:srgbClr val="3C78D8"/>
                </a:solidFill>
                <a:latin typeface="Montserrat" panose="00000500000000000000" pitchFamily="2" charset="0"/>
                <a:ea typeface="Montserrat"/>
                <a:cs typeface="Montserrat"/>
                <a:sym typeface="Montserrat"/>
              </a:rPr>
              <a:t>www.academian.com</a:t>
            </a:r>
          </a:p>
        </p:txBody>
      </p:sp>
      <p:sp>
        <p:nvSpPr>
          <p:cNvPr id="9" name="TextBox 8">
            <a:extLst>
              <a:ext uri="{FF2B5EF4-FFF2-40B4-BE49-F238E27FC236}">
                <a16:creationId xmlns:a16="http://schemas.microsoft.com/office/drawing/2014/main" id="{CD9E1B00-60EA-6111-B3F6-7607B401F201}"/>
              </a:ext>
            </a:extLst>
          </p:cNvPr>
          <p:cNvSpPr txBox="1"/>
          <p:nvPr/>
        </p:nvSpPr>
        <p:spPr>
          <a:xfrm>
            <a:off x="3852681" y="5398291"/>
            <a:ext cx="4486639" cy="707886"/>
          </a:xfrm>
          <a:prstGeom prst="rect">
            <a:avLst/>
          </a:prstGeom>
          <a:noFill/>
          <a:effectLst/>
        </p:spPr>
        <p:txBody>
          <a:bodyPr wrap="square" lIns="91440" tIns="45720" rIns="91440" bIns="45720" rtlCol="0" anchor="t">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r>
              <a:rPr lang="en-US" sz="2000" b="1" kern="0">
                <a:solidFill>
                  <a:schemeClr val="tx1"/>
                </a:solidFill>
                <a:latin typeface="Montserrat"/>
                <a:ea typeface="Calibri"/>
                <a:cs typeface="Calibri"/>
              </a:rPr>
              <a:t>AI-Powered Curriculum Intelligence Platform</a:t>
            </a:r>
            <a:endParaRPr lang="en-US" sz="2000">
              <a:solidFill>
                <a:schemeClr val="tx1"/>
              </a:solidFill>
            </a:endParaRPr>
          </a:p>
        </p:txBody>
      </p:sp>
      <p:pic>
        <p:nvPicPr>
          <p:cNvPr id="2" name="Google Shape;256;g243ab9e2c76_0_105" descr="A black background with a black square&#10;&#10;Description automatically generated with medium confidence">
            <a:extLst>
              <a:ext uri="{FF2B5EF4-FFF2-40B4-BE49-F238E27FC236}">
                <a16:creationId xmlns:a16="http://schemas.microsoft.com/office/drawing/2014/main" id="{873D5DBB-9319-5E09-B6F6-17EF0F015B0E}"/>
              </a:ext>
            </a:extLst>
          </p:cNvPr>
          <p:cNvPicPr preferRelativeResize="0"/>
          <p:nvPr/>
        </p:nvPicPr>
        <p:blipFill rotWithShape="1">
          <a:blip r:embed="rId3">
            <a:alphaModFix/>
          </a:blip>
          <a:srcRect/>
          <a:stretch/>
        </p:blipFill>
        <p:spPr>
          <a:xfrm>
            <a:off x="4743289" y="2831375"/>
            <a:ext cx="2705423" cy="581944"/>
          </a:xfrm>
          <a:prstGeom prst="rect">
            <a:avLst/>
          </a:prstGeom>
          <a:noFill/>
          <a:ln>
            <a:noFill/>
          </a:ln>
        </p:spPr>
      </p:pic>
      <p:sp>
        <p:nvSpPr>
          <p:cNvPr id="3" name="Google Shape;257;g243ab9e2c76_0_105">
            <a:extLst>
              <a:ext uri="{FF2B5EF4-FFF2-40B4-BE49-F238E27FC236}">
                <a16:creationId xmlns:a16="http://schemas.microsoft.com/office/drawing/2014/main" id="{DED9BDA3-907D-FBA2-C6D3-0B90E710181A}"/>
              </a:ext>
            </a:extLst>
          </p:cNvPr>
          <p:cNvSpPr txBox="1"/>
          <p:nvPr/>
        </p:nvSpPr>
        <p:spPr>
          <a:xfrm>
            <a:off x="4539901" y="3585669"/>
            <a:ext cx="3183900" cy="64629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IN" i="0" u="none" strike="noStrike" cap="none">
                <a:solidFill>
                  <a:srgbClr val="000000"/>
                </a:solidFill>
                <a:latin typeface="Montserrat"/>
                <a:ea typeface="Montserrat"/>
                <a:cs typeface="Montserrat"/>
                <a:sym typeface="Montserrat"/>
              </a:rPr>
              <a:t>Empowering Learning</a:t>
            </a:r>
            <a:endParaRPr>
              <a:latin typeface="Montserrat"/>
              <a:ea typeface="Montserrat"/>
              <a:cs typeface="Montserrat"/>
              <a:sym typeface="Montserrat"/>
            </a:endParaRPr>
          </a:p>
          <a:p>
            <a:pPr marL="0" marR="0" lvl="0" indent="0" algn="ctr" rtl="0">
              <a:lnSpc>
                <a:spcPct val="100000"/>
              </a:lnSpc>
              <a:spcBef>
                <a:spcPts val="0"/>
              </a:spcBef>
              <a:spcAft>
                <a:spcPts val="0"/>
              </a:spcAft>
              <a:buNone/>
            </a:pPr>
            <a:r>
              <a:rPr lang="en-IN">
                <a:latin typeface="Montserrat"/>
                <a:ea typeface="Montserrat"/>
                <a:cs typeface="Montserrat"/>
                <a:sym typeface="Montserrat"/>
              </a:rPr>
              <a:t>Through</a:t>
            </a:r>
            <a:r>
              <a:rPr lang="en-IN" i="0" u="none" strike="noStrike" cap="none">
                <a:solidFill>
                  <a:srgbClr val="000000"/>
                </a:solidFill>
                <a:latin typeface="Montserrat"/>
                <a:ea typeface="Montserrat"/>
                <a:cs typeface="Montserrat"/>
                <a:sym typeface="Montserrat"/>
              </a:rPr>
              <a:t> Technology</a:t>
            </a:r>
            <a:endParaRPr>
              <a:latin typeface="Montserrat"/>
              <a:ea typeface="Montserrat"/>
              <a:cs typeface="Montserrat"/>
              <a:sym typeface="Montserrat"/>
            </a:endParaRPr>
          </a:p>
        </p:txBody>
      </p:sp>
      <p:cxnSp>
        <p:nvCxnSpPr>
          <p:cNvPr id="4" name="Google Shape;258;g243ab9e2c76_0_105">
            <a:extLst>
              <a:ext uri="{FF2B5EF4-FFF2-40B4-BE49-F238E27FC236}">
                <a16:creationId xmlns:a16="http://schemas.microsoft.com/office/drawing/2014/main" id="{1E28D620-81B3-EFEB-83AF-22A0C81EF824}"/>
              </a:ext>
            </a:extLst>
          </p:cNvPr>
          <p:cNvCxnSpPr>
            <a:cxnSpLocks/>
          </p:cNvCxnSpPr>
          <p:nvPr/>
        </p:nvCxnSpPr>
        <p:spPr>
          <a:xfrm>
            <a:off x="4783015" y="3524323"/>
            <a:ext cx="2754923" cy="0"/>
          </a:xfrm>
          <a:prstGeom prst="straightConnector1">
            <a:avLst/>
          </a:prstGeom>
          <a:noFill/>
          <a:ln w="9525" cap="flat" cmpd="sng">
            <a:solidFill>
              <a:srgbClr val="0C0C0C"/>
            </a:solidFill>
            <a:prstDash val="solid"/>
            <a:round/>
            <a:headEnd type="none" w="sm" len="sm"/>
            <a:tailEnd type="none" w="sm" len="sm"/>
          </a:ln>
        </p:spPr>
      </p:cxnSp>
      <p:pic>
        <p:nvPicPr>
          <p:cNvPr id="5" name="Picture 4">
            <a:extLst>
              <a:ext uri="{FF2B5EF4-FFF2-40B4-BE49-F238E27FC236}">
                <a16:creationId xmlns:a16="http://schemas.microsoft.com/office/drawing/2014/main" id="{A7CAC1C2-56E6-0685-B62E-1C65D0F8260D}"/>
              </a:ext>
            </a:extLst>
          </p:cNvPr>
          <p:cNvPicPr>
            <a:picLocks noChangeAspect="1"/>
          </p:cNvPicPr>
          <p:nvPr/>
        </p:nvPicPr>
        <p:blipFill>
          <a:blip r:embed="rId4"/>
          <a:stretch>
            <a:fillRect/>
          </a:stretch>
        </p:blipFill>
        <p:spPr>
          <a:xfrm>
            <a:off x="4772660" y="4520006"/>
            <a:ext cx="2646680" cy="7105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11">
            <a:extLst>
              <a:ext uri="{FF2B5EF4-FFF2-40B4-BE49-F238E27FC236}">
                <a16:creationId xmlns:a16="http://schemas.microsoft.com/office/drawing/2014/main" id="{BE883A6A-FCF2-7999-6BC8-CE0DF1605DC7}"/>
              </a:ext>
            </a:extLst>
          </p:cNvPr>
          <p:cNvSpPr/>
          <p:nvPr/>
        </p:nvSpPr>
        <p:spPr>
          <a:xfrm>
            <a:off x="885197" y="1454150"/>
            <a:ext cx="5019418" cy="1846834"/>
          </a:xfrm>
          <a:prstGeom prst="roundRect">
            <a:avLst>
              <a:gd name="adj" fmla="val 5854"/>
            </a:avLst>
          </a:prstGeom>
          <a:solidFill>
            <a:srgbClr val="FFFFFF"/>
          </a:solidFill>
          <a:ln w="12700">
            <a:solidFill>
              <a:srgbClr val="00B0F0"/>
            </a:solidFill>
            <a:prstDash val="solid"/>
          </a:ln>
          <a:effectLst>
            <a:outerShdw blurRad="50800" dist="38100" dir="2700000" algn="tl" rotWithShape="0">
              <a:prstClr val="black">
                <a:alpha val="20000"/>
              </a:prstClr>
            </a:outerShdw>
          </a:effectLst>
        </p:spPr>
        <p:txBody>
          <a:bodyPr/>
          <a:lstStyle/>
          <a:p>
            <a:endParaRPr lang="en-US"/>
          </a:p>
        </p:txBody>
      </p:sp>
      <p:sp>
        <p:nvSpPr>
          <p:cNvPr id="45" name="Shape 11">
            <a:extLst>
              <a:ext uri="{FF2B5EF4-FFF2-40B4-BE49-F238E27FC236}">
                <a16:creationId xmlns:a16="http://schemas.microsoft.com/office/drawing/2014/main" id="{701441EB-F026-20C7-50C0-1FDD0E6A6D28}"/>
              </a:ext>
            </a:extLst>
          </p:cNvPr>
          <p:cNvSpPr/>
          <p:nvPr/>
        </p:nvSpPr>
        <p:spPr>
          <a:xfrm>
            <a:off x="6144768" y="1466850"/>
            <a:ext cx="5019418" cy="1834134"/>
          </a:xfrm>
          <a:prstGeom prst="roundRect">
            <a:avLst>
              <a:gd name="adj" fmla="val 5854"/>
            </a:avLst>
          </a:prstGeom>
          <a:solidFill>
            <a:srgbClr val="FFFFFF"/>
          </a:solidFill>
          <a:ln w="9525">
            <a:solidFill>
              <a:srgbClr val="00B050"/>
            </a:solidFill>
            <a:prstDash val="solid"/>
          </a:ln>
          <a:effectLst>
            <a:outerShdw blurRad="50800" dist="38100" dir="2700000" algn="tl" rotWithShape="0">
              <a:prstClr val="black">
                <a:alpha val="20000"/>
              </a:prstClr>
            </a:outerShdw>
          </a:effectLst>
        </p:spPr>
        <p:txBody>
          <a:bodyPr/>
          <a:lstStyle/>
          <a:p>
            <a:endParaRPr lang="en-US"/>
          </a:p>
        </p:txBody>
      </p:sp>
      <p:sp>
        <p:nvSpPr>
          <p:cNvPr id="3" name="TextBox 2">
            <a:extLst>
              <a:ext uri="{FF2B5EF4-FFF2-40B4-BE49-F238E27FC236}">
                <a16:creationId xmlns:a16="http://schemas.microsoft.com/office/drawing/2014/main" id="{066746D3-F403-A38B-7DF9-38427CA4CC0F}"/>
              </a:ext>
            </a:extLst>
          </p:cNvPr>
          <p:cNvSpPr txBox="1"/>
          <p:nvPr/>
        </p:nvSpPr>
        <p:spPr>
          <a:xfrm>
            <a:off x="1076497" y="160412"/>
            <a:ext cx="11281757" cy="461665"/>
          </a:xfrm>
          <a:prstGeom prst="rect">
            <a:avLst/>
          </a:prstGeom>
          <a:noFill/>
        </p:spPr>
        <p:txBody>
          <a:bodyPr wrap="square">
            <a:spAutoFit/>
          </a:bodyPr>
          <a:lstStyle/>
          <a:p>
            <a:pPr>
              <a:defRPr sz="2400" b="1">
                <a:solidFill>
                  <a:srgbClr val="092D69"/>
                </a:solidFill>
              </a:defRPr>
            </a:pPr>
            <a:r>
              <a:rPr dirty="0">
                <a:latin typeface="Montserrat" panose="00000500000000000000" pitchFamily="2" charset="0"/>
              </a:rPr>
              <a:t>Discovery Ed</a:t>
            </a:r>
            <a:r>
              <a:rPr lang="en-US" dirty="0">
                <a:latin typeface="Montserrat" panose="00000500000000000000" pitchFamily="2" charset="0"/>
              </a:rPr>
              <a:t>ucation</a:t>
            </a:r>
            <a:r>
              <a:rPr dirty="0">
                <a:latin typeface="Montserrat" panose="00000500000000000000" pitchFamily="2" charset="0"/>
              </a:rPr>
              <a:t> Solution—Executive Summary</a:t>
            </a:r>
          </a:p>
        </p:txBody>
      </p:sp>
      <p:sp>
        <p:nvSpPr>
          <p:cNvPr id="21" name="Rectangle: Rounded Corners 20">
            <a:extLst>
              <a:ext uri="{FF2B5EF4-FFF2-40B4-BE49-F238E27FC236}">
                <a16:creationId xmlns:a16="http://schemas.microsoft.com/office/drawing/2014/main" id="{32CA0622-6B50-2F25-560E-1287CED515CF}"/>
              </a:ext>
            </a:extLst>
          </p:cNvPr>
          <p:cNvSpPr/>
          <p:nvPr/>
        </p:nvSpPr>
        <p:spPr>
          <a:xfrm>
            <a:off x="1276141" y="5817806"/>
            <a:ext cx="9646417" cy="432000"/>
          </a:xfrm>
          <a:prstGeom prst="roundRect">
            <a:avLst>
              <a:gd name="adj" fmla="val 50000"/>
            </a:avLst>
          </a:prstGeom>
          <a:solidFill>
            <a:schemeClr val="accent5">
              <a:lumMod val="20000"/>
              <a:lumOff val="80000"/>
            </a:schemeClr>
          </a:solidFill>
          <a:ln w="63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err="1">
                <a:solidFill>
                  <a:schemeClr val="tx1"/>
                </a:solidFill>
                <a:latin typeface="Montserrat" panose="00000500000000000000" pitchFamily="2" charset="0"/>
              </a:rPr>
              <a:t>Academian</a:t>
            </a:r>
            <a:r>
              <a:rPr lang="en-US" sz="1000" b="1">
                <a:solidFill>
                  <a:schemeClr val="tx1"/>
                </a:solidFill>
                <a:latin typeface="Montserrat" panose="00000500000000000000" pitchFamily="2" charset="0"/>
              </a:rPr>
              <a:t> is committed to helping Discovery Education achieve its goals with a proven, AI-powered platform that delivers impact, scale, and long-term value.</a:t>
            </a:r>
            <a:endParaRPr lang="en-US" sz="1000">
              <a:solidFill>
                <a:schemeClr val="tx1"/>
              </a:solidFill>
              <a:latin typeface="Montserrat" panose="00000500000000000000" pitchFamily="2" charset="0"/>
            </a:endParaRPr>
          </a:p>
        </p:txBody>
      </p:sp>
      <p:sp>
        <p:nvSpPr>
          <p:cNvPr id="39" name="Text 8">
            <a:extLst>
              <a:ext uri="{FF2B5EF4-FFF2-40B4-BE49-F238E27FC236}">
                <a16:creationId xmlns:a16="http://schemas.microsoft.com/office/drawing/2014/main" id="{C3FDD509-7F60-DAEB-ED76-9932F27EF545}"/>
              </a:ext>
            </a:extLst>
          </p:cNvPr>
          <p:cNvSpPr/>
          <p:nvPr/>
        </p:nvSpPr>
        <p:spPr>
          <a:xfrm>
            <a:off x="1078142" y="1904869"/>
            <a:ext cx="4736592" cy="502920"/>
          </a:xfrm>
          <a:prstGeom prst="rect">
            <a:avLst/>
          </a:prstGeom>
          <a:noFill/>
          <a:ln/>
        </p:spPr>
        <p:txBody>
          <a:bodyPr wrap="square" lIns="0" tIns="0" rIns="0" bIns="0" rtlCol="0" anchor="ctr">
            <a:noAutofit/>
          </a:bodyPr>
          <a:lstStyle/>
          <a:p>
            <a:pPr marL="0" indent="0">
              <a:buNone/>
            </a:pPr>
            <a:r>
              <a:rPr lang="en-US" sz="1200">
                <a:solidFill>
                  <a:srgbClr val="111827"/>
                </a:solidFill>
                <a:latin typeface="Montserrat" panose="00000500000000000000" pitchFamily="2" charset="0"/>
                <a:ea typeface="Aptos" pitchFamily="34" charset="-122"/>
                <a:cs typeface="Aptos" pitchFamily="34" charset="-120"/>
              </a:rPr>
              <a:t>Discovery Education needs a unified AI platform to analyze, align, customize, and enhance curriculum across standards, literacy strategies, and content requirements.</a:t>
            </a:r>
            <a:endParaRPr lang="en-US" sz="1200">
              <a:latin typeface="Montserrat" panose="00000500000000000000" pitchFamily="2" charset="0"/>
            </a:endParaRPr>
          </a:p>
        </p:txBody>
      </p:sp>
      <p:sp>
        <p:nvSpPr>
          <p:cNvPr id="41" name="Shape 9">
            <a:extLst>
              <a:ext uri="{FF2B5EF4-FFF2-40B4-BE49-F238E27FC236}">
                <a16:creationId xmlns:a16="http://schemas.microsoft.com/office/drawing/2014/main" id="{7F986048-9524-4636-82E6-674E1A426B3F}"/>
              </a:ext>
            </a:extLst>
          </p:cNvPr>
          <p:cNvSpPr/>
          <p:nvPr/>
        </p:nvSpPr>
        <p:spPr>
          <a:xfrm>
            <a:off x="1078142" y="2624323"/>
            <a:ext cx="4663439" cy="542260"/>
          </a:xfrm>
          <a:prstGeom prst="roundRect">
            <a:avLst>
              <a:gd name="adj" fmla="val 19444"/>
            </a:avLst>
          </a:prstGeom>
          <a:solidFill>
            <a:srgbClr val="EEF8FD"/>
          </a:solidFill>
          <a:ln w="6350">
            <a:solidFill>
              <a:srgbClr val="D7EEF9"/>
            </a:solidFill>
            <a:prstDash val="solid"/>
          </a:ln>
        </p:spPr>
        <p:txBody>
          <a:bodyPr anchor="ctr"/>
          <a:lstStyle/>
          <a:p>
            <a:r>
              <a:rPr lang="en-US" sz="1000" b="1" i="1">
                <a:latin typeface="Montserrat" panose="00000500000000000000" pitchFamily="2" charset="0"/>
                <a:ea typeface="Aptos" pitchFamily="34" charset="-122"/>
                <a:cs typeface="Aptos" pitchFamily="34" charset="-120"/>
              </a:rPr>
              <a:t>Goal: </a:t>
            </a:r>
            <a:r>
              <a:rPr lang="en-US" sz="1000" i="1">
                <a:latin typeface="Montserrat" panose="00000500000000000000" pitchFamily="2" charset="0"/>
                <a:ea typeface="Aptos" pitchFamily="34" charset="-122"/>
                <a:cs typeface="Aptos" pitchFamily="34" charset="-120"/>
              </a:rPr>
              <a:t>consistent quality, faster turnaround, and scalable delivery across three scenarios.</a:t>
            </a:r>
            <a:endParaRPr lang="en-US" sz="1000">
              <a:latin typeface="Montserrat" panose="00000500000000000000" pitchFamily="2" charset="0"/>
            </a:endParaRPr>
          </a:p>
        </p:txBody>
      </p:sp>
      <p:sp>
        <p:nvSpPr>
          <p:cNvPr id="55" name="Text 16">
            <a:extLst>
              <a:ext uri="{FF2B5EF4-FFF2-40B4-BE49-F238E27FC236}">
                <a16:creationId xmlns:a16="http://schemas.microsoft.com/office/drawing/2014/main" id="{E9DED130-67A5-693E-67B6-B966FEBD7AF5}"/>
              </a:ext>
            </a:extLst>
          </p:cNvPr>
          <p:cNvSpPr/>
          <p:nvPr/>
        </p:nvSpPr>
        <p:spPr>
          <a:xfrm>
            <a:off x="6364224" y="1949319"/>
            <a:ext cx="4956048" cy="384048"/>
          </a:xfrm>
          <a:prstGeom prst="rect">
            <a:avLst/>
          </a:prstGeom>
          <a:noFill/>
          <a:ln/>
        </p:spPr>
        <p:txBody>
          <a:bodyPr wrap="square" lIns="0" tIns="0" rIns="0" bIns="0" rtlCol="0" anchor="ctr">
            <a:noAutofit/>
          </a:bodyPr>
          <a:lstStyle/>
          <a:p>
            <a:pPr marL="0" indent="0">
              <a:buNone/>
            </a:pPr>
            <a:r>
              <a:rPr lang="en-US" sz="1200">
                <a:solidFill>
                  <a:srgbClr val="111827"/>
                </a:solidFill>
                <a:latin typeface="Montserrat" panose="00000500000000000000" pitchFamily="2" charset="0"/>
                <a:ea typeface="Aptos" pitchFamily="34" charset="-122"/>
                <a:cs typeface="Aptos" pitchFamily="34" charset="-120"/>
              </a:rPr>
              <a:t>A unified Curriculum Intelligence Platform that combines proven accelerators, reusable capabilities, and targeted new development.</a:t>
            </a:r>
            <a:endParaRPr lang="en-US" sz="1200">
              <a:latin typeface="Montserrat" panose="00000500000000000000" pitchFamily="2" charset="0"/>
            </a:endParaRPr>
          </a:p>
        </p:txBody>
      </p:sp>
      <p:grpSp>
        <p:nvGrpSpPr>
          <p:cNvPr id="90" name="Group 89">
            <a:extLst>
              <a:ext uri="{FF2B5EF4-FFF2-40B4-BE49-F238E27FC236}">
                <a16:creationId xmlns:a16="http://schemas.microsoft.com/office/drawing/2014/main" id="{396245A7-5039-E689-4DAB-A620556EFF70}"/>
              </a:ext>
            </a:extLst>
          </p:cNvPr>
          <p:cNvGrpSpPr/>
          <p:nvPr/>
        </p:nvGrpSpPr>
        <p:grpSpPr>
          <a:xfrm>
            <a:off x="6584651" y="2522681"/>
            <a:ext cx="4139653" cy="687073"/>
            <a:chOff x="6364224" y="2522681"/>
            <a:chExt cx="4672584" cy="687073"/>
          </a:xfrm>
        </p:grpSpPr>
        <p:sp>
          <p:nvSpPr>
            <p:cNvPr id="57" name="Shape 17">
              <a:extLst>
                <a:ext uri="{FF2B5EF4-FFF2-40B4-BE49-F238E27FC236}">
                  <a16:creationId xmlns:a16="http://schemas.microsoft.com/office/drawing/2014/main" id="{D9523E3E-5444-C050-0A15-B45B490231FA}"/>
                </a:ext>
              </a:extLst>
            </p:cNvPr>
            <p:cNvSpPr/>
            <p:nvPr/>
          </p:nvSpPr>
          <p:spPr>
            <a:xfrm>
              <a:off x="6364224" y="2522681"/>
              <a:ext cx="2231136" cy="292608"/>
            </a:xfrm>
            <a:prstGeom prst="roundRect">
              <a:avLst>
                <a:gd name="adj" fmla="val 50000"/>
              </a:avLst>
            </a:prstGeom>
            <a:solidFill>
              <a:srgbClr val="E5FFF1"/>
            </a:solidFill>
            <a:ln w="6350">
              <a:solidFill>
                <a:srgbClr val="00B050"/>
              </a:solidFill>
              <a:prstDash val="solid"/>
            </a:ln>
          </p:spPr>
          <p:txBody>
            <a:bodyPr anchor="ctr"/>
            <a:lstStyle/>
            <a:p>
              <a:pPr algn="ctr"/>
              <a:r>
                <a:rPr lang="en-US" sz="1000" b="1">
                  <a:solidFill>
                    <a:srgbClr val="111827"/>
                  </a:solidFill>
                  <a:latin typeface="Montserrat" panose="00000500000000000000" pitchFamily="2" charset="0"/>
                  <a:ea typeface="Aptos" pitchFamily="34" charset="-122"/>
                  <a:cs typeface="Aptos" pitchFamily="34" charset="-120"/>
                </a:rPr>
                <a:t>Proven accelerators</a:t>
              </a:r>
              <a:endParaRPr lang="en-US" sz="1000" b="1">
                <a:latin typeface="Montserrat" panose="00000500000000000000" pitchFamily="2" charset="0"/>
              </a:endParaRPr>
            </a:p>
          </p:txBody>
        </p:sp>
        <p:sp>
          <p:nvSpPr>
            <p:cNvPr id="65" name="Shape 21">
              <a:extLst>
                <a:ext uri="{FF2B5EF4-FFF2-40B4-BE49-F238E27FC236}">
                  <a16:creationId xmlns:a16="http://schemas.microsoft.com/office/drawing/2014/main" id="{2AF2BA6B-A4BA-DD12-1214-FC74430FABB6}"/>
                </a:ext>
              </a:extLst>
            </p:cNvPr>
            <p:cNvSpPr/>
            <p:nvPr/>
          </p:nvSpPr>
          <p:spPr>
            <a:xfrm>
              <a:off x="8805672" y="2522681"/>
              <a:ext cx="2231136" cy="292608"/>
            </a:xfrm>
            <a:prstGeom prst="roundRect">
              <a:avLst>
                <a:gd name="adj" fmla="val 50000"/>
              </a:avLst>
            </a:prstGeom>
            <a:solidFill>
              <a:srgbClr val="E5FFF1"/>
            </a:solidFill>
            <a:ln w="6350">
              <a:solidFill>
                <a:srgbClr val="00B050"/>
              </a:solidFill>
              <a:prstDash val="solid"/>
            </a:ln>
          </p:spPr>
          <p:txBody>
            <a:bodyPr anchor="ctr"/>
            <a:lstStyle/>
            <a:p>
              <a:pPr algn="ctr"/>
              <a:r>
                <a:rPr lang="en-US" sz="1000" b="1">
                  <a:solidFill>
                    <a:srgbClr val="111827"/>
                  </a:solidFill>
                  <a:latin typeface="Montserrat" panose="00000500000000000000" pitchFamily="2" charset="0"/>
                  <a:ea typeface="Aptos" pitchFamily="34" charset="-122"/>
                  <a:cs typeface="Aptos" pitchFamily="34" charset="-120"/>
                </a:rPr>
                <a:t>New capabilities</a:t>
              </a:r>
              <a:endParaRPr lang="en-US" sz="1000" b="1">
                <a:latin typeface="Montserrat" panose="00000500000000000000" pitchFamily="2" charset="0"/>
              </a:endParaRPr>
            </a:p>
          </p:txBody>
        </p:sp>
        <p:sp>
          <p:nvSpPr>
            <p:cNvPr id="73" name="Shape 25">
              <a:extLst>
                <a:ext uri="{FF2B5EF4-FFF2-40B4-BE49-F238E27FC236}">
                  <a16:creationId xmlns:a16="http://schemas.microsoft.com/office/drawing/2014/main" id="{7BA7F616-D963-877B-7A98-910B507316B7}"/>
                </a:ext>
              </a:extLst>
            </p:cNvPr>
            <p:cNvSpPr/>
            <p:nvPr/>
          </p:nvSpPr>
          <p:spPr>
            <a:xfrm>
              <a:off x="6364224" y="2917146"/>
              <a:ext cx="2231136" cy="292608"/>
            </a:xfrm>
            <a:prstGeom prst="roundRect">
              <a:avLst>
                <a:gd name="adj" fmla="val 50000"/>
              </a:avLst>
            </a:prstGeom>
            <a:solidFill>
              <a:srgbClr val="E5FFF1"/>
            </a:solidFill>
            <a:ln w="6350">
              <a:solidFill>
                <a:srgbClr val="00B050"/>
              </a:solidFill>
              <a:prstDash val="solid"/>
            </a:ln>
          </p:spPr>
          <p:txBody>
            <a:bodyPr anchor="ctr"/>
            <a:lstStyle/>
            <a:p>
              <a:pPr algn="ctr"/>
              <a:r>
                <a:rPr lang="en-US" sz="1000" b="1">
                  <a:solidFill>
                    <a:srgbClr val="111827"/>
                  </a:solidFill>
                  <a:latin typeface="Montserrat" panose="00000500000000000000" pitchFamily="2" charset="0"/>
                  <a:ea typeface="Aptos" pitchFamily="34" charset="-122"/>
                  <a:cs typeface="Aptos" pitchFamily="34" charset="-120"/>
                </a:rPr>
                <a:t>Configurable workflows</a:t>
              </a:r>
              <a:endParaRPr lang="en-US" sz="1000" b="1">
                <a:latin typeface="Montserrat" panose="00000500000000000000" pitchFamily="2" charset="0"/>
              </a:endParaRPr>
            </a:p>
          </p:txBody>
        </p:sp>
        <p:sp>
          <p:nvSpPr>
            <p:cNvPr id="81" name="Shape 29">
              <a:extLst>
                <a:ext uri="{FF2B5EF4-FFF2-40B4-BE49-F238E27FC236}">
                  <a16:creationId xmlns:a16="http://schemas.microsoft.com/office/drawing/2014/main" id="{0BD05874-D8FA-6097-584A-ED5EF07F4CBB}"/>
                </a:ext>
              </a:extLst>
            </p:cNvPr>
            <p:cNvSpPr/>
            <p:nvPr/>
          </p:nvSpPr>
          <p:spPr>
            <a:xfrm>
              <a:off x="8805672" y="2917146"/>
              <a:ext cx="2231136" cy="292608"/>
            </a:xfrm>
            <a:prstGeom prst="roundRect">
              <a:avLst>
                <a:gd name="adj" fmla="val 50000"/>
              </a:avLst>
            </a:prstGeom>
            <a:solidFill>
              <a:srgbClr val="E5FFF1"/>
            </a:solidFill>
            <a:ln w="6350">
              <a:solidFill>
                <a:srgbClr val="00B050"/>
              </a:solidFill>
              <a:prstDash val="solid"/>
            </a:ln>
          </p:spPr>
          <p:txBody>
            <a:bodyPr anchor="ctr"/>
            <a:lstStyle/>
            <a:p>
              <a:pPr algn="ctr"/>
              <a:r>
                <a:rPr lang="en-US" sz="1000" b="1">
                  <a:solidFill>
                    <a:srgbClr val="111827"/>
                  </a:solidFill>
                  <a:latin typeface="Montserrat" panose="00000500000000000000" pitchFamily="2" charset="0"/>
                  <a:ea typeface="Aptos" pitchFamily="34" charset="-122"/>
                  <a:cs typeface="Aptos" pitchFamily="34" charset="-120"/>
                </a:rPr>
                <a:t>Shared platform services</a:t>
              </a:r>
              <a:endParaRPr lang="en-US" sz="1000" b="1">
                <a:latin typeface="Montserrat" panose="00000500000000000000" pitchFamily="2" charset="0"/>
              </a:endParaRPr>
            </a:p>
          </p:txBody>
        </p:sp>
      </p:grpSp>
      <p:sp>
        <p:nvSpPr>
          <p:cNvPr id="156" name="Shape 33">
            <a:extLst>
              <a:ext uri="{FF2B5EF4-FFF2-40B4-BE49-F238E27FC236}">
                <a16:creationId xmlns:a16="http://schemas.microsoft.com/office/drawing/2014/main" id="{B10709A7-2B53-6125-0F84-87C3E363D7BD}"/>
              </a:ext>
            </a:extLst>
          </p:cNvPr>
          <p:cNvSpPr/>
          <p:nvPr/>
        </p:nvSpPr>
        <p:spPr>
          <a:xfrm>
            <a:off x="1283677" y="3774332"/>
            <a:ext cx="9624647" cy="1864468"/>
          </a:xfrm>
          <a:prstGeom prst="roundRect">
            <a:avLst>
              <a:gd name="adj" fmla="val 6809"/>
            </a:avLst>
          </a:prstGeom>
          <a:solidFill>
            <a:srgbClr val="FFFFFF"/>
          </a:solidFill>
          <a:ln w="9525">
            <a:solidFill>
              <a:schemeClr val="tx2">
                <a:lumMod val="75000"/>
              </a:schemeClr>
            </a:solidFill>
            <a:prstDash val="solid"/>
          </a:ln>
          <a:effectLst>
            <a:outerShdw blurRad="50800" dist="38100" dir="2700000" algn="tl" rotWithShape="0">
              <a:prstClr val="black">
                <a:alpha val="20000"/>
              </a:prstClr>
            </a:outerShdw>
          </a:effectLst>
        </p:spPr>
        <p:txBody>
          <a:bodyPr/>
          <a:lstStyle/>
          <a:p>
            <a:pPr defTabSz="914400"/>
            <a:endParaRPr lang="en-US">
              <a:solidFill>
                <a:prstClr val="black"/>
              </a:solidFill>
              <a:latin typeface="Aptos"/>
            </a:endParaRPr>
          </a:p>
        </p:txBody>
      </p:sp>
      <p:sp>
        <p:nvSpPr>
          <p:cNvPr id="157" name="Shape 34">
            <a:extLst>
              <a:ext uri="{FF2B5EF4-FFF2-40B4-BE49-F238E27FC236}">
                <a16:creationId xmlns:a16="http://schemas.microsoft.com/office/drawing/2014/main" id="{2271947E-299E-72C2-8EF5-8355977A2FC2}"/>
              </a:ext>
            </a:extLst>
          </p:cNvPr>
          <p:cNvSpPr/>
          <p:nvPr/>
        </p:nvSpPr>
        <p:spPr>
          <a:xfrm>
            <a:off x="5362269" y="3635575"/>
            <a:ext cx="1328013" cy="318056"/>
          </a:xfrm>
          <a:prstGeom prst="roundRect">
            <a:avLst>
              <a:gd name="adj" fmla="val 50000"/>
            </a:avLst>
          </a:prstGeom>
          <a:solidFill>
            <a:schemeClr val="tx2">
              <a:lumMod val="75000"/>
            </a:schemeClr>
          </a:solidFill>
          <a:ln w="12700">
            <a:noFill/>
            <a:prstDash val="solid"/>
          </a:ln>
        </p:spPr>
        <p:txBody>
          <a:bodyPr anchor="ctr"/>
          <a:lstStyle/>
          <a:p>
            <a:pPr algn="ctr" defTabSz="914400"/>
            <a:r>
              <a:rPr lang="en-US" sz="1400" b="1">
                <a:solidFill>
                  <a:srgbClr val="FFFFFF"/>
                </a:solidFill>
                <a:latin typeface="Montserrat" panose="00000500000000000000" pitchFamily="2" charset="0"/>
                <a:ea typeface="Aptos Display" pitchFamily="34" charset="-122"/>
                <a:cs typeface="Aptos Display" pitchFamily="34" charset="-120"/>
              </a:rPr>
              <a:t>Benefits</a:t>
            </a:r>
            <a:endParaRPr lang="en-US" sz="1400">
              <a:solidFill>
                <a:prstClr val="black"/>
              </a:solidFill>
              <a:latin typeface="Montserrat" panose="00000500000000000000" pitchFamily="2" charset="0"/>
            </a:endParaRPr>
          </a:p>
        </p:txBody>
      </p:sp>
      <p:sp>
        <p:nvSpPr>
          <p:cNvPr id="159" name="Text 36">
            <a:extLst>
              <a:ext uri="{FF2B5EF4-FFF2-40B4-BE49-F238E27FC236}">
                <a16:creationId xmlns:a16="http://schemas.microsoft.com/office/drawing/2014/main" id="{8BF6A901-AD83-17AE-F557-907D1E9D9723}"/>
              </a:ext>
            </a:extLst>
          </p:cNvPr>
          <p:cNvSpPr/>
          <p:nvPr/>
        </p:nvSpPr>
        <p:spPr>
          <a:xfrm>
            <a:off x="1295400" y="4016043"/>
            <a:ext cx="9577754" cy="245013"/>
          </a:xfrm>
          <a:prstGeom prst="rect">
            <a:avLst/>
          </a:prstGeom>
          <a:noFill/>
          <a:ln/>
        </p:spPr>
        <p:txBody>
          <a:bodyPr wrap="square" lIns="0" tIns="0" rIns="0" bIns="0" rtlCol="0" anchor="ctr">
            <a:normAutofit/>
          </a:bodyPr>
          <a:lstStyle/>
          <a:p>
            <a:pPr algn="ctr" defTabSz="914400"/>
            <a:r>
              <a:rPr lang="en-US" sz="1200" b="1">
                <a:solidFill>
                  <a:srgbClr val="111827"/>
                </a:solidFill>
                <a:latin typeface="Montserrat" panose="00000500000000000000" pitchFamily="2" charset="0"/>
                <a:ea typeface="Aptos" pitchFamily="34" charset="-122"/>
                <a:cs typeface="Aptos" pitchFamily="34" charset="-120"/>
              </a:rPr>
              <a:t>Measurable business and delivery value for Discovery Education.</a:t>
            </a:r>
            <a:endParaRPr lang="en-US" sz="1200" b="1">
              <a:solidFill>
                <a:prstClr val="black"/>
              </a:solidFill>
              <a:latin typeface="Montserrat" panose="00000500000000000000" pitchFamily="2" charset="0"/>
            </a:endParaRPr>
          </a:p>
        </p:txBody>
      </p:sp>
      <p:sp>
        <p:nvSpPr>
          <p:cNvPr id="20" name="Rectangle: Rounded Corners 19">
            <a:extLst>
              <a:ext uri="{FF2B5EF4-FFF2-40B4-BE49-F238E27FC236}">
                <a16:creationId xmlns:a16="http://schemas.microsoft.com/office/drawing/2014/main" id="{3ED0072F-082F-5A28-72E7-DC031A118520}"/>
              </a:ext>
            </a:extLst>
          </p:cNvPr>
          <p:cNvSpPr/>
          <p:nvPr/>
        </p:nvSpPr>
        <p:spPr>
          <a:xfrm>
            <a:off x="6733544" y="1331539"/>
            <a:ext cx="2553763" cy="298729"/>
          </a:xfrm>
          <a:prstGeom prst="roundRect">
            <a:avLst>
              <a:gd name="adj" fmla="val 50000"/>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 6">
            <a:extLst>
              <a:ext uri="{FF2B5EF4-FFF2-40B4-BE49-F238E27FC236}">
                <a16:creationId xmlns:a16="http://schemas.microsoft.com/office/drawing/2014/main" id="{A7EA56BF-8F08-18AF-5163-128B04B04A99}"/>
              </a:ext>
            </a:extLst>
          </p:cNvPr>
          <p:cNvSpPr/>
          <p:nvPr/>
        </p:nvSpPr>
        <p:spPr>
          <a:xfrm>
            <a:off x="6999698" y="1346823"/>
            <a:ext cx="2233153" cy="256032"/>
          </a:xfrm>
          <a:prstGeom prst="rect">
            <a:avLst/>
          </a:prstGeom>
          <a:noFill/>
          <a:ln/>
        </p:spPr>
        <p:txBody>
          <a:bodyPr wrap="square" lIns="0" tIns="0" rIns="0" bIns="0" rtlCol="0" anchor="ctr">
            <a:normAutofit/>
          </a:bodyPr>
          <a:lstStyle/>
          <a:p>
            <a:r>
              <a:rPr lang="en-US" sz="1400" b="1">
                <a:solidFill>
                  <a:schemeClr val="bg1"/>
                </a:solidFill>
                <a:latin typeface="Montserrat" panose="00000500000000000000" pitchFamily="2" charset="0"/>
                <a:ea typeface="Aptos Display" pitchFamily="34" charset="-122"/>
                <a:cs typeface="Aptos Display" pitchFamily="34" charset="-120"/>
              </a:rPr>
              <a:t>Our Solution Snapshot</a:t>
            </a:r>
            <a:endParaRPr lang="en-US" sz="1400">
              <a:solidFill>
                <a:schemeClr val="bg1"/>
              </a:solidFill>
              <a:latin typeface="Montserrat" panose="00000500000000000000" pitchFamily="2" charset="0"/>
            </a:endParaRPr>
          </a:p>
        </p:txBody>
      </p:sp>
      <p:grpSp>
        <p:nvGrpSpPr>
          <p:cNvPr id="19" name="Group 18">
            <a:extLst>
              <a:ext uri="{FF2B5EF4-FFF2-40B4-BE49-F238E27FC236}">
                <a16:creationId xmlns:a16="http://schemas.microsoft.com/office/drawing/2014/main" id="{DD297D8D-5034-4B1E-2F4E-014EB56D5288}"/>
              </a:ext>
            </a:extLst>
          </p:cNvPr>
          <p:cNvGrpSpPr/>
          <p:nvPr/>
        </p:nvGrpSpPr>
        <p:grpSpPr>
          <a:xfrm>
            <a:off x="6315075" y="1172651"/>
            <a:ext cx="616505" cy="616505"/>
            <a:chOff x="1035099" y="1052001"/>
            <a:chExt cx="616505" cy="616505"/>
          </a:xfrm>
        </p:grpSpPr>
        <p:sp>
          <p:nvSpPr>
            <p:cNvPr id="13" name="Oval 12">
              <a:extLst>
                <a:ext uri="{FF2B5EF4-FFF2-40B4-BE49-F238E27FC236}">
                  <a16:creationId xmlns:a16="http://schemas.microsoft.com/office/drawing/2014/main" id="{B7BF9FAB-DAA6-7007-8A4E-A05528408767}"/>
                </a:ext>
              </a:extLst>
            </p:cNvPr>
            <p:cNvSpPr/>
            <p:nvPr/>
          </p:nvSpPr>
          <p:spPr>
            <a:xfrm>
              <a:off x="1035099" y="1052001"/>
              <a:ext cx="616505" cy="616505"/>
            </a:xfrm>
            <a:prstGeom prst="ellipse">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4F6EE915-7834-4B38-CD97-7CDC58E20083}"/>
                </a:ext>
              </a:extLst>
            </p:cNvPr>
            <p:cNvSpPr/>
            <p:nvPr/>
          </p:nvSpPr>
          <p:spPr>
            <a:xfrm>
              <a:off x="1080021" y="1096923"/>
              <a:ext cx="526661" cy="526661"/>
            </a:xfrm>
            <a:prstGeom prst="ellipse">
              <a:avLst/>
            </a:prstGeom>
            <a:solidFill>
              <a:schemeClr val="bg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0DBC5666-D230-7E9F-DEA3-6CCD6F4E3F7B}"/>
              </a:ext>
            </a:extLst>
          </p:cNvPr>
          <p:cNvGrpSpPr/>
          <p:nvPr/>
        </p:nvGrpSpPr>
        <p:grpSpPr>
          <a:xfrm>
            <a:off x="1061040" y="1172651"/>
            <a:ext cx="2972232" cy="616505"/>
            <a:chOff x="1035099" y="1153601"/>
            <a:chExt cx="2972232" cy="616505"/>
          </a:xfrm>
        </p:grpSpPr>
        <p:sp>
          <p:nvSpPr>
            <p:cNvPr id="34" name="Rectangle: Rounded Corners 33">
              <a:extLst>
                <a:ext uri="{FF2B5EF4-FFF2-40B4-BE49-F238E27FC236}">
                  <a16:creationId xmlns:a16="http://schemas.microsoft.com/office/drawing/2014/main" id="{80A31543-9DDB-FC8E-A628-763B3C023BCB}"/>
                </a:ext>
              </a:extLst>
            </p:cNvPr>
            <p:cNvSpPr/>
            <p:nvPr/>
          </p:nvSpPr>
          <p:spPr>
            <a:xfrm>
              <a:off x="1453568" y="1312489"/>
              <a:ext cx="2553763" cy="298729"/>
            </a:xfrm>
            <a:prstGeom prst="roundRect">
              <a:avLst>
                <a:gd name="adj" fmla="val 50000"/>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ext 6">
              <a:extLst>
                <a:ext uri="{FF2B5EF4-FFF2-40B4-BE49-F238E27FC236}">
                  <a16:creationId xmlns:a16="http://schemas.microsoft.com/office/drawing/2014/main" id="{EA4ECBC9-1A46-5994-A874-FB47E50DC3C8}"/>
                </a:ext>
              </a:extLst>
            </p:cNvPr>
            <p:cNvSpPr/>
            <p:nvPr/>
          </p:nvSpPr>
          <p:spPr>
            <a:xfrm>
              <a:off x="1719722" y="1327773"/>
              <a:ext cx="2233153" cy="256032"/>
            </a:xfrm>
            <a:prstGeom prst="rect">
              <a:avLst/>
            </a:prstGeom>
            <a:noFill/>
            <a:ln/>
          </p:spPr>
          <p:txBody>
            <a:bodyPr wrap="square" lIns="0" tIns="0" rIns="0" bIns="0" rtlCol="0" anchor="ctr">
              <a:normAutofit/>
            </a:bodyPr>
            <a:lstStyle/>
            <a:p>
              <a:pPr marL="0" indent="0">
                <a:buNone/>
              </a:pPr>
              <a:r>
                <a:rPr lang="en-US" sz="1400" b="1">
                  <a:solidFill>
                    <a:schemeClr val="bg1"/>
                  </a:solidFill>
                  <a:latin typeface="Montserrat" panose="00000500000000000000" pitchFamily="2" charset="0"/>
                  <a:ea typeface="Aptos Display" pitchFamily="34" charset="-122"/>
                  <a:cs typeface="Aptos Display" pitchFamily="34" charset="-120"/>
                </a:rPr>
                <a:t>Business Requirement</a:t>
              </a:r>
              <a:endParaRPr lang="en-US" sz="1400">
                <a:solidFill>
                  <a:schemeClr val="bg1"/>
                </a:solidFill>
                <a:latin typeface="Montserrat" panose="00000500000000000000" pitchFamily="2" charset="0"/>
              </a:endParaRPr>
            </a:p>
          </p:txBody>
        </p:sp>
        <p:grpSp>
          <p:nvGrpSpPr>
            <p:cNvPr id="38" name="Group 37">
              <a:extLst>
                <a:ext uri="{FF2B5EF4-FFF2-40B4-BE49-F238E27FC236}">
                  <a16:creationId xmlns:a16="http://schemas.microsoft.com/office/drawing/2014/main" id="{0757571E-D381-DCF9-6D0A-77C7FF4D9929}"/>
                </a:ext>
              </a:extLst>
            </p:cNvPr>
            <p:cNvGrpSpPr/>
            <p:nvPr/>
          </p:nvGrpSpPr>
          <p:grpSpPr>
            <a:xfrm>
              <a:off x="1035099" y="1153601"/>
              <a:ext cx="616505" cy="616505"/>
              <a:chOff x="1035099" y="1052001"/>
              <a:chExt cx="616505" cy="616505"/>
            </a:xfrm>
          </p:grpSpPr>
          <p:sp>
            <p:nvSpPr>
              <p:cNvPr id="42" name="Oval 41">
                <a:extLst>
                  <a:ext uri="{FF2B5EF4-FFF2-40B4-BE49-F238E27FC236}">
                    <a16:creationId xmlns:a16="http://schemas.microsoft.com/office/drawing/2014/main" id="{A792BAC4-4C4B-0111-C1C5-8C0871DBC5C9}"/>
                  </a:ext>
                </a:extLst>
              </p:cNvPr>
              <p:cNvSpPr/>
              <p:nvPr/>
            </p:nvSpPr>
            <p:spPr>
              <a:xfrm>
                <a:off x="1035099" y="1052001"/>
                <a:ext cx="616505" cy="616505"/>
              </a:xfrm>
              <a:prstGeom prst="ellipse">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BA7E7E80-0C0C-F2BA-21EF-E6034123F9A0}"/>
                  </a:ext>
                </a:extLst>
              </p:cNvPr>
              <p:cNvSpPr/>
              <p:nvPr/>
            </p:nvSpPr>
            <p:spPr>
              <a:xfrm>
                <a:off x="1080021" y="1096923"/>
                <a:ext cx="526661" cy="526661"/>
              </a:xfrm>
              <a:prstGeom prst="ellipse">
                <a:avLst/>
              </a:prstGeom>
              <a:solidFill>
                <a:schemeClr val="bg1"/>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40" name="Picture 39">
              <a:extLst>
                <a:ext uri="{FF2B5EF4-FFF2-40B4-BE49-F238E27FC236}">
                  <a16:creationId xmlns:a16="http://schemas.microsoft.com/office/drawing/2014/main" id="{55FE2220-D636-3B6D-F860-1BF9228813C7}"/>
                </a:ext>
              </a:extLst>
            </p:cNvPr>
            <p:cNvPicPr>
              <a:picLocks noChangeAspect="1"/>
            </p:cNvPicPr>
            <p:nvPr/>
          </p:nvPicPr>
          <p:blipFill>
            <a:blip r:embed="rId3"/>
            <a:srcRect/>
            <a:stretch/>
          </p:blipFill>
          <p:spPr>
            <a:xfrm>
              <a:off x="1155599" y="1252797"/>
              <a:ext cx="391564" cy="391564"/>
            </a:xfrm>
            <a:prstGeom prst="rect">
              <a:avLst/>
            </a:prstGeom>
          </p:spPr>
        </p:pic>
      </p:grpSp>
      <p:pic>
        <p:nvPicPr>
          <p:cNvPr id="10" name="Picture 9">
            <a:extLst>
              <a:ext uri="{FF2B5EF4-FFF2-40B4-BE49-F238E27FC236}">
                <a16:creationId xmlns:a16="http://schemas.microsoft.com/office/drawing/2014/main" id="{5DCE956E-D56F-06DF-054C-62394AC311F6}"/>
              </a:ext>
            </a:extLst>
          </p:cNvPr>
          <p:cNvPicPr>
            <a:picLocks noChangeAspect="1"/>
          </p:cNvPicPr>
          <p:nvPr/>
        </p:nvPicPr>
        <p:blipFill>
          <a:blip r:embed="rId4"/>
          <a:stretch>
            <a:fillRect/>
          </a:stretch>
        </p:blipFill>
        <p:spPr>
          <a:xfrm>
            <a:off x="6430028" y="1285988"/>
            <a:ext cx="378875" cy="378875"/>
          </a:xfrm>
          <a:prstGeom prst="rect">
            <a:avLst/>
          </a:prstGeom>
        </p:spPr>
      </p:pic>
      <p:sp>
        <p:nvSpPr>
          <p:cNvPr id="48" name="TextBox 47">
            <a:extLst>
              <a:ext uri="{FF2B5EF4-FFF2-40B4-BE49-F238E27FC236}">
                <a16:creationId xmlns:a16="http://schemas.microsoft.com/office/drawing/2014/main" id="{DF9374F6-8593-19F0-39F7-877F70A518C9}"/>
              </a:ext>
            </a:extLst>
          </p:cNvPr>
          <p:cNvSpPr txBox="1"/>
          <p:nvPr/>
        </p:nvSpPr>
        <p:spPr>
          <a:xfrm>
            <a:off x="1947154" y="785708"/>
            <a:ext cx="8297693" cy="307777"/>
          </a:xfrm>
          <a:prstGeom prst="rect">
            <a:avLst/>
          </a:prstGeom>
          <a:noFill/>
        </p:spPr>
        <p:txBody>
          <a:bodyPr wrap="square">
            <a:spAutoFit/>
          </a:bodyPr>
          <a:lstStyle/>
          <a:p>
            <a:pPr algn="ctr"/>
            <a:r>
              <a:rPr lang="en-US" sz="1400" b="1" err="1">
                <a:latin typeface="Montserrat" panose="00000500000000000000" pitchFamily="2" charset="0"/>
              </a:rPr>
              <a:t>Academian’s</a:t>
            </a:r>
            <a:r>
              <a:rPr lang="en-US" sz="1400" b="1">
                <a:latin typeface="Montserrat" panose="00000500000000000000" pitchFamily="2" charset="0"/>
              </a:rPr>
              <a:t> AI-Powered Curriculum Intelligence Platform for Discovery Education</a:t>
            </a:r>
            <a:endParaRPr lang="en-US" sz="1400">
              <a:latin typeface="Montserrat" panose="00000500000000000000" pitchFamily="2" charset="0"/>
            </a:endParaRPr>
          </a:p>
        </p:txBody>
      </p:sp>
      <p:grpSp>
        <p:nvGrpSpPr>
          <p:cNvPr id="89" name="Group 88">
            <a:extLst>
              <a:ext uri="{FF2B5EF4-FFF2-40B4-BE49-F238E27FC236}">
                <a16:creationId xmlns:a16="http://schemas.microsoft.com/office/drawing/2014/main" id="{4CDDFA25-BB9E-C064-03B8-42D654956BC8}"/>
              </a:ext>
            </a:extLst>
          </p:cNvPr>
          <p:cNvGrpSpPr/>
          <p:nvPr/>
        </p:nvGrpSpPr>
        <p:grpSpPr>
          <a:xfrm>
            <a:off x="1432084" y="4420888"/>
            <a:ext cx="9304386" cy="1064617"/>
            <a:chOff x="1367608" y="4432611"/>
            <a:chExt cx="9304386" cy="1064617"/>
          </a:xfrm>
        </p:grpSpPr>
        <p:grpSp>
          <p:nvGrpSpPr>
            <p:cNvPr id="60" name="Group 59">
              <a:extLst>
                <a:ext uri="{FF2B5EF4-FFF2-40B4-BE49-F238E27FC236}">
                  <a16:creationId xmlns:a16="http://schemas.microsoft.com/office/drawing/2014/main" id="{45E255E4-1A3B-2C9E-2C69-136AA7FBC03C}"/>
                </a:ext>
              </a:extLst>
            </p:cNvPr>
            <p:cNvGrpSpPr/>
            <p:nvPr/>
          </p:nvGrpSpPr>
          <p:grpSpPr>
            <a:xfrm>
              <a:off x="1367608" y="4432611"/>
              <a:ext cx="2848115" cy="475488"/>
              <a:chOff x="1160317" y="4443984"/>
              <a:chExt cx="2848115" cy="475488"/>
            </a:xfrm>
          </p:grpSpPr>
          <p:sp>
            <p:nvSpPr>
              <p:cNvPr id="160" name="Shape 37">
                <a:extLst>
                  <a:ext uri="{FF2B5EF4-FFF2-40B4-BE49-F238E27FC236}">
                    <a16:creationId xmlns:a16="http://schemas.microsoft.com/office/drawing/2014/main" id="{75899896-E1CE-8840-CBBA-DF89B5385A81}"/>
                  </a:ext>
                </a:extLst>
              </p:cNvPr>
              <p:cNvSpPr/>
              <p:nvPr/>
            </p:nvSpPr>
            <p:spPr>
              <a:xfrm>
                <a:off x="1160317" y="4443984"/>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a:lstStyle/>
              <a:p>
                <a:pPr defTabSz="914400"/>
                <a:r>
                  <a:rPr lang="en-US" sz="1000" b="1">
                    <a:latin typeface="Montserrat" panose="00000500000000000000" pitchFamily="2" charset="0"/>
                    <a:ea typeface="Aptos Display" pitchFamily="34" charset="-122"/>
                    <a:cs typeface="Aptos Display" pitchFamily="34" charset="-120"/>
                  </a:rPr>
                  <a:t>Quality assurance</a:t>
                </a:r>
              </a:p>
              <a:p>
                <a:pPr defTabSz="914400"/>
                <a:r>
                  <a:rPr lang="en-US" sz="1000">
                    <a:latin typeface="Montserrat" panose="00000500000000000000" pitchFamily="2" charset="0"/>
                    <a:ea typeface="Aptos" pitchFamily="34" charset="-122"/>
                    <a:cs typeface="Aptos" pitchFamily="34" charset="-120"/>
                  </a:rPr>
                  <a:t>AI validation and human review</a:t>
                </a:r>
                <a:endParaRPr lang="en-US" sz="1000">
                  <a:latin typeface="Montserrat" panose="00000500000000000000" pitchFamily="2" charset="0"/>
                </a:endParaRPr>
              </a:p>
            </p:txBody>
          </p:sp>
          <p:sp>
            <p:nvSpPr>
              <p:cNvPr id="161" name="Shape 38">
                <a:extLst>
                  <a:ext uri="{FF2B5EF4-FFF2-40B4-BE49-F238E27FC236}">
                    <a16:creationId xmlns:a16="http://schemas.microsoft.com/office/drawing/2014/main" id="{188573D6-1CBF-A233-C8B8-B1C7C2EBDF12}"/>
                  </a:ext>
                </a:extLst>
              </p:cNvPr>
              <p:cNvSpPr/>
              <p:nvPr/>
            </p:nvSpPr>
            <p:spPr>
              <a:xfrm>
                <a:off x="1270045" y="4545277"/>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1</a:t>
                </a:r>
                <a:endParaRPr lang="en-US" sz="1000">
                  <a:solidFill>
                    <a:prstClr val="black"/>
                  </a:solidFill>
                  <a:latin typeface="Montserrat" panose="00000500000000000000" pitchFamily="2" charset="0"/>
                </a:endParaRPr>
              </a:p>
            </p:txBody>
          </p:sp>
        </p:grpSp>
        <p:grpSp>
          <p:nvGrpSpPr>
            <p:cNvPr id="58" name="Group 57">
              <a:extLst>
                <a:ext uri="{FF2B5EF4-FFF2-40B4-BE49-F238E27FC236}">
                  <a16:creationId xmlns:a16="http://schemas.microsoft.com/office/drawing/2014/main" id="{BE59D57E-79FC-F9B3-12C0-8121994E0833}"/>
                </a:ext>
              </a:extLst>
            </p:cNvPr>
            <p:cNvGrpSpPr/>
            <p:nvPr/>
          </p:nvGrpSpPr>
          <p:grpSpPr>
            <a:xfrm>
              <a:off x="7823879" y="4432611"/>
              <a:ext cx="2848115" cy="475488"/>
              <a:chOff x="1312717" y="4432611"/>
              <a:chExt cx="2848115" cy="475488"/>
            </a:xfrm>
          </p:grpSpPr>
          <p:sp>
            <p:nvSpPr>
              <p:cNvPr id="52" name="Shape 37">
                <a:extLst>
                  <a:ext uri="{FF2B5EF4-FFF2-40B4-BE49-F238E27FC236}">
                    <a16:creationId xmlns:a16="http://schemas.microsoft.com/office/drawing/2014/main" id="{03C3BF13-8843-1ACE-EE56-AD33D92D2284}"/>
                  </a:ext>
                </a:extLst>
              </p:cNvPr>
              <p:cNvSpPr/>
              <p:nvPr/>
            </p:nvSpPr>
            <p:spPr>
              <a:xfrm>
                <a:off x="1312717" y="4432611"/>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anchor="ctr"/>
              <a:lstStyle/>
              <a:p>
                <a:pPr defTabSz="914400"/>
                <a:r>
                  <a:rPr lang="en-US" sz="1000" b="1">
                    <a:latin typeface="Montserrat" panose="00000500000000000000" pitchFamily="2" charset="0"/>
                    <a:ea typeface="Aptos Display" pitchFamily="34" charset="-122"/>
                    <a:cs typeface="Aptos Display" pitchFamily="34" charset="-120"/>
                  </a:rPr>
                  <a:t>Reduced delivery risk</a:t>
                </a:r>
              </a:p>
              <a:p>
                <a:pPr defTabSz="914400"/>
                <a:r>
                  <a:rPr lang="en-US" sz="1000">
                    <a:latin typeface="Montserrat" panose="00000500000000000000" pitchFamily="2" charset="0"/>
                    <a:ea typeface="Aptos" pitchFamily="34" charset="-122"/>
                    <a:cs typeface="Aptos" pitchFamily="34" charset="-120"/>
                  </a:rPr>
                  <a:t>Reuse IP and platform services</a:t>
                </a:r>
              </a:p>
            </p:txBody>
          </p:sp>
          <p:sp>
            <p:nvSpPr>
              <p:cNvPr id="56" name="Shape 38">
                <a:extLst>
                  <a:ext uri="{FF2B5EF4-FFF2-40B4-BE49-F238E27FC236}">
                    <a16:creationId xmlns:a16="http://schemas.microsoft.com/office/drawing/2014/main" id="{E1269AA2-F529-F1F9-2F08-1A7B92752335}"/>
                  </a:ext>
                </a:extLst>
              </p:cNvPr>
              <p:cNvSpPr/>
              <p:nvPr/>
            </p:nvSpPr>
            <p:spPr>
              <a:xfrm>
                <a:off x="1422445" y="4533904"/>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3</a:t>
                </a:r>
                <a:endParaRPr lang="en-US" sz="1000">
                  <a:solidFill>
                    <a:prstClr val="black"/>
                  </a:solidFill>
                  <a:latin typeface="Montserrat" panose="00000500000000000000" pitchFamily="2" charset="0"/>
                </a:endParaRPr>
              </a:p>
            </p:txBody>
          </p:sp>
        </p:grpSp>
        <p:grpSp>
          <p:nvGrpSpPr>
            <p:cNvPr id="62" name="Group 61">
              <a:extLst>
                <a:ext uri="{FF2B5EF4-FFF2-40B4-BE49-F238E27FC236}">
                  <a16:creationId xmlns:a16="http://schemas.microsoft.com/office/drawing/2014/main" id="{4697CE2D-3895-E415-7A55-5EFC75FDCB57}"/>
                </a:ext>
              </a:extLst>
            </p:cNvPr>
            <p:cNvGrpSpPr/>
            <p:nvPr/>
          </p:nvGrpSpPr>
          <p:grpSpPr>
            <a:xfrm>
              <a:off x="4595744" y="4432611"/>
              <a:ext cx="2848115" cy="475488"/>
              <a:chOff x="1312717" y="4432611"/>
              <a:chExt cx="2848115" cy="475488"/>
            </a:xfrm>
          </p:grpSpPr>
          <p:sp>
            <p:nvSpPr>
              <p:cNvPr id="64" name="Shape 37">
                <a:extLst>
                  <a:ext uri="{FF2B5EF4-FFF2-40B4-BE49-F238E27FC236}">
                    <a16:creationId xmlns:a16="http://schemas.microsoft.com/office/drawing/2014/main" id="{27627914-A4C8-3778-920F-AABA2A388C0E}"/>
                  </a:ext>
                </a:extLst>
              </p:cNvPr>
              <p:cNvSpPr/>
              <p:nvPr/>
            </p:nvSpPr>
            <p:spPr>
              <a:xfrm>
                <a:off x="1312717" y="4432611"/>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anchor="ctr"/>
              <a:lstStyle/>
              <a:p>
                <a:pPr defTabSz="914400"/>
                <a:r>
                  <a:rPr lang="en-US" sz="1000" b="1">
                    <a:latin typeface="Montserrat" panose="00000500000000000000" pitchFamily="2" charset="0"/>
                    <a:ea typeface="Aptos Display" pitchFamily="34" charset="-122"/>
                    <a:cs typeface="Aptos Display" pitchFamily="34" charset="-120"/>
                  </a:rPr>
                  <a:t>End-to-end traceability</a:t>
                </a:r>
              </a:p>
              <a:p>
                <a:pPr defTabSz="914400"/>
                <a:r>
                  <a:rPr lang="en-US" sz="1000">
                    <a:latin typeface="Montserrat" panose="00000500000000000000" pitchFamily="2" charset="0"/>
                    <a:ea typeface="Aptos" pitchFamily="34" charset="-122"/>
                    <a:cs typeface="Aptos" pitchFamily="34" charset="-120"/>
                  </a:rPr>
                  <a:t>Standards through approvals</a:t>
                </a:r>
              </a:p>
            </p:txBody>
          </p:sp>
          <p:sp>
            <p:nvSpPr>
              <p:cNvPr id="66" name="Shape 38">
                <a:extLst>
                  <a:ext uri="{FF2B5EF4-FFF2-40B4-BE49-F238E27FC236}">
                    <a16:creationId xmlns:a16="http://schemas.microsoft.com/office/drawing/2014/main" id="{CF171F0D-2AC8-BA32-A81C-2BD8D97A5E2A}"/>
                  </a:ext>
                </a:extLst>
              </p:cNvPr>
              <p:cNvSpPr/>
              <p:nvPr/>
            </p:nvSpPr>
            <p:spPr>
              <a:xfrm>
                <a:off x="1422445" y="4533904"/>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2</a:t>
                </a:r>
                <a:endParaRPr lang="en-US" sz="1000">
                  <a:solidFill>
                    <a:prstClr val="black"/>
                  </a:solidFill>
                  <a:latin typeface="Montserrat" panose="00000500000000000000" pitchFamily="2" charset="0"/>
                </a:endParaRPr>
              </a:p>
            </p:txBody>
          </p:sp>
        </p:grpSp>
        <p:grpSp>
          <p:nvGrpSpPr>
            <p:cNvPr id="70" name="Group 69">
              <a:extLst>
                <a:ext uri="{FF2B5EF4-FFF2-40B4-BE49-F238E27FC236}">
                  <a16:creationId xmlns:a16="http://schemas.microsoft.com/office/drawing/2014/main" id="{74269411-6432-15C3-D63E-842F3D1D3430}"/>
                </a:ext>
              </a:extLst>
            </p:cNvPr>
            <p:cNvGrpSpPr/>
            <p:nvPr/>
          </p:nvGrpSpPr>
          <p:grpSpPr>
            <a:xfrm>
              <a:off x="1367608" y="5021740"/>
              <a:ext cx="2848115" cy="475488"/>
              <a:chOff x="1160317" y="4443984"/>
              <a:chExt cx="2848115" cy="475488"/>
            </a:xfrm>
          </p:grpSpPr>
          <p:sp>
            <p:nvSpPr>
              <p:cNvPr id="72" name="Shape 37">
                <a:extLst>
                  <a:ext uri="{FF2B5EF4-FFF2-40B4-BE49-F238E27FC236}">
                    <a16:creationId xmlns:a16="http://schemas.microsoft.com/office/drawing/2014/main" id="{CE80BDD4-F106-344C-C4C4-9E5245C3B788}"/>
                  </a:ext>
                </a:extLst>
              </p:cNvPr>
              <p:cNvSpPr/>
              <p:nvPr/>
            </p:nvSpPr>
            <p:spPr>
              <a:xfrm>
                <a:off x="1160317" y="4443984"/>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a:lstStyle/>
              <a:p>
                <a:pPr defTabSz="914400"/>
                <a:r>
                  <a:rPr lang="en-US" sz="1000" b="1">
                    <a:latin typeface="Montserrat" panose="00000500000000000000" pitchFamily="2" charset="0"/>
                    <a:ea typeface="Aptos Display" pitchFamily="34" charset="-122"/>
                    <a:cs typeface="Aptos Display" pitchFamily="34" charset="-120"/>
                  </a:rPr>
                  <a:t>Scalable foundation</a:t>
                </a:r>
              </a:p>
              <a:p>
                <a:pPr defTabSz="914400"/>
                <a:r>
                  <a:rPr lang="en-US" sz="1000">
                    <a:latin typeface="Montserrat" panose="00000500000000000000" pitchFamily="2" charset="0"/>
                    <a:ea typeface="Aptos" pitchFamily="34" charset="-122"/>
                    <a:cs typeface="Aptos" pitchFamily="34" charset="-120"/>
                  </a:rPr>
                  <a:t>Extend to new use cases</a:t>
                </a:r>
                <a:endParaRPr lang="en-US" sz="1000">
                  <a:latin typeface="Montserrat" panose="00000500000000000000" pitchFamily="2" charset="0"/>
                </a:endParaRPr>
              </a:p>
            </p:txBody>
          </p:sp>
          <p:sp>
            <p:nvSpPr>
              <p:cNvPr id="74" name="Shape 38">
                <a:extLst>
                  <a:ext uri="{FF2B5EF4-FFF2-40B4-BE49-F238E27FC236}">
                    <a16:creationId xmlns:a16="http://schemas.microsoft.com/office/drawing/2014/main" id="{B8033504-1E71-9005-A858-07C75D0AF48F}"/>
                  </a:ext>
                </a:extLst>
              </p:cNvPr>
              <p:cNvSpPr/>
              <p:nvPr/>
            </p:nvSpPr>
            <p:spPr>
              <a:xfrm>
                <a:off x="1270045" y="4545277"/>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4</a:t>
                </a:r>
                <a:endParaRPr lang="en-US" sz="1000">
                  <a:solidFill>
                    <a:prstClr val="black"/>
                  </a:solidFill>
                  <a:latin typeface="Montserrat" panose="00000500000000000000" pitchFamily="2" charset="0"/>
                </a:endParaRPr>
              </a:p>
            </p:txBody>
          </p:sp>
        </p:grpSp>
        <p:grpSp>
          <p:nvGrpSpPr>
            <p:cNvPr id="76" name="Group 75">
              <a:extLst>
                <a:ext uri="{FF2B5EF4-FFF2-40B4-BE49-F238E27FC236}">
                  <a16:creationId xmlns:a16="http://schemas.microsoft.com/office/drawing/2014/main" id="{EB59A518-B7D7-995E-B351-A0527F154E84}"/>
                </a:ext>
              </a:extLst>
            </p:cNvPr>
            <p:cNvGrpSpPr/>
            <p:nvPr/>
          </p:nvGrpSpPr>
          <p:grpSpPr>
            <a:xfrm>
              <a:off x="7823879" y="5021740"/>
              <a:ext cx="2848115" cy="475488"/>
              <a:chOff x="1312717" y="4432611"/>
              <a:chExt cx="2848115" cy="475488"/>
            </a:xfrm>
          </p:grpSpPr>
          <p:sp>
            <p:nvSpPr>
              <p:cNvPr id="78" name="Shape 37">
                <a:extLst>
                  <a:ext uri="{FF2B5EF4-FFF2-40B4-BE49-F238E27FC236}">
                    <a16:creationId xmlns:a16="http://schemas.microsoft.com/office/drawing/2014/main" id="{A7C9D8FF-877D-71F5-004C-B732C81BA6BE}"/>
                  </a:ext>
                </a:extLst>
              </p:cNvPr>
              <p:cNvSpPr/>
              <p:nvPr/>
            </p:nvSpPr>
            <p:spPr>
              <a:xfrm>
                <a:off x="1312717" y="4432611"/>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rIns="0"/>
              <a:lstStyle/>
              <a:p>
                <a:pPr defTabSz="914400"/>
                <a:r>
                  <a:rPr lang="en-US" sz="1000" b="1">
                    <a:latin typeface="Montserrat" panose="00000500000000000000" pitchFamily="2" charset="0"/>
                    <a:ea typeface="Aptos Display" pitchFamily="34" charset="-122"/>
                    <a:cs typeface="Aptos Display" pitchFamily="34" charset="-120"/>
                  </a:rPr>
                  <a:t>Faster turnaround</a:t>
                </a:r>
              </a:p>
              <a:p>
                <a:pPr defTabSz="914400"/>
                <a:r>
                  <a:rPr lang="en-US" sz="1000">
                    <a:latin typeface="Montserrat" panose="00000500000000000000" pitchFamily="2" charset="0"/>
                    <a:ea typeface="Aptos" pitchFamily="34" charset="-122"/>
                    <a:cs typeface="Aptos" pitchFamily="34" charset="-120"/>
                  </a:rPr>
                  <a:t>Accelerated analysis and alignment</a:t>
                </a:r>
              </a:p>
            </p:txBody>
          </p:sp>
          <p:sp>
            <p:nvSpPr>
              <p:cNvPr id="80" name="Shape 38">
                <a:extLst>
                  <a:ext uri="{FF2B5EF4-FFF2-40B4-BE49-F238E27FC236}">
                    <a16:creationId xmlns:a16="http://schemas.microsoft.com/office/drawing/2014/main" id="{19BE5F5D-41F5-B0E0-4742-9FF79F88F435}"/>
                  </a:ext>
                </a:extLst>
              </p:cNvPr>
              <p:cNvSpPr/>
              <p:nvPr/>
            </p:nvSpPr>
            <p:spPr>
              <a:xfrm>
                <a:off x="1422445" y="4533904"/>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6</a:t>
                </a:r>
                <a:endParaRPr lang="en-US" sz="1000">
                  <a:solidFill>
                    <a:prstClr val="black"/>
                  </a:solidFill>
                  <a:latin typeface="Montserrat" panose="00000500000000000000" pitchFamily="2" charset="0"/>
                </a:endParaRPr>
              </a:p>
            </p:txBody>
          </p:sp>
        </p:grpSp>
        <p:grpSp>
          <p:nvGrpSpPr>
            <p:cNvPr id="82" name="Group 81">
              <a:extLst>
                <a:ext uri="{FF2B5EF4-FFF2-40B4-BE49-F238E27FC236}">
                  <a16:creationId xmlns:a16="http://schemas.microsoft.com/office/drawing/2014/main" id="{43804A49-8F54-497C-B3C3-9157BC217570}"/>
                </a:ext>
              </a:extLst>
            </p:cNvPr>
            <p:cNvGrpSpPr/>
            <p:nvPr/>
          </p:nvGrpSpPr>
          <p:grpSpPr>
            <a:xfrm>
              <a:off x="4595744" y="5021740"/>
              <a:ext cx="2848115" cy="475488"/>
              <a:chOff x="1312717" y="4432611"/>
              <a:chExt cx="2848115" cy="475488"/>
            </a:xfrm>
          </p:grpSpPr>
          <p:sp>
            <p:nvSpPr>
              <p:cNvPr id="84" name="Shape 37">
                <a:extLst>
                  <a:ext uri="{FF2B5EF4-FFF2-40B4-BE49-F238E27FC236}">
                    <a16:creationId xmlns:a16="http://schemas.microsoft.com/office/drawing/2014/main" id="{93082267-DE93-76B7-10F7-6F76D2A29B1B}"/>
                  </a:ext>
                </a:extLst>
              </p:cNvPr>
              <p:cNvSpPr/>
              <p:nvPr/>
            </p:nvSpPr>
            <p:spPr>
              <a:xfrm>
                <a:off x="1312717" y="4432611"/>
                <a:ext cx="2848115" cy="475488"/>
              </a:xfrm>
              <a:prstGeom prst="roundRect">
                <a:avLst>
                  <a:gd name="adj" fmla="val 15385"/>
                </a:avLst>
              </a:prstGeom>
              <a:solidFill>
                <a:schemeClr val="bg1"/>
              </a:solidFill>
              <a:ln w="9525">
                <a:solidFill>
                  <a:schemeClr val="accent4">
                    <a:lumMod val="75000"/>
                  </a:schemeClr>
                </a:solidFill>
                <a:prstDash val="solid"/>
              </a:ln>
            </p:spPr>
            <p:txBody>
              <a:bodyPr lIns="457200"/>
              <a:lstStyle/>
              <a:p>
                <a:pPr defTabSz="914400"/>
                <a:r>
                  <a:rPr lang="en-US" sz="1000" b="1">
                    <a:latin typeface="Montserrat" panose="00000500000000000000" pitchFamily="2" charset="0"/>
                    <a:ea typeface="Aptos Display" pitchFamily="34" charset="-122"/>
                    <a:cs typeface="Aptos Display" pitchFamily="34" charset="-120"/>
                  </a:rPr>
                  <a:t>Stakeholder transparency</a:t>
                </a:r>
              </a:p>
              <a:p>
                <a:pPr defTabSz="914400"/>
                <a:r>
                  <a:rPr lang="en-US" sz="1000">
                    <a:latin typeface="Montserrat" panose="00000500000000000000" pitchFamily="2" charset="0"/>
                    <a:ea typeface="Aptos" pitchFamily="34" charset="-122"/>
                    <a:cs typeface="Aptos" pitchFamily="34" charset="-120"/>
                  </a:rPr>
                  <a:t>Dashboards and insights</a:t>
                </a:r>
              </a:p>
            </p:txBody>
          </p:sp>
          <p:sp>
            <p:nvSpPr>
              <p:cNvPr id="86" name="Shape 38">
                <a:extLst>
                  <a:ext uri="{FF2B5EF4-FFF2-40B4-BE49-F238E27FC236}">
                    <a16:creationId xmlns:a16="http://schemas.microsoft.com/office/drawing/2014/main" id="{6D2674BC-1F6D-71D1-4BD7-40BD586969FF}"/>
                  </a:ext>
                </a:extLst>
              </p:cNvPr>
              <p:cNvSpPr/>
              <p:nvPr/>
            </p:nvSpPr>
            <p:spPr>
              <a:xfrm>
                <a:off x="1422445" y="4533904"/>
                <a:ext cx="272903" cy="272903"/>
              </a:xfrm>
              <a:prstGeom prst="ellipse">
                <a:avLst/>
              </a:prstGeom>
              <a:solidFill>
                <a:schemeClr val="accent4">
                  <a:lumMod val="75000"/>
                </a:schemeClr>
              </a:solidFill>
              <a:ln w="15240">
                <a:noFill/>
                <a:prstDash val="solid"/>
              </a:ln>
            </p:spPr>
            <p:txBody>
              <a:bodyPr anchor="ctr"/>
              <a:lstStyle/>
              <a:p>
                <a:pPr algn="ctr" defTabSz="914400"/>
                <a:r>
                  <a:rPr lang="en-US" sz="1000" b="1">
                    <a:solidFill>
                      <a:srgbClr val="FFFFFF"/>
                    </a:solidFill>
                    <a:latin typeface="Montserrat" panose="00000500000000000000" pitchFamily="2" charset="0"/>
                    <a:ea typeface="Aptos Display" pitchFamily="34" charset="-122"/>
                    <a:cs typeface="Aptos Display" pitchFamily="34" charset="-120"/>
                  </a:rPr>
                  <a:t>5</a:t>
                </a:r>
                <a:endParaRPr lang="en-US" sz="1000">
                  <a:solidFill>
                    <a:prstClr val="black"/>
                  </a:solidFill>
                  <a:latin typeface="Montserrat" panose="00000500000000000000" pitchFamily="2" charset="0"/>
                </a:endParaRPr>
              </a:p>
            </p:txBody>
          </p:sp>
        </p:grpSp>
      </p:grpSp>
    </p:spTree>
    <p:extLst>
      <p:ext uri="{BB962C8B-B14F-4D97-AF65-F5344CB8AC3E}">
        <p14:creationId xmlns:p14="http://schemas.microsoft.com/office/powerpoint/2010/main" val="1886353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 name="Shape 49">
            <a:extLst>
              <a:ext uri="{FF2B5EF4-FFF2-40B4-BE49-F238E27FC236}">
                <a16:creationId xmlns:a16="http://schemas.microsoft.com/office/drawing/2014/main" id="{ED297AAD-19C6-FD41-9EED-7037855934C8}"/>
              </a:ext>
            </a:extLst>
          </p:cNvPr>
          <p:cNvSpPr/>
          <p:nvPr/>
        </p:nvSpPr>
        <p:spPr>
          <a:xfrm>
            <a:off x="612949" y="5391845"/>
            <a:ext cx="11073284" cy="475488"/>
          </a:xfrm>
          <a:prstGeom prst="roundRect">
            <a:avLst>
              <a:gd name="adj" fmla="val 50000"/>
            </a:avLst>
          </a:prstGeom>
          <a:solidFill>
            <a:schemeClr val="accent3">
              <a:lumMod val="20000"/>
              <a:lumOff val="80000"/>
            </a:schemeClr>
          </a:solidFill>
          <a:ln w="6350">
            <a:solidFill>
              <a:schemeClr val="accent3">
                <a:lumMod val="50000"/>
              </a:schemeClr>
            </a:solidFill>
            <a:prstDash val="solid"/>
          </a:ln>
          <a:effectLst>
            <a:outerShdw blurRad="25400" dist="50800" dir="2700000" algn="bl" rotWithShape="0">
              <a:srgbClr val="000000">
                <a:alpha val="8000"/>
              </a:srgbClr>
            </a:outerShdw>
          </a:effectLst>
        </p:spPr>
        <p:txBody>
          <a:bodyPr anchor="ctr"/>
          <a:lstStyle/>
          <a:p>
            <a:pPr algn="ctr"/>
            <a:r>
              <a:rPr lang="en-US" sz="1000" b="1" err="1">
                <a:solidFill>
                  <a:srgbClr val="101820"/>
                </a:solidFill>
                <a:latin typeface="Montserrat" panose="00000500000000000000" pitchFamily="2" charset="0"/>
              </a:rPr>
              <a:t>Academian</a:t>
            </a:r>
            <a:r>
              <a:rPr lang="en-US" sz="1000" b="1">
                <a:solidFill>
                  <a:srgbClr val="101820"/>
                </a:solidFill>
                <a:latin typeface="Montserrat" panose="00000500000000000000" pitchFamily="2" charset="0"/>
              </a:rPr>
              <a:t> combines proven assets, platform expertise, and deep domain knowledge to help Discovery Education move faster and achieve greater impact.</a:t>
            </a:r>
            <a:endParaRPr lang="en-US" sz="1000">
              <a:latin typeface="Montserrat" panose="00000500000000000000" pitchFamily="2" charset="0"/>
            </a:endParaRPr>
          </a:p>
        </p:txBody>
      </p:sp>
      <p:sp>
        <p:nvSpPr>
          <p:cNvPr id="187" name="Text 51">
            <a:extLst>
              <a:ext uri="{FF2B5EF4-FFF2-40B4-BE49-F238E27FC236}">
                <a16:creationId xmlns:a16="http://schemas.microsoft.com/office/drawing/2014/main" id="{DDEAE3FB-CDC1-669B-73B9-0ADA6B5660BE}"/>
              </a:ext>
            </a:extLst>
          </p:cNvPr>
          <p:cNvSpPr/>
          <p:nvPr/>
        </p:nvSpPr>
        <p:spPr>
          <a:xfrm>
            <a:off x="1463040" y="6099048"/>
            <a:ext cx="146304" cy="100584"/>
          </a:xfrm>
          <a:prstGeom prst="rect">
            <a:avLst/>
          </a:prstGeom>
          <a:noFill/>
          <a:ln/>
        </p:spPr>
        <p:txBody>
          <a:bodyPr wrap="square" lIns="0" tIns="0" rIns="0" bIns="0" rtlCol="0" anchor="ctr">
            <a:normAutofit fontScale="92500" lnSpcReduction="20000"/>
          </a:bodyPr>
          <a:lstStyle/>
          <a:p>
            <a:pPr marL="0" indent="0" algn="ctr">
              <a:buNone/>
            </a:pPr>
            <a:endParaRPr lang="en-US" sz="900"/>
          </a:p>
        </p:txBody>
      </p:sp>
      <p:sp>
        <p:nvSpPr>
          <p:cNvPr id="3" name="TextBox 2">
            <a:extLst>
              <a:ext uri="{FF2B5EF4-FFF2-40B4-BE49-F238E27FC236}">
                <a16:creationId xmlns:a16="http://schemas.microsoft.com/office/drawing/2014/main" id="{F1D40060-6131-1304-4E27-770696BA784C}"/>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Why </a:t>
            </a:r>
            <a:r>
              <a:rPr lang="en-US" sz="2400" b="1" err="1">
                <a:solidFill>
                  <a:srgbClr val="092D69"/>
                </a:solidFill>
                <a:latin typeface="Montserrat "/>
              </a:rPr>
              <a:t>Academian</a:t>
            </a:r>
            <a:r>
              <a:rPr lang="en-US" sz="2400" b="1">
                <a:solidFill>
                  <a:srgbClr val="092D69"/>
                </a:solidFill>
                <a:latin typeface="Montserrat "/>
              </a:rPr>
              <a:t> Is The Best Choice</a:t>
            </a:r>
          </a:p>
        </p:txBody>
      </p:sp>
      <p:grpSp>
        <p:nvGrpSpPr>
          <p:cNvPr id="79" name="Group 78">
            <a:extLst>
              <a:ext uri="{FF2B5EF4-FFF2-40B4-BE49-F238E27FC236}">
                <a16:creationId xmlns:a16="http://schemas.microsoft.com/office/drawing/2014/main" id="{C4BD6FF7-AAF0-ECCC-C4BA-819453EFB62B}"/>
              </a:ext>
            </a:extLst>
          </p:cNvPr>
          <p:cNvGrpSpPr/>
          <p:nvPr/>
        </p:nvGrpSpPr>
        <p:grpSpPr>
          <a:xfrm>
            <a:off x="524189" y="1497601"/>
            <a:ext cx="11143622" cy="3596913"/>
            <a:chOff x="524189" y="1387069"/>
            <a:chExt cx="11143622" cy="3596913"/>
          </a:xfrm>
        </p:grpSpPr>
        <p:sp>
          <p:nvSpPr>
            <p:cNvPr id="24" name="Shape 5">
              <a:extLst>
                <a:ext uri="{FF2B5EF4-FFF2-40B4-BE49-F238E27FC236}">
                  <a16:creationId xmlns:a16="http://schemas.microsoft.com/office/drawing/2014/main" id="{71A6A568-91A6-4674-7CAB-BDD637499BF8}"/>
                </a:ext>
              </a:extLst>
            </p:cNvPr>
            <p:cNvSpPr/>
            <p:nvPr/>
          </p:nvSpPr>
          <p:spPr>
            <a:xfrm>
              <a:off x="524189" y="1533441"/>
              <a:ext cx="11143622" cy="3450541"/>
            </a:xfrm>
            <a:prstGeom prst="roundRect">
              <a:avLst>
                <a:gd name="adj" fmla="val 4984"/>
              </a:avLst>
            </a:prstGeom>
            <a:solidFill>
              <a:schemeClr val="accent1">
                <a:lumMod val="20000"/>
                <a:lumOff val="80000"/>
              </a:schemeClr>
            </a:solidFill>
            <a:ln w="15240">
              <a:noFill/>
              <a:prstDash val="solid"/>
            </a:ln>
            <a:effectLst/>
          </p:spPr>
          <p:txBody>
            <a:bodyPr/>
            <a:lstStyle/>
            <a:p>
              <a:endParaRPr lang="en-US"/>
            </a:p>
          </p:txBody>
        </p:sp>
        <p:grpSp>
          <p:nvGrpSpPr>
            <p:cNvPr id="78" name="Group 77">
              <a:extLst>
                <a:ext uri="{FF2B5EF4-FFF2-40B4-BE49-F238E27FC236}">
                  <a16:creationId xmlns:a16="http://schemas.microsoft.com/office/drawing/2014/main" id="{05866FB2-47C4-B2C2-1531-F7FCB91594E7}"/>
                </a:ext>
              </a:extLst>
            </p:cNvPr>
            <p:cNvGrpSpPr/>
            <p:nvPr/>
          </p:nvGrpSpPr>
          <p:grpSpPr>
            <a:xfrm>
              <a:off x="676656" y="1815544"/>
              <a:ext cx="10835640" cy="3027762"/>
              <a:chOff x="676656" y="1708730"/>
              <a:chExt cx="10835640" cy="3225010"/>
            </a:xfrm>
          </p:grpSpPr>
          <p:sp>
            <p:nvSpPr>
              <p:cNvPr id="56" name="Shape 7">
                <a:extLst>
                  <a:ext uri="{FF2B5EF4-FFF2-40B4-BE49-F238E27FC236}">
                    <a16:creationId xmlns:a16="http://schemas.microsoft.com/office/drawing/2014/main" id="{EE303B86-11DC-1C1D-1287-803FE3D8B556}"/>
                  </a:ext>
                </a:extLst>
              </p:cNvPr>
              <p:cNvSpPr/>
              <p:nvPr/>
            </p:nvSpPr>
            <p:spPr>
              <a:xfrm>
                <a:off x="676656" y="1708731"/>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83" name="Shape 14">
                <a:extLst>
                  <a:ext uri="{FF2B5EF4-FFF2-40B4-BE49-F238E27FC236}">
                    <a16:creationId xmlns:a16="http://schemas.microsoft.com/office/drawing/2014/main" id="{B77C82C3-DFE1-3523-9AB2-CD4745581BD8}"/>
                  </a:ext>
                </a:extLst>
              </p:cNvPr>
              <p:cNvSpPr/>
              <p:nvPr/>
            </p:nvSpPr>
            <p:spPr>
              <a:xfrm>
                <a:off x="2506980" y="1708731"/>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116" name="Shape 21">
                <a:extLst>
                  <a:ext uri="{FF2B5EF4-FFF2-40B4-BE49-F238E27FC236}">
                    <a16:creationId xmlns:a16="http://schemas.microsoft.com/office/drawing/2014/main" id="{EFB23929-79FD-D785-108E-C720F78FA42D}"/>
                  </a:ext>
                </a:extLst>
              </p:cNvPr>
              <p:cNvSpPr/>
              <p:nvPr/>
            </p:nvSpPr>
            <p:spPr>
              <a:xfrm>
                <a:off x="4337304" y="1708731"/>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133" name="Shape 28">
                <a:extLst>
                  <a:ext uri="{FF2B5EF4-FFF2-40B4-BE49-F238E27FC236}">
                    <a16:creationId xmlns:a16="http://schemas.microsoft.com/office/drawing/2014/main" id="{1B6BEE3C-FF28-9ED7-3E8A-7EDFB8504222}"/>
                  </a:ext>
                </a:extLst>
              </p:cNvPr>
              <p:cNvSpPr/>
              <p:nvPr/>
            </p:nvSpPr>
            <p:spPr>
              <a:xfrm>
                <a:off x="6167628" y="1708731"/>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147" name="Shape 35">
                <a:extLst>
                  <a:ext uri="{FF2B5EF4-FFF2-40B4-BE49-F238E27FC236}">
                    <a16:creationId xmlns:a16="http://schemas.microsoft.com/office/drawing/2014/main" id="{A351BEB4-65C4-1DC8-6624-A5FB25E0CEA3}"/>
                  </a:ext>
                </a:extLst>
              </p:cNvPr>
              <p:cNvSpPr/>
              <p:nvPr/>
            </p:nvSpPr>
            <p:spPr>
              <a:xfrm>
                <a:off x="7997952" y="1708731"/>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161" name="Shape 42">
                <a:extLst>
                  <a:ext uri="{FF2B5EF4-FFF2-40B4-BE49-F238E27FC236}">
                    <a16:creationId xmlns:a16="http://schemas.microsoft.com/office/drawing/2014/main" id="{B37B548A-6506-6682-CFB8-C7696B82D46E}"/>
                  </a:ext>
                </a:extLst>
              </p:cNvPr>
              <p:cNvSpPr/>
              <p:nvPr/>
            </p:nvSpPr>
            <p:spPr>
              <a:xfrm>
                <a:off x="9828276" y="1708730"/>
                <a:ext cx="1684020" cy="3225009"/>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grpSp>
        <p:sp>
          <p:nvSpPr>
            <p:cNvPr id="69" name="Text 9">
              <a:extLst>
                <a:ext uri="{FF2B5EF4-FFF2-40B4-BE49-F238E27FC236}">
                  <a16:creationId xmlns:a16="http://schemas.microsoft.com/office/drawing/2014/main" id="{B4CC1670-6048-8CE3-5CCD-DC6FC2D24922}"/>
                </a:ext>
              </a:extLst>
            </p:cNvPr>
            <p:cNvSpPr/>
            <p:nvPr/>
          </p:nvSpPr>
          <p:spPr>
            <a:xfrm>
              <a:off x="1317498" y="2039916"/>
              <a:ext cx="402336" cy="164592"/>
            </a:xfrm>
            <a:prstGeom prst="rect">
              <a:avLst/>
            </a:prstGeom>
            <a:noFill/>
            <a:ln/>
          </p:spPr>
          <p:txBody>
            <a:bodyPr wrap="square" lIns="0" tIns="0" rIns="0" bIns="0" rtlCol="0" anchor="ctr">
              <a:normAutofit fontScale="85000" lnSpcReduction="20000"/>
            </a:bodyPr>
            <a:lstStyle/>
            <a:p>
              <a:pPr marL="0" indent="0" algn="ctr">
                <a:buNone/>
              </a:pPr>
              <a:endParaRPr lang="en-US" sz="1500"/>
            </a:p>
          </p:txBody>
        </p:sp>
        <p:sp>
          <p:nvSpPr>
            <p:cNvPr id="72" name="Text 10">
              <a:extLst>
                <a:ext uri="{FF2B5EF4-FFF2-40B4-BE49-F238E27FC236}">
                  <a16:creationId xmlns:a16="http://schemas.microsoft.com/office/drawing/2014/main" id="{52A3295B-D64E-440D-7CD2-D77E271593D9}"/>
                </a:ext>
              </a:extLst>
            </p:cNvPr>
            <p:cNvSpPr/>
            <p:nvPr/>
          </p:nvSpPr>
          <p:spPr>
            <a:xfrm>
              <a:off x="825602" y="2730485"/>
              <a:ext cx="1464564" cy="502920"/>
            </a:xfrm>
            <a:prstGeom prst="rect">
              <a:avLst/>
            </a:prstGeom>
            <a:noFill/>
            <a:ln/>
          </p:spPr>
          <p:txBody>
            <a:bodyPr wrap="square" lIns="0" tIns="0" rIns="0" bIns="0" rtlCol="0" anchor="ctr">
              <a:normAutofit/>
            </a:bodyPr>
            <a:lstStyle/>
            <a:p>
              <a:pPr marL="0" indent="0">
                <a:buNone/>
              </a:pPr>
              <a:r>
                <a:rPr lang="en-US" sz="1200" b="1">
                  <a:solidFill>
                    <a:srgbClr val="101820"/>
                  </a:solidFill>
                  <a:latin typeface="Montserrat" panose="00000500000000000000" pitchFamily="2" charset="0"/>
                </a:rPr>
                <a:t>Proven Domain</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Expertise</a:t>
              </a:r>
              <a:endParaRPr lang="en-US" sz="1200">
                <a:latin typeface="Montserrat" panose="00000500000000000000" pitchFamily="2" charset="0"/>
              </a:endParaRPr>
            </a:p>
          </p:txBody>
        </p:sp>
        <p:sp>
          <p:nvSpPr>
            <p:cNvPr id="77" name="Text 12">
              <a:extLst>
                <a:ext uri="{FF2B5EF4-FFF2-40B4-BE49-F238E27FC236}">
                  <a16:creationId xmlns:a16="http://schemas.microsoft.com/office/drawing/2014/main" id="{4E4626F7-15BD-66B3-B3CA-62ABB4F71CBA}"/>
                </a:ext>
              </a:extLst>
            </p:cNvPr>
            <p:cNvSpPr/>
            <p:nvPr/>
          </p:nvSpPr>
          <p:spPr>
            <a:xfrm>
              <a:off x="825602" y="3451610"/>
              <a:ext cx="1354836" cy="1115568"/>
            </a:xfrm>
            <a:prstGeom prst="rect">
              <a:avLst/>
            </a:prstGeom>
            <a:noFill/>
            <a:ln/>
          </p:spPr>
          <p:txBody>
            <a:bodyPr wrap="square" lIns="0" tIns="0" rIns="0" bIns="0" rtlCol="0" anchor="t">
              <a:noAutofit/>
            </a:bodyPr>
            <a:lstStyle/>
            <a:p>
              <a:pPr marL="0" indent="0">
                <a:buNone/>
              </a:pPr>
              <a:r>
                <a:rPr lang="en-US" sz="1200">
                  <a:latin typeface="Montserrat" panose="00000500000000000000" pitchFamily="2" charset="0"/>
                </a:rPr>
                <a:t>Deep expertise in curriculum, standards alignment, literacy, and instructional design.</a:t>
              </a:r>
            </a:p>
          </p:txBody>
        </p:sp>
        <p:sp>
          <p:nvSpPr>
            <p:cNvPr id="104" name="Text 17">
              <a:extLst>
                <a:ext uri="{FF2B5EF4-FFF2-40B4-BE49-F238E27FC236}">
                  <a16:creationId xmlns:a16="http://schemas.microsoft.com/office/drawing/2014/main" id="{14BE20A4-D283-01B6-7809-A81377ED9D04}"/>
                </a:ext>
              </a:extLst>
            </p:cNvPr>
            <p:cNvSpPr/>
            <p:nvPr/>
          </p:nvSpPr>
          <p:spPr>
            <a:xfrm>
              <a:off x="2645536" y="2753148"/>
              <a:ext cx="1695352" cy="502920"/>
            </a:xfrm>
            <a:prstGeom prst="rect">
              <a:avLst/>
            </a:prstGeom>
            <a:noFill/>
            <a:ln/>
          </p:spPr>
          <p:txBody>
            <a:bodyPr wrap="square" lIns="0" tIns="0" rIns="0" bIns="0" rtlCol="0" anchor="ctr">
              <a:noAutofit/>
            </a:bodyPr>
            <a:lstStyle/>
            <a:p>
              <a:pPr marL="0" indent="0">
                <a:buNone/>
              </a:pPr>
              <a:r>
                <a:rPr lang="en-US" sz="1200" b="1">
                  <a:solidFill>
                    <a:srgbClr val="101820"/>
                  </a:solidFill>
                  <a:latin typeface="Montserrat" panose="00000500000000000000" pitchFamily="2" charset="0"/>
                </a:rPr>
                <a:t>Reusable Accelerators</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&amp; Shared Capabilities</a:t>
              </a:r>
              <a:endParaRPr lang="en-US" sz="1200">
                <a:latin typeface="Montserrat" panose="00000500000000000000" pitchFamily="2" charset="0"/>
              </a:endParaRPr>
            </a:p>
          </p:txBody>
        </p:sp>
        <p:sp>
          <p:nvSpPr>
            <p:cNvPr id="110" name="Text 19">
              <a:extLst>
                <a:ext uri="{FF2B5EF4-FFF2-40B4-BE49-F238E27FC236}">
                  <a16:creationId xmlns:a16="http://schemas.microsoft.com/office/drawing/2014/main" id="{F4953B2C-CB6F-F8D4-4E6C-A0437C6C16C0}"/>
                </a:ext>
              </a:extLst>
            </p:cNvPr>
            <p:cNvSpPr/>
            <p:nvPr/>
          </p:nvSpPr>
          <p:spPr>
            <a:xfrm>
              <a:off x="2645536" y="3593492"/>
              <a:ext cx="1354836" cy="1115568"/>
            </a:xfrm>
            <a:prstGeom prst="rect">
              <a:avLst/>
            </a:prstGeom>
            <a:noFill/>
            <a:ln/>
          </p:spPr>
          <p:txBody>
            <a:bodyPr wrap="square" lIns="0" tIns="0" rIns="0" bIns="0" rtlCol="0" anchor="t">
              <a:normAutofit/>
            </a:bodyPr>
            <a:lstStyle/>
            <a:p>
              <a:pPr marL="0" indent="0">
                <a:buNone/>
              </a:pPr>
              <a:r>
                <a:rPr lang="en-US" sz="1200">
                  <a:latin typeface="Montserrat" panose="00000500000000000000" pitchFamily="2" charset="0"/>
                </a:rPr>
                <a:t>Proven assets and shared services speed delivery, reduce risk, and ensure consistency.</a:t>
              </a:r>
            </a:p>
          </p:txBody>
        </p:sp>
        <p:sp>
          <p:nvSpPr>
            <p:cNvPr id="125" name="Text 24">
              <a:extLst>
                <a:ext uri="{FF2B5EF4-FFF2-40B4-BE49-F238E27FC236}">
                  <a16:creationId xmlns:a16="http://schemas.microsoft.com/office/drawing/2014/main" id="{4432A64D-4BF4-9CBA-4C9B-BC5D0FEA761D}"/>
                </a:ext>
              </a:extLst>
            </p:cNvPr>
            <p:cNvSpPr/>
            <p:nvPr/>
          </p:nvSpPr>
          <p:spPr>
            <a:xfrm>
              <a:off x="4475611" y="2730485"/>
              <a:ext cx="1503158" cy="502920"/>
            </a:xfrm>
            <a:prstGeom prst="rect">
              <a:avLst/>
            </a:prstGeom>
            <a:noFill/>
            <a:ln/>
          </p:spPr>
          <p:txBody>
            <a:bodyPr wrap="square" lIns="0" tIns="0" rIns="0" bIns="0" rtlCol="0" anchor="ctr">
              <a:noAutofit/>
            </a:bodyPr>
            <a:lstStyle/>
            <a:p>
              <a:pPr marL="0" indent="0">
                <a:buNone/>
              </a:pPr>
              <a:r>
                <a:rPr lang="en-US" sz="1200" b="1">
                  <a:solidFill>
                    <a:srgbClr val="101820"/>
                  </a:solidFill>
                  <a:latin typeface="Montserrat" panose="00000500000000000000" pitchFamily="2" charset="0"/>
                </a:rPr>
                <a:t>End-to-End</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Platform Expertise</a:t>
              </a:r>
              <a:endParaRPr lang="en-US" sz="1200">
                <a:latin typeface="Montserrat" panose="00000500000000000000" pitchFamily="2" charset="0"/>
              </a:endParaRPr>
            </a:p>
          </p:txBody>
        </p:sp>
        <p:sp>
          <p:nvSpPr>
            <p:cNvPr id="127" name="Shape 25">
              <a:extLst>
                <a:ext uri="{FF2B5EF4-FFF2-40B4-BE49-F238E27FC236}">
                  <a16:creationId xmlns:a16="http://schemas.microsoft.com/office/drawing/2014/main" id="{27A18F7E-7366-27C7-5852-A347FC0D396A}"/>
                </a:ext>
              </a:extLst>
            </p:cNvPr>
            <p:cNvSpPr/>
            <p:nvPr/>
          </p:nvSpPr>
          <p:spPr>
            <a:xfrm>
              <a:off x="4475611" y="3339080"/>
              <a:ext cx="1406909" cy="0"/>
            </a:xfrm>
            <a:prstGeom prst="line">
              <a:avLst/>
            </a:prstGeom>
            <a:noFill/>
            <a:ln w="9525">
              <a:solidFill>
                <a:schemeClr val="bg1">
                  <a:lumMod val="50000"/>
                </a:schemeClr>
              </a:solidFill>
              <a:prstDash val="solid"/>
            </a:ln>
          </p:spPr>
          <p:txBody>
            <a:bodyPr/>
            <a:lstStyle/>
            <a:p>
              <a:endParaRPr lang="en-US"/>
            </a:p>
          </p:txBody>
        </p:sp>
        <p:sp>
          <p:nvSpPr>
            <p:cNvPr id="129" name="Text 26">
              <a:extLst>
                <a:ext uri="{FF2B5EF4-FFF2-40B4-BE49-F238E27FC236}">
                  <a16:creationId xmlns:a16="http://schemas.microsoft.com/office/drawing/2014/main" id="{090AFF91-CDD4-649B-53B4-79988B2C7A5A}"/>
                </a:ext>
              </a:extLst>
            </p:cNvPr>
            <p:cNvSpPr/>
            <p:nvPr/>
          </p:nvSpPr>
          <p:spPr>
            <a:xfrm>
              <a:off x="4475611" y="3451610"/>
              <a:ext cx="1354836" cy="1115568"/>
            </a:xfrm>
            <a:prstGeom prst="rect">
              <a:avLst/>
            </a:prstGeom>
            <a:noFill/>
            <a:ln/>
          </p:spPr>
          <p:txBody>
            <a:bodyPr wrap="square" lIns="0" tIns="0" rIns="0" bIns="0" rtlCol="0" anchor="t">
              <a:normAutofit/>
            </a:bodyPr>
            <a:lstStyle/>
            <a:p>
              <a:pPr marL="0" indent="0">
                <a:buNone/>
              </a:pPr>
              <a:r>
                <a:rPr lang="en-US" sz="1200">
                  <a:latin typeface="Montserrat" panose="00000500000000000000" pitchFamily="2" charset="0"/>
                </a:rPr>
                <a:t>Secure, cloud-native solutions from strategy through implementation and integration.</a:t>
              </a:r>
            </a:p>
          </p:txBody>
        </p:sp>
        <p:sp>
          <p:nvSpPr>
            <p:cNvPr id="139" name="Text 31">
              <a:extLst>
                <a:ext uri="{FF2B5EF4-FFF2-40B4-BE49-F238E27FC236}">
                  <a16:creationId xmlns:a16="http://schemas.microsoft.com/office/drawing/2014/main" id="{D9842227-452A-872A-72DB-7FE54F845C60}"/>
                </a:ext>
              </a:extLst>
            </p:cNvPr>
            <p:cNvSpPr/>
            <p:nvPr/>
          </p:nvSpPr>
          <p:spPr>
            <a:xfrm>
              <a:off x="6316574" y="2730485"/>
              <a:ext cx="1464564" cy="502920"/>
            </a:xfrm>
            <a:prstGeom prst="rect">
              <a:avLst/>
            </a:prstGeom>
            <a:noFill/>
            <a:ln/>
          </p:spPr>
          <p:txBody>
            <a:bodyPr wrap="square" lIns="0" tIns="0" rIns="0" bIns="0" rtlCol="0" anchor="ctr">
              <a:normAutofit/>
            </a:bodyPr>
            <a:lstStyle/>
            <a:p>
              <a:pPr marL="0" indent="0">
                <a:buNone/>
              </a:pPr>
              <a:r>
                <a:rPr lang="en-US" sz="1200" b="1">
                  <a:solidFill>
                    <a:srgbClr val="101820"/>
                  </a:solidFill>
                  <a:latin typeface="Montserrat" panose="00000500000000000000" pitchFamily="2" charset="0"/>
                </a:rPr>
                <a:t>Agile Delivery &amp;</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Collaboration</a:t>
              </a:r>
              <a:endParaRPr lang="en-US" sz="1200">
                <a:latin typeface="Montserrat" panose="00000500000000000000" pitchFamily="2" charset="0"/>
              </a:endParaRPr>
            </a:p>
          </p:txBody>
        </p:sp>
        <p:sp>
          <p:nvSpPr>
            <p:cNvPr id="143" name="Text 33">
              <a:extLst>
                <a:ext uri="{FF2B5EF4-FFF2-40B4-BE49-F238E27FC236}">
                  <a16:creationId xmlns:a16="http://schemas.microsoft.com/office/drawing/2014/main" id="{A29C0C0C-66B6-2ADC-800C-8343D59C6DF9}"/>
                </a:ext>
              </a:extLst>
            </p:cNvPr>
            <p:cNvSpPr/>
            <p:nvPr/>
          </p:nvSpPr>
          <p:spPr>
            <a:xfrm>
              <a:off x="6316574" y="3451610"/>
              <a:ext cx="1354836" cy="1115568"/>
            </a:xfrm>
            <a:prstGeom prst="rect">
              <a:avLst/>
            </a:prstGeom>
            <a:noFill/>
            <a:ln/>
          </p:spPr>
          <p:txBody>
            <a:bodyPr wrap="square" lIns="0" tIns="0" rIns="0" bIns="0" rtlCol="0" anchor="t">
              <a:normAutofit/>
            </a:bodyPr>
            <a:lstStyle/>
            <a:p>
              <a:pPr marL="0" indent="0">
                <a:buNone/>
              </a:pPr>
              <a:r>
                <a:rPr lang="en-US" sz="1200">
                  <a:latin typeface="Montserrat" panose="00000500000000000000" pitchFamily="2" charset="0"/>
                </a:rPr>
                <a:t>Iterative delivery and transparent collaboration keep solutions aligned to your needs.</a:t>
              </a:r>
            </a:p>
          </p:txBody>
        </p:sp>
        <p:sp>
          <p:nvSpPr>
            <p:cNvPr id="153" name="Text 38">
              <a:extLst>
                <a:ext uri="{FF2B5EF4-FFF2-40B4-BE49-F238E27FC236}">
                  <a16:creationId xmlns:a16="http://schemas.microsoft.com/office/drawing/2014/main" id="{CF84BA0A-183E-AB30-2DEB-58328A470F09}"/>
                </a:ext>
              </a:extLst>
            </p:cNvPr>
            <p:cNvSpPr/>
            <p:nvPr/>
          </p:nvSpPr>
          <p:spPr>
            <a:xfrm>
              <a:off x="8146898" y="2730485"/>
              <a:ext cx="1464564" cy="502920"/>
            </a:xfrm>
            <a:prstGeom prst="rect">
              <a:avLst/>
            </a:prstGeom>
            <a:noFill/>
            <a:ln/>
          </p:spPr>
          <p:txBody>
            <a:bodyPr wrap="square" lIns="0" tIns="0" rIns="0" bIns="0" rtlCol="0" anchor="ctr">
              <a:normAutofit/>
            </a:bodyPr>
            <a:lstStyle/>
            <a:p>
              <a:pPr marL="0" indent="0">
                <a:buNone/>
              </a:pPr>
              <a:r>
                <a:rPr lang="en-US" sz="1200" b="1">
                  <a:solidFill>
                    <a:srgbClr val="101820"/>
                  </a:solidFill>
                  <a:latin typeface="Montserrat" panose="00000500000000000000" pitchFamily="2" charset="0"/>
                </a:rPr>
                <a:t>Quality, Security,</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and Compliance</a:t>
              </a:r>
              <a:endParaRPr lang="en-US" sz="1200">
                <a:latin typeface="Montserrat" panose="00000500000000000000" pitchFamily="2" charset="0"/>
              </a:endParaRPr>
            </a:p>
          </p:txBody>
        </p:sp>
        <p:sp>
          <p:nvSpPr>
            <p:cNvPr id="157" name="Text 40">
              <a:extLst>
                <a:ext uri="{FF2B5EF4-FFF2-40B4-BE49-F238E27FC236}">
                  <a16:creationId xmlns:a16="http://schemas.microsoft.com/office/drawing/2014/main" id="{1EA3BF5D-A33A-5BFE-BD99-ABF9B0BD22A2}"/>
                </a:ext>
              </a:extLst>
            </p:cNvPr>
            <p:cNvSpPr/>
            <p:nvPr/>
          </p:nvSpPr>
          <p:spPr>
            <a:xfrm>
              <a:off x="8146898" y="3451610"/>
              <a:ext cx="1354836" cy="1115568"/>
            </a:xfrm>
            <a:prstGeom prst="rect">
              <a:avLst/>
            </a:prstGeom>
            <a:noFill/>
            <a:ln/>
          </p:spPr>
          <p:txBody>
            <a:bodyPr wrap="square" lIns="0" tIns="0" rIns="0" bIns="0" rtlCol="0" anchor="t">
              <a:normAutofit/>
            </a:bodyPr>
            <a:lstStyle/>
            <a:p>
              <a:pPr marL="0" indent="0">
                <a:buNone/>
              </a:pPr>
              <a:r>
                <a:rPr lang="en-US" sz="1200">
                  <a:latin typeface="Montserrat" panose="00000500000000000000" pitchFamily="2" charset="0"/>
                </a:rPr>
                <a:t>Built-in quality, privacy, auditability, and standards-aligned governance.</a:t>
              </a:r>
            </a:p>
          </p:txBody>
        </p:sp>
        <p:sp>
          <p:nvSpPr>
            <p:cNvPr id="167" name="Text 45">
              <a:extLst>
                <a:ext uri="{FF2B5EF4-FFF2-40B4-BE49-F238E27FC236}">
                  <a16:creationId xmlns:a16="http://schemas.microsoft.com/office/drawing/2014/main" id="{F827257E-5BA0-429C-D1FD-16F2BC2EC490}"/>
                </a:ext>
              </a:extLst>
            </p:cNvPr>
            <p:cNvSpPr/>
            <p:nvPr/>
          </p:nvSpPr>
          <p:spPr>
            <a:xfrm>
              <a:off x="9966832" y="2730485"/>
              <a:ext cx="1464564" cy="502920"/>
            </a:xfrm>
            <a:prstGeom prst="rect">
              <a:avLst/>
            </a:prstGeom>
            <a:noFill/>
            <a:ln/>
          </p:spPr>
          <p:txBody>
            <a:bodyPr wrap="square" lIns="0" tIns="0" rIns="0" bIns="0" rtlCol="0" anchor="ctr">
              <a:normAutofit/>
            </a:bodyPr>
            <a:lstStyle/>
            <a:p>
              <a:pPr marL="0" indent="0">
                <a:buNone/>
              </a:pPr>
              <a:r>
                <a:rPr lang="en-US" sz="1200" b="1">
                  <a:solidFill>
                    <a:srgbClr val="101820"/>
                  </a:solidFill>
                  <a:latin typeface="Montserrat" panose="00000500000000000000" pitchFamily="2" charset="0"/>
                </a:rPr>
                <a:t>Committed to</a:t>
              </a:r>
              <a:endParaRPr lang="en-US" sz="1200">
                <a:latin typeface="Montserrat" panose="00000500000000000000" pitchFamily="2" charset="0"/>
              </a:endParaRPr>
            </a:p>
            <a:p>
              <a:pPr marL="0" indent="0">
                <a:buNone/>
              </a:pPr>
              <a:r>
                <a:rPr lang="en-US" sz="1200" b="1">
                  <a:solidFill>
                    <a:srgbClr val="101820"/>
                  </a:solidFill>
                  <a:latin typeface="Montserrat" panose="00000500000000000000" pitchFamily="2" charset="0"/>
                </a:rPr>
                <a:t>Your Success</a:t>
              </a:r>
              <a:endParaRPr lang="en-US" sz="1200">
                <a:latin typeface="Montserrat" panose="00000500000000000000" pitchFamily="2" charset="0"/>
              </a:endParaRPr>
            </a:p>
          </p:txBody>
        </p:sp>
        <p:sp>
          <p:nvSpPr>
            <p:cNvPr id="171" name="Text 47">
              <a:extLst>
                <a:ext uri="{FF2B5EF4-FFF2-40B4-BE49-F238E27FC236}">
                  <a16:creationId xmlns:a16="http://schemas.microsoft.com/office/drawing/2014/main" id="{C788AA3A-0E97-3498-F996-F6DDB13B2706}"/>
                </a:ext>
              </a:extLst>
            </p:cNvPr>
            <p:cNvSpPr/>
            <p:nvPr/>
          </p:nvSpPr>
          <p:spPr>
            <a:xfrm>
              <a:off x="9966832" y="3451610"/>
              <a:ext cx="1354836" cy="1115568"/>
            </a:xfrm>
            <a:prstGeom prst="rect">
              <a:avLst/>
            </a:prstGeom>
            <a:noFill/>
            <a:ln/>
          </p:spPr>
          <p:txBody>
            <a:bodyPr wrap="square" lIns="0" tIns="0" rIns="0" bIns="0" rtlCol="0" anchor="t">
              <a:normAutofit/>
            </a:bodyPr>
            <a:lstStyle/>
            <a:p>
              <a:pPr marL="0" indent="0">
                <a:buNone/>
              </a:pPr>
              <a:r>
                <a:rPr lang="en-US" sz="1200">
                  <a:latin typeface="Montserrat" panose="00000500000000000000" pitchFamily="2" charset="0"/>
                </a:rPr>
                <a:t>Customer-first partnership focused on long-term value and continuous improvement.</a:t>
              </a:r>
            </a:p>
          </p:txBody>
        </p:sp>
        <p:pic>
          <p:nvPicPr>
            <p:cNvPr id="47" name="Picture 46">
              <a:extLst>
                <a:ext uri="{FF2B5EF4-FFF2-40B4-BE49-F238E27FC236}">
                  <a16:creationId xmlns:a16="http://schemas.microsoft.com/office/drawing/2014/main" id="{9B6FFC89-651C-F2A8-68C6-1749F9EE455A}"/>
                </a:ext>
              </a:extLst>
            </p:cNvPr>
            <p:cNvPicPr>
              <a:picLocks noChangeAspect="1"/>
            </p:cNvPicPr>
            <p:nvPr/>
          </p:nvPicPr>
          <p:blipFill>
            <a:blip r:embed="rId4"/>
            <a:srcRect/>
            <a:stretch/>
          </p:blipFill>
          <p:spPr>
            <a:xfrm>
              <a:off x="1275359" y="2059822"/>
              <a:ext cx="486615" cy="486615"/>
            </a:xfrm>
            <a:prstGeom prst="rect">
              <a:avLst/>
            </a:prstGeom>
          </p:spPr>
        </p:pic>
        <p:pic>
          <p:nvPicPr>
            <p:cNvPr id="49" name="Picture 48">
              <a:extLst>
                <a:ext uri="{FF2B5EF4-FFF2-40B4-BE49-F238E27FC236}">
                  <a16:creationId xmlns:a16="http://schemas.microsoft.com/office/drawing/2014/main" id="{35C4D569-2A66-7CE7-1843-33B3B9F7DBD6}"/>
                </a:ext>
              </a:extLst>
            </p:cNvPr>
            <p:cNvPicPr>
              <a:picLocks noChangeAspect="1"/>
            </p:cNvPicPr>
            <p:nvPr/>
          </p:nvPicPr>
          <p:blipFill>
            <a:blip r:embed="rId5"/>
            <a:srcRect/>
            <a:stretch/>
          </p:blipFill>
          <p:spPr>
            <a:xfrm>
              <a:off x="3105683" y="2050094"/>
              <a:ext cx="486615" cy="486615"/>
            </a:xfrm>
            <a:prstGeom prst="rect">
              <a:avLst/>
            </a:prstGeom>
          </p:spPr>
        </p:pic>
        <p:pic>
          <p:nvPicPr>
            <p:cNvPr id="51" name="Picture 50">
              <a:extLst>
                <a:ext uri="{FF2B5EF4-FFF2-40B4-BE49-F238E27FC236}">
                  <a16:creationId xmlns:a16="http://schemas.microsoft.com/office/drawing/2014/main" id="{A5BEEDCA-C5A7-A437-19ED-3940FE9C02D1}"/>
                </a:ext>
              </a:extLst>
            </p:cNvPr>
            <p:cNvPicPr>
              <a:picLocks noChangeAspect="1"/>
            </p:cNvPicPr>
            <p:nvPr/>
          </p:nvPicPr>
          <p:blipFill>
            <a:blip r:embed="rId6"/>
            <a:srcRect/>
            <a:stretch/>
          </p:blipFill>
          <p:spPr>
            <a:xfrm>
              <a:off x="4926279" y="2050094"/>
              <a:ext cx="504752" cy="504752"/>
            </a:xfrm>
            <a:prstGeom prst="rect">
              <a:avLst/>
            </a:prstGeom>
          </p:spPr>
        </p:pic>
        <p:pic>
          <p:nvPicPr>
            <p:cNvPr id="53" name="Picture 52">
              <a:extLst>
                <a:ext uri="{FF2B5EF4-FFF2-40B4-BE49-F238E27FC236}">
                  <a16:creationId xmlns:a16="http://schemas.microsoft.com/office/drawing/2014/main" id="{17546EE3-D250-465A-DF68-9E13EAC7AFE4}"/>
                </a:ext>
              </a:extLst>
            </p:cNvPr>
            <p:cNvPicPr>
              <a:picLocks noChangeAspect="1"/>
            </p:cNvPicPr>
            <p:nvPr/>
          </p:nvPicPr>
          <p:blipFill>
            <a:blip r:embed="rId7"/>
            <a:srcRect/>
            <a:stretch/>
          </p:blipFill>
          <p:spPr>
            <a:xfrm>
              <a:off x="6737147" y="2079278"/>
              <a:ext cx="486615" cy="486615"/>
            </a:xfrm>
            <a:prstGeom prst="rect">
              <a:avLst/>
            </a:prstGeom>
          </p:spPr>
        </p:pic>
        <p:pic>
          <p:nvPicPr>
            <p:cNvPr id="55" name="Picture 54">
              <a:extLst>
                <a:ext uri="{FF2B5EF4-FFF2-40B4-BE49-F238E27FC236}">
                  <a16:creationId xmlns:a16="http://schemas.microsoft.com/office/drawing/2014/main" id="{6847ECAA-A622-9FFA-20F0-7542BA27FF23}"/>
                </a:ext>
              </a:extLst>
            </p:cNvPr>
            <p:cNvPicPr>
              <a:picLocks noChangeAspect="1"/>
            </p:cNvPicPr>
            <p:nvPr/>
          </p:nvPicPr>
          <p:blipFill>
            <a:blip r:embed="rId8"/>
            <a:srcRect/>
            <a:stretch/>
          </p:blipFill>
          <p:spPr>
            <a:xfrm>
              <a:off x="8596655" y="2059822"/>
              <a:ext cx="486615" cy="486615"/>
            </a:xfrm>
            <a:prstGeom prst="rect">
              <a:avLst/>
            </a:prstGeom>
          </p:spPr>
        </p:pic>
        <p:pic>
          <p:nvPicPr>
            <p:cNvPr id="58" name="Picture 57">
              <a:extLst>
                <a:ext uri="{FF2B5EF4-FFF2-40B4-BE49-F238E27FC236}">
                  <a16:creationId xmlns:a16="http://schemas.microsoft.com/office/drawing/2014/main" id="{0E3661FE-6C64-E941-241E-D5D6367D3446}"/>
                </a:ext>
              </a:extLst>
            </p:cNvPr>
            <p:cNvPicPr>
              <a:picLocks noChangeAspect="1"/>
            </p:cNvPicPr>
            <p:nvPr/>
          </p:nvPicPr>
          <p:blipFill>
            <a:blip r:embed="rId9"/>
            <a:srcRect/>
            <a:stretch/>
          </p:blipFill>
          <p:spPr>
            <a:xfrm>
              <a:off x="10426979" y="2059822"/>
              <a:ext cx="486615" cy="486615"/>
            </a:xfrm>
            <a:prstGeom prst="rect">
              <a:avLst/>
            </a:prstGeom>
          </p:spPr>
        </p:pic>
        <p:sp>
          <p:nvSpPr>
            <p:cNvPr id="61" name="Shape 25">
              <a:extLst>
                <a:ext uri="{FF2B5EF4-FFF2-40B4-BE49-F238E27FC236}">
                  <a16:creationId xmlns:a16="http://schemas.microsoft.com/office/drawing/2014/main" id="{428D82B6-F9C1-29EC-8B7B-0FD92BE2C067}"/>
                </a:ext>
              </a:extLst>
            </p:cNvPr>
            <p:cNvSpPr/>
            <p:nvPr/>
          </p:nvSpPr>
          <p:spPr>
            <a:xfrm>
              <a:off x="2645536" y="3475004"/>
              <a:ext cx="1406909" cy="0"/>
            </a:xfrm>
            <a:prstGeom prst="line">
              <a:avLst/>
            </a:prstGeom>
            <a:noFill/>
            <a:ln w="9525">
              <a:solidFill>
                <a:schemeClr val="bg1">
                  <a:lumMod val="50000"/>
                </a:schemeClr>
              </a:solidFill>
              <a:prstDash val="solid"/>
            </a:ln>
          </p:spPr>
          <p:txBody>
            <a:bodyPr/>
            <a:lstStyle/>
            <a:p>
              <a:endParaRPr lang="en-US"/>
            </a:p>
          </p:txBody>
        </p:sp>
        <p:sp>
          <p:nvSpPr>
            <p:cNvPr id="63" name="Shape 25">
              <a:extLst>
                <a:ext uri="{FF2B5EF4-FFF2-40B4-BE49-F238E27FC236}">
                  <a16:creationId xmlns:a16="http://schemas.microsoft.com/office/drawing/2014/main" id="{7508970B-481D-6F88-A51F-D0ECEDA1738A}"/>
                </a:ext>
              </a:extLst>
            </p:cNvPr>
            <p:cNvSpPr/>
            <p:nvPr/>
          </p:nvSpPr>
          <p:spPr>
            <a:xfrm>
              <a:off x="825602" y="3339080"/>
              <a:ext cx="1406909" cy="0"/>
            </a:xfrm>
            <a:prstGeom prst="line">
              <a:avLst/>
            </a:prstGeom>
            <a:noFill/>
            <a:ln w="9525">
              <a:solidFill>
                <a:schemeClr val="bg1">
                  <a:lumMod val="50000"/>
                </a:schemeClr>
              </a:solidFill>
              <a:prstDash val="solid"/>
            </a:ln>
          </p:spPr>
          <p:txBody>
            <a:bodyPr/>
            <a:lstStyle/>
            <a:p>
              <a:endParaRPr lang="en-US"/>
            </a:p>
          </p:txBody>
        </p:sp>
        <p:sp>
          <p:nvSpPr>
            <p:cNvPr id="66" name="Shape 25">
              <a:extLst>
                <a:ext uri="{FF2B5EF4-FFF2-40B4-BE49-F238E27FC236}">
                  <a16:creationId xmlns:a16="http://schemas.microsoft.com/office/drawing/2014/main" id="{858FE72E-C836-BDBE-4D7C-50FE1BC9103E}"/>
                </a:ext>
              </a:extLst>
            </p:cNvPr>
            <p:cNvSpPr/>
            <p:nvPr/>
          </p:nvSpPr>
          <p:spPr>
            <a:xfrm>
              <a:off x="6316574" y="3339080"/>
              <a:ext cx="1406909" cy="0"/>
            </a:xfrm>
            <a:prstGeom prst="line">
              <a:avLst/>
            </a:prstGeom>
            <a:noFill/>
            <a:ln w="9525">
              <a:solidFill>
                <a:schemeClr val="bg1">
                  <a:lumMod val="50000"/>
                </a:schemeClr>
              </a:solidFill>
              <a:prstDash val="solid"/>
            </a:ln>
          </p:spPr>
          <p:txBody>
            <a:bodyPr/>
            <a:lstStyle/>
            <a:p>
              <a:endParaRPr lang="en-US"/>
            </a:p>
          </p:txBody>
        </p:sp>
        <p:sp>
          <p:nvSpPr>
            <p:cNvPr id="68" name="Shape 25">
              <a:extLst>
                <a:ext uri="{FF2B5EF4-FFF2-40B4-BE49-F238E27FC236}">
                  <a16:creationId xmlns:a16="http://schemas.microsoft.com/office/drawing/2014/main" id="{C456DBD7-362A-84AC-F6A7-CE78C9A2D1B0}"/>
                </a:ext>
              </a:extLst>
            </p:cNvPr>
            <p:cNvSpPr/>
            <p:nvPr/>
          </p:nvSpPr>
          <p:spPr>
            <a:xfrm>
              <a:off x="8146898" y="3339080"/>
              <a:ext cx="1406909" cy="0"/>
            </a:xfrm>
            <a:prstGeom prst="line">
              <a:avLst/>
            </a:prstGeom>
            <a:noFill/>
            <a:ln w="9525">
              <a:solidFill>
                <a:schemeClr val="bg1">
                  <a:lumMod val="50000"/>
                </a:schemeClr>
              </a:solidFill>
              <a:prstDash val="solid"/>
            </a:ln>
          </p:spPr>
          <p:txBody>
            <a:bodyPr/>
            <a:lstStyle/>
            <a:p>
              <a:endParaRPr lang="en-US"/>
            </a:p>
          </p:txBody>
        </p:sp>
        <p:sp>
          <p:nvSpPr>
            <p:cNvPr id="71" name="Shape 25">
              <a:extLst>
                <a:ext uri="{FF2B5EF4-FFF2-40B4-BE49-F238E27FC236}">
                  <a16:creationId xmlns:a16="http://schemas.microsoft.com/office/drawing/2014/main" id="{6237FD14-FCEA-DADE-EBE9-F5C32461B38D}"/>
                </a:ext>
              </a:extLst>
            </p:cNvPr>
            <p:cNvSpPr/>
            <p:nvPr/>
          </p:nvSpPr>
          <p:spPr>
            <a:xfrm>
              <a:off x="9966832" y="3339080"/>
              <a:ext cx="1406909" cy="0"/>
            </a:xfrm>
            <a:prstGeom prst="line">
              <a:avLst/>
            </a:prstGeom>
            <a:noFill/>
            <a:ln w="9525">
              <a:solidFill>
                <a:schemeClr val="bg1">
                  <a:lumMod val="50000"/>
                </a:schemeClr>
              </a:solidFill>
              <a:prstDash val="solid"/>
            </a:ln>
          </p:spPr>
          <p:txBody>
            <a:bodyPr/>
            <a:lstStyle/>
            <a:p>
              <a:endParaRPr lang="en-US"/>
            </a:p>
          </p:txBody>
        </p:sp>
        <p:sp>
          <p:nvSpPr>
            <p:cNvPr id="76" name="Shape 3">
              <a:extLst>
                <a:ext uri="{FF2B5EF4-FFF2-40B4-BE49-F238E27FC236}">
                  <a16:creationId xmlns:a16="http://schemas.microsoft.com/office/drawing/2014/main" id="{C3B3E288-4708-F04B-C7F5-0AA8D4B3B525}"/>
                </a:ext>
              </a:extLst>
            </p:cNvPr>
            <p:cNvSpPr/>
            <p:nvPr/>
          </p:nvSpPr>
          <p:spPr>
            <a:xfrm>
              <a:off x="4138346" y="1387069"/>
              <a:ext cx="3932054" cy="310896"/>
            </a:xfrm>
            <a:prstGeom prst="roundRect">
              <a:avLst>
                <a:gd name="adj" fmla="val 58824"/>
              </a:avLst>
            </a:prstGeom>
            <a:solidFill>
              <a:srgbClr val="002060"/>
            </a:solidFill>
            <a:ln w="12700">
              <a:noFill/>
              <a:prstDash val="solid"/>
            </a:ln>
          </p:spPr>
          <p:txBody>
            <a:bodyPr anchor="ctr"/>
            <a:lstStyle/>
            <a:p>
              <a:pPr algn="ctr"/>
              <a:r>
                <a:rPr lang="en-US" sz="1200" b="1">
                  <a:solidFill>
                    <a:srgbClr val="FFFFFF"/>
                  </a:solidFill>
                  <a:latin typeface="Montserrat" panose="00000500000000000000" pitchFamily="2" charset="0"/>
                </a:rPr>
                <a:t>Comprehensive Strengths That Deliver Value</a:t>
              </a:r>
            </a:p>
          </p:txBody>
        </p:sp>
      </p:grpSp>
      <p:sp>
        <p:nvSpPr>
          <p:cNvPr id="90" name="Shape 3">
            <a:extLst>
              <a:ext uri="{FF2B5EF4-FFF2-40B4-BE49-F238E27FC236}">
                <a16:creationId xmlns:a16="http://schemas.microsoft.com/office/drawing/2014/main" id="{577BCD9F-1482-4934-65B3-0DEBF3B8B1D5}"/>
              </a:ext>
            </a:extLst>
          </p:cNvPr>
          <p:cNvSpPr/>
          <p:nvPr/>
        </p:nvSpPr>
        <p:spPr>
          <a:xfrm>
            <a:off x="976949" y="876372"/>
            <a:ext cx="10238103" cy="310896"/>
          </a:xfrm>
          <a:prstGeom prst="roundRect">
            <a:avLst>
              <a:gd name="adj" fmla="val 50000"/>
            </a:avLst>
          </a:prstGeom>
          <a:solidFill>
            <a:srgbClr val="0070C0"/>
          </a:solidFill>
          <a:ln w="12700">
            <a:noFill/>
            <a:prstDash val="solid"/>
          </a:ln>
        </p:spPr>
        <p:txBody>
          <a:bodyPr anchor="ctr"/>
          <a:lstStyle/>
          <a:p>
            <a:pPr algn="ctr"/>
            <a:r>
              <a:rPr lang="en-US" sz="1200" b="1">
                <a:solidFill>
                  <a:schemeClr val="bg1"/>
                </a:solidFill>
                <a:latin typeface="Montserrat" panose="00000500000000000000" pitchFamily="2" charset="0"/>
              </a:rPr>
              <a:t>Proven Accelerators. Shared Capabilities. Faster Delivery. Better Outcomes.   |   </a:t>
            </a:r>
            <a:r>
              <a:rPr lang="en-US" sz="1200">
                <a:solidFill>
                  <a:schemeClr val="bg1"/>
                </a:solidFill>
                <a:latin typeface="Montserrat" panose="00000500000000000000" pitchFamily="2" charset="0"/>
              </a:rPr>
              <a:t>One Partner. Three Scenarios. Infinite Impact.</a:t>
            </a:r>
          </a:p>
        </p:txBody>
      </p:sp>
    </p:spTree>
    <p:extLst>
      <p:ext uri="{BB962C8B-B14F-4D97-AF65-F5344CB8AC3E}">
        <p14:creationId xmlns:p14="http://schemas.microsoft.com/office/powerpoint/2010/main" val="3514214206"/>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4F78656D-FC88-0DC3-C305-4C7C78D12D35}"/>
              </a:ext>
            </a:extLst>
          </p:cNvPr>
          <p:cNvGrpSpPr/>
          <p:nvPr/>
        </p:nvGrpSpPr>
        <p:grpSpPr>
          <a:xfrm>
            <a:off x="3621369" y="5420085"/>
            <a:ext cx="4949263" cy="554484"/>
            <a:chOff x="1370276" y="5060490"/>
            <a:chExt cx="4949263" cy="554484"/>
          </a:xfrm>
        </p:grpSpPr>
        <p:sp>
          <p:nvSpPr>
            <p:cNvPr id="95" name="Rectangle: Rounded Corners 94">
              <a:extLst>
                <a:ext uri="{FF2B5EF4-FFF2-40B4-BE49-F238E27FC236}">
                  <a16:creationId xmlns:a16="http://schemas.microsoft.com/office/drawing/2014/main" id="{1087BBF8-F7BD-667E-3053-CD72F600EBAD}"/>
                </a:ext>
              </a:extLst>
            </p:cNvPr>
            <p:cNvSpPr/>
            <p:nvPr/>
          </p:nvSpPr>
          <p:spPr>
            <a:xfrm>
              <a:off x="1370276" y="5060490"/>
              <a:ext cx="4949263" cy="554484"/>
            </a:xfrm>
            <a:prstGeom prst="roundRect">
              <a:avLst>
                <a:gd name="adj" fmla="val 50000"/>
              </a:avLst>
            </a:prstGeom>
            <a:solidFill>
              <a:schemeClr val="accent6">
                <a:lumMod val="20000"/>
                <a:lumOff val="80000"/>
              </a:schemeClr>
            </a:solidFill>
            <a:ln w="635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0A99F75B-0868-F823-7FBF-12F01B4BB157}"/>
                </a:ext>
              </a:extLst>
            </p:cNvPr>
            <p:cNvSpPr txBox="1"/>
            <p:nvPr/>
          </p:nvSpPr>
          <p:spPr>
            <a:xfrm>
              <a:off x="1920974" y="5125377"/>
              <a:ext cx="4255555" cy="400110"/>
            </a:xfrm>
            <a:prstGeom prst="rect">
              <a:avLst/>
            </a:prstGeom>
            <a:noFill/>
          </p:spPr>
          <p:txBody>
            <a:bodyPr wrap="square">
              <a:spAutoFit/>
            </a:bodyPr>
            <a:lstStyle/>
            <a:p>
              <a:r>
                <a:rPr lang="en-US" sz="1000" b="1">
                  <a:latin typeface="Montserrat" panose="00000500000000000000" pitchFamily="2" charset="0"/>
                </a:rPr>
                <a:t>Common Goal Across All Scenarios:</a:t>
              </a:r>
              <a:r>
                <a:rPr lang="en-US" sz="1000">
                  <a:latin typeface="Montserrat" panose="00000500000000000000" pitchFamily="2" charset="0"/>
                </a:rPr>
                <a:t> </a:t>
              </a:r>
            </a:p>
            <a:p>
              <a:r>
                <a:rPr lang="en-US" sz="1000">
                  <a:solidFill>
                    <a:srgbClr val="151515"/>
                  </a:solidFill>
                  <a:latin typeface="Montserrat" panose="00000500000000000000" pitchFamily="2" charset="0"/>
                  <a:ea typeface="Aptos" pitchFamily="34" charset="-122"/>
                  <a:cs typeface="Aptos" pitchFamily="34" charset="-120"/>
                </a:rPr>
                <a:t>Accurate, standards-aligned curriculum with less manual effort.</a:t>
              </a:r>
              <a:endParaRPr lang="en-US" sz="1000">
                <a:latin typeface="Montserrat" panose="00000500000000000000" pitchFamily="2" charset="0"/>
              </a:endParaRPr>
            </a:p>
          </p:txBody>
        </p:sp>
        <p:sp>
          <p:nvSpPr>
            <p:cNvPr id="96" name="Oval 95">
              <a:extLst>
                <a:ext uri="{FF2B5EF4-FFF2-40B4-BE49-F238E27FC236}">
                  <a16:creationId xmlns:a16="http://schemas.microsoft.com/office/drawing/2014/main" id="{81B9BC9A-72DD-A612-6D55-EAECE78FD9FD}"/>
                </a:ext>
              </a:extLst>
            </p:cNvPr>
            <p:cNvSpPr/>
            <p:nvPr/>
          </p:nvSpPr>
          <p:spPr>
            <a:xfrm>
              <a:off x="1440012" y="5109663"/>
              <a:ext cx="449143" cy="456138"/>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98" name="Picture 97">
              <a:extLst>
                <a:ext uri="{FF2B5EF4-FFF2-40B4-BE49-F238E27FC236}">
                  <a16:creationId xmlns:a16="http://schemas.microsoft.com/office/drawing/2014/main" id="{FBB634C9-7E84-301E-26AC-D0CC54EDC786}"/>
                </a:ext>
              </a:extLst>
            </p:cNvPr>
            <p:cNvPicPr>
              <a:picLocks noChangeAspect="1"/>
            </p:cNvPicPr>
            <p:nvPr/>
          </p:nvPicPr>
          <p:blipFill>
            <a:blip r:embed="rId4"/>
            <a:srcRect l="-3723" t="-9510" r="-9512" b="-3726"/>
            <a:stretch>
              <a:fillRect/>
            </a:stretch>
          </p:blipFill>
          <p:spPr>
            <a:xfrm>
              <a:off x="1478276" y="5151760"/>
              <a:ext cx="366241" cy="371944"/>
            </a:xfrm>
            <a:prstGeom prst="ellipse">
              <a:avLst/>
            </a:prstGeom>
          </p:spPr>
        </p:pic>
      </p:grpSp>
      <p:sp>
        <p:nvSpPr>
          <p:cNvPr id="15" name="Rectangle: Rounded Corners 14">
            <a:extLst>
              <a:ext uri="{FF2B5EF4-FFF2-40B4-BE49-F238E27FC236}">
                <a16:creationId xmlns:a16="http://schemas.microsoft.com/office/drawing/2014/main" id="{8F81D37C-E033-A444-F47B-2F24BE667EE6}"/>
              </a:ext>
            </a:extLst>
          </p:cNvPr>
          <p:cNvSpPr/>
          <p:nvPr/>
        </p:nvSpPr>
        <p:spPr>
          <a:xfrm>
            <a:off x="554198" y="1995873"/>
            <a:ext cx="1944000" cy="3277677"/>
          </a:xfrm>
          <a:prstGeom prst="roundRect">
            <a:avLst>
              <a:gd name="adj" fmla="val 8183"/>
            </a:avLst>
          </a:prstGeom>
          <a:solidFill>
            <a:schemeClr val="bg1"/>
          </a:solidFill>
          <a:ln w="6350">
            <a:solidFill>
              <a:schemeClr val="accent4">
                <a:lumMod val="75000"/>
              </a:schemeClr>
            </a:solidFill>
          </a:ln>
          <a:effectLst>
            <a:outerShdw blurRad="114300" dist="23000" dir="5400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DA691F5E-8EBB-7E11-C0A3-8CBBF25F3DF3}"/>
              </a:ext>
            </a:extLst>
          </p:cNvPr>
          <p:cNvSpPr/>
          <p:nvPr/>
        </p:nvSpPr>
        <p:spPr>
          <a:xfrm>
            <a:off x="2596868" y="1995873"/>
            <a:ext cx="2952000" cy="3277677"/>
          </a:xfrm>
          <a:prstGeom prst="roundRect">
            <a:avLst>
              <a:gd name="adj" fmla="val 4375"/>
            </a:avLst>
          </a:prstGeom>
          <a:solidFill>
            <a:schemeClr val="bg1"/>
          </a:solidFill>
          <a:ln w="6350">
            <a:solidFill>
              <a:srgbClr val="0070C0"/>
            </a:solidFill>
          </a:ln>
          <a:effectLst>
            <a:outerShdw blurRad="114300" dist="23000" dir="5400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9" name="Rectangle: Rounded Corners 48">
            <a:extLst>
              <a:ext uri="{FF2B5EF4-FFF2-40B4-BE49-F238E27FC236}">
                <a16:creationId xmlns:a16="http://schemas.microsoft.com/office/drawing/2014/main" id="{197AB44B-77D4-9EF0-B6B7-2F830EEC8BE5}"/>
              </a:ext>
            </a:extLst>
          </p:cNvPr>
          <p:cNvSpPr/>
          <p:nvPr/>
        </p:nvSpPr>
        <p:spPr>
          <a:xfrm>
            <a:off x="5636999" y="1995872"/>
            <a:ext cx="2952000" cy="3277677"/>
          </a:xfrm>
          <a:prstGeom prst="roundRect">
            <a:avLst>
              <a:gd name="adj" fmla="val 4375"/>
            </a:avLst>
          </a:prstGeom>
          <a:solidFill>
            <a:schemeClr val="bg1"/>
          </a:solidFill>
          <a:ln w="6350">
            <a:solidFill>
              <a:schemeClr val="accent5">
                <a:lumMod val="50000"/>
              </a:schemeClr>
            </a:solidFill>
          </a:ln>
          <a:effectLst>
            <a:outerShdw blurRad="114300" dist="23000" dir="5400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4" name="Rectangle: Rounded Corners 53">
            <a:extLst>
              <a:ext uri="{FF2B5EF4-FFF2-40B4-BE49-F238E27FC236}">
                <a16:creationId xmlns:a16="http://schemas.microsoft.com/office/drawing/2014/main" id="{575AA27F-B11F-BEA4-4DD2-D5244F2076B2}"/>
              </a:ext>
            </a:extLst>
          </p:cNvPr>
          <p:cNvSpPr/>
          <p:nvPr/>
        </p:nvSpPr>
        <p:spPr>
          <a:xfrm>
            <a:off x="8685802" y="1982070"/>
            <a:ext cx="2952000" cy="3289993"/>
          </a:xfrm>
          <a:prstGeom prst="roundRect">
            <a:avLst>
              <a:gd name="adj" fmla="val 4375"/>
            </a:avLst>
          </a:prstGeom>
          <a:solidFill>
            <a:schemeClr val="bg1"/>
          </a:solidFill>
          <a:ln w="6350">
            <a:solidFill>
              <a:schemeClr val="accent1">
                <a:lumMod val="50000"/>
              </a:schemeClr>
            </a:solidFill>
          </a:ln>
          <a:effectLst>
            <a:outerShdw blurRad="114300" dist="23000" dir="5400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Rectangle 59">
            <a:extLst>
              <a:ext uri="{FF2B5EF4-FFF2-40B4-BE49-F238E27FC236}">
                <a16:creationId xmlns:a16="http://schemas.microsoft.com/office/drawing/2014/main" id="{3B5AB3C6-18AE-F4AF-BB63-11A372B2BF4C}"/>
              </a:ext>
            </a:extLst>
          </p:cNvPr>
          <p:cNvSpPr/>
          <p:nvPr/>
        </p:nvSpPr>
        <p:spPr>
          <a:xfrm>
            <a:off x="554199" y="2500123"/>
            <a:ext cx="11083601" cy="594090"/>
          </a:xfrm>
          <a:prstGeom prst="rect">
            <a:avLst/>
          </a:prstGeom>
          <a:solidFill>
            <a:schemeClr val="bg1">
              <a:lumMod val="65000"/>
              <a:alpha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2" name="Rectangle 61">
            <a:extLst>
              <a:ext uri="{FF2B5EF4-FFF2-40B4-BE49-F238E27FC236}">
                <a16:creationId xmlns:a16="http://schemas.microsoft.com/office/drawing/2014/main" id="{7D008C07-49A7-7FAE-7761-36769BE8D6D0}"/>
              </a:ext>
            </a:extLst>
          </p:cNvPr>
          <p:cNvSpPr/>
          <p:nvPr/>
        </p:nvSpPr>
        <p:spPr>
          <a:xfrm>
            <a:off x="535051" y="3866416"/>
            <a:ext cx="11118685" cy="594090"/>
          </a:xfrm>
          <a:prstGeom prst="rect">
            <a:avLst/>
          </a:prstGeom>
          <a:solidFill>
            <a:schemeClr val="bg1">
              <a:lumMod val="65000"/>
              <a:alpha val="1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Top Corners Rounded 16">
            <a:extLst>
              <a:ext uri="{FF2B5EF4-FFF2-40B4-BE49-F238E27FC236}">
                <a16:creationId xmlns:a16="http://schemas.microsoft.com/office/drawing/2014/main" id="{999E9000-6A82-7D71-A496-15DCC830EC62}"/>
              </a:ext>
            </a:extLst>
          </p:cNvPr>
          <p:cNvSpPr/>
          <p:nvPr/>
        </p:nvSpPr>
        <p:spPr>
          <a:xfrm>
            <a:off x="554198" y="1995873"/>
            <a:ext cx="1944000" cy="316848"/>
          </a:xfrm>
          <a:prstGeom prst="round2SameRect">
            <a:avLst>
              <a:gd name="adj1" fmla="val 45596"/>
              <a:gd name="adj2" fmla="val 0"/>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D79C827F-27DA-D9EF-E9DC-79622D86A388}"/>
              </a:ext>
            </a:extLst>
          </p:cNvPr>
          <p:cNvSpPr txBox="1"/>
          <p:nvPr/>
        </p:nvSpPr>
        <p:spPr>
          <a:xfrm>
            <a:off x="718631" y="2036961"/>
            <a:ext cx="1615135" cy="270884"/>
          </a:xfrm>
          <a:prstGeom prst="rect">
            <a:avLst/>
          </a:prstGeom>
          <a:noFill/>
        </p:spPr>
        <p:txBody>
          <a:bodyPr wrap="square">
            <a:spAutoFit/>
          </a:bodyPr>
          <a:lstStyle/>
          <a:p>
            <a:pPr algn="ctr"/>
            <a:r>
              <a:rPr lang="en-US" sz="1000" b="1">
                <a:solidFill>
                  <a:schemeClr val="bg1"/>
                </a:solidFill>
                <a:latin typeface="Montserrat" panose="00000500000000000000" pitchFamily="2" charset="0"/>
              </a:rPr>
              <a:t>Matrix Dimension</a:t>
            </a:r>
          </a:p>
        </p:txBody>
      </p:sp>
      <p:sp>
        <p:nvSpPr>
          <p:cNvPr id="35" name="TextBox 34">
            <a:extLst>
              <a:ext uri="{FF2B5EF4-FFF2-40B4-BE49-F238E27FC236}">
                <a16:creationId xmlns:a16="http://schemas.microsoft.com/office/drawing/2014/main" id="{DC8D97F1-7E2B-D3B3-A2C0-426507EED038}"/>
              </a:ext>
            </a:extLst>
          </p:cNvPr>
          <p:cNvSpPr txBox="1"/>
          <p:nvPr/>
        </p:nvSpPr>
        <p:spPr>
          <a:xfrm>
            <a:off x="919409" y="2594004"/>
            <a:ext cx="1668308" cy="406327"/>
          </a:xfrm>
          <a:prstGeom prst="rect">
            <a:avLst/>
          </a:prstGeom>
          <a:noFill/>
        </p:spPr>
        <p:txBody>
          <a:bodyPr wrap="square">
            <a:spAutoFit/>
          </a:bodyPr>
          <a:lstStyle/>
          <a:p>
            <a:pPr>
              <a:spcAft>
                <a:spcPts val="1200"/>
              </a:spcAft>
              <a:buNone/>
            </a:pPr>
            <a:r>
              <a:rPr lang="en-IN" sz="900" b="1">
                <a:latin typeface="Montserrat" panose="00000500000000000000" pitchFamily="2" charset="0"/>
              </a:rPr>
              <a:t>Objective</a:t>
            </a:r>
            <a:br>
              <a:rPr lang="en-IN" sz="900">
                <a:latin typeface="Montserrat" panose="00000500000000000000" pitchFamily="2" charset="0"/>
              </a:rPr>
            </a:br>
            <a:r>
              <a:rPr lang="en-IN" sz="900">
                <a:latin typeface="Montserrat" panose="00000500000000000000" pitchFamily="2" charset="0"/>
              </a:rPr>
              <a:t>What we aim to achieve</a:t>
            </a:r>
          </a:p>
        </p:txBody>
      </p:sp>
      <p:sp>
        <p:nvSpPr>
          <p:cNvPr id="64" name="TextBox 63">
            <a:extLst>
              <a:ext uri="{FF2B5EF4-FFF2-40B4-BE49-F238E27FC236}">
                <a16:creationId xmlns:a16="http://schemas.microsoft.com/office/drawing/2014/main" id="{A722458E-40F0-E481-C96F-1A022D7FDC9C}"/>
              </a:ext>
            </a:extLst>
          </p:cNvPr>
          <p:cNvSpPr txBox="1"/>
          <p:nvPr/>
        </p:nvSpPr>
        <p:spPr>
          <a:xfrm>
            <a:off x="919409" y="3211047"/>
            <a:ext cx="1545703" cy="558699"/>
          </a:xfrm>
          <a:prstGeom prst="rect">
            <a:avLst/>
          </a:prstGeom>
          <a:noFill/>
        </p:spPr>
        <p:txBody>
          <a:bodyPr wrap="square">
            <a:spAutoFit/>
          </a:bodyPr>
          <a:lstStyle/>
          <a:p>
            <a:pPr>
              <a:spcAft>
                <a:spcPts val="1200"/>
              </a:spcAft>
              <a:buNone/>
            </a:pPr>
            <a:r>
              <a:rPr lang="en-IN" sz="900" b="1">
                <a:latin typeface="Montserrat" panose="00000500000000000000" pitchFamily="2" charset="0"/>
              </a:rPr>
              <a:t>Requirements &amp; Activities</a:t>
            </a:r>
            <a:br>
              <a:rPr lang="en-IN" sz="900">
                <a:latin typeface="Montserrat" panose="00000500000000000000" pitchFamily="2" charset="0"/>
              </a:rPr>
            </a:br>
            <a:r>
              <a:rPr lang="en-IN" sz="900">
                <a:latin typeface="Montserrat" panose="00000500000000000000" pitchFamily="2" charset="0"/>
              </a:rPr>
              <a:t>What needs to be done</a:t>
            </a:r>
          </a:p>
        </p:txBody>
      </p:sp>
      <p:sp>
        <p:nvSpPr>
          <p:cNvPr id="65" name="TextBox 64">
            <a:extLst>
              <a:ext uri="{FF2B5EF4-FFF2-40B4-BE49-F238E27FC236}">
                <a16:creationId xmlns:a16="http://schemas.microsoft.com/office/drawing/2014/main" id="{39E15BB3-BE5B-74B2-6AA0-77A58C0A9B17}"/>
              </a:ext>
            </a:extLst>
          </p:cNvPr>
          <p:cNvSpPr txBox="1"/>
          <p:nvPr/>
        </p:nvSpPr>
        <p:spPr>
          <a:xfrm>
            <a:off x="919409" y="3961361"/>
            <a:ext cx="1545703" cy="406327"/>
          </a:xfrm>
          <a:prstGeom prst="rect">
            <a:avLst/>
          </a:prstGeom>
          <a:noFill/>
        </p:spPr>
        <p:txBody>
          <a:bodyPr wrap="square">
            <a:spAutoFit/>
          </a:bodyPr>
          <a:lstStyle/>
          <a:p>
            <a:pPr>
              <a:spcAft>
                <a:spcPts val="1200"/>
              </a:spcAft>
              <a:buNone/>
            </a:pPr>
            <a:r>
              <a:rPr lang="en-IN" sz="900" b="1">
                <a:latin typeface="Montserrat" panose="00000500000000000000" pitchFamily="2" charset="0"/>
              </a:rPr>
              <a:t>Inputs/Sources</a:t>
            </a:r>
            <a:br>
              <a:rPr lang="en-IN" sz="900">
                <a:latin typeface="Montserrat" panose="00000500000000000000" pitchFamily="2" charset="0"/>
              </a:rPr>
            </a:br>
            <a:r>
              <a:rPr lang="en-IN" sz="900">
                <a:latin typeface="Montserrat" panose="00000500000000000000" pitchFamily="2" charset="0"/>
              </a:rPr>
              <a:t>Key information used</a:t>
            </a:r>
          </a:p>
        </p:txBody>
      </p:sp>
      <p:sp>
        <p:nvSpPr>
          <p:cNvPr id="68" name="TextBox 67">
            <a:extLst>
              <a:ext uri="{FF2B5EF4-FFF2-40B4-BE49-F238E27FC236}">
                <a16:creationId xmlns:a16="http://schemas.microsoft.com/office/drawing/2014/main" id="{1E317C57-D89E-596A-FA86-2C0B8D1E62DF}"/>
              </a:ext>
            </a:extLst>
          </p:cNvPr>
          <p:cNvSpPr txBox="1"/>
          <p:nvPr/>
        </p:nvSpPr>
        <p:spPr>
          <a:xfrm>
            <a:off x="878424" y="4545494"/>
            <a:ext cx="1545703" cy="558699"/>
          </a:xfrm>
          <a:prstGeom prst="rect">
            <a:avLst/>
          </a:prstGeom>
          <a:noFill/>
        </p:spPr>
        <p:txBody>
          <a:bodyPr wrap="square">
            <a:spAutoFit/>
          </a:bodyPr>
          <a:lstStyle/>
          <a:p>
            <a:pPr>
              <a:spcAft>
                <a:spcPts val="1200"/>
              </a:spcAft>
              <a:buNone/>
            </a:pPr>
            <a:r>
              <a:rPr lang="en-IN" sz="900" b="1">
                <a:latin typeface="Montserrat" panose="00000500000000000000" pitchFamily="2" charset="0"/>
              </a:rPr>
              <a:t>Success Measures</a:t>
            </a:r>
            <a:br>
              <a:rPr lang="en-IN" sz="900">
                <a:latin typeface="Montserrat" panose="00000500000000000000" pitchFamily="2" charset="0"/>
              </a:rPr>
            </a:br>
            <a:r>
              <a:rPr lang="en-IN" sz="900">
                <a:latin typeface="Montserrat" panose="00000500000000000000" pitchFamily="2" charset="0"/>
              </a:rPr>
              <a:t>How success is measured</a:t>
            </a:r>
          </a:p>
        </p:txBody>
      </p:sp>
      <p:sp>
        <p:nvSpPr>
          <p:cNvPr id="47" name="Rectangle: Rounded Corners 46">
            <a:extLst>
              <a:ext uri="{FF2B5EF4-FFF2-40B4-BE49-F238E27FC236}">
                <a16:creationId xmlns:a16="http://schemas.microsoft.com/office/drawing/2014/main" id="{0E6AD8CC-9AF1-44E7-88D6-91F9407BF67B}"/>
              </a:ext>
            </a:extLst>
          </p:cNvPr>
          <p:cNvSpPr/>
          <p:nvPr/>
        </p:nvSpPr>
        <p:spPr>
          <a:xfrm>
            <a:off x="3496868" y="1859084"/>
            <a:ext cx="1152000" cy="277242"/>
          </a:xfrm>
          <a:prstGeom prst="roundRect">
            <a:avLst>
              <a:gd name="adj" fmla="val 50000"/>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795A302A-F8D3-F0DA-39D4-3367995ABE91}"/>
              </a:ext>
            </a:extLst>
          </p:cNvPr>
          <p:cNvSpPr txBox="1"/>
          <p:nvPr/>
        </p:nvSpPr>
        <p:spPr>
          <a:xfrm>
            <a:off x="3569256" y="1880369"/>
            <a:ext cx="1007225" cy="270884"/>
          </a:xfrm>
          <a:prstGeom prst="rect">
            <a:avLst/>
          </a:prstGeom>
          <a:noFill/>
        </p:spPr>
        <p:txBody>
          <a:bodyPr wrap="square">
            <a:spAutoFit/>
          </a:bodyPr>
          <a:lstStyle/>
          <a:p>
            <a:pPr algn="ctr">
              <a:buNone/>
            </a:pPr>
            <a:r>
              <a:rPr lang="en-IN" sz="1000" b="1">
                <a:solidFill>
                  <a:schemeClr val="bg1"/>
                </a:solidFill>
                <a:latin typeface="Montserrat" panose="00000500000000000000" pitchFamily="2" charset="0"/>
              </a:rPr>
              <a:t>Scenario 1</a:t>
            </a:r>
          </a:p>
        </p:txBody>
      </p:sp>
      <p:sp>
        <p:nvSpPr>
          <p:cNvPr id="69" name="TextBox 68">
            <a:extLst>
              <a:ext uri="{FF2B5EF4-FFF2-40B4-BE49-F238E27FC236}">
                <a16:creationId xmlns:a16="http://schemas.microsoft.com/office/drawing/2014/main" id="{E3530137-2B57-64F5-CD97-8EA94EEF4DE9}"/>
              </a:ext>
            </a:extLst>
          </p:cNvPr>
          <p:cNvSpPr txBox="1"/>
          <p:nvPr/>
        </p:nvSpPr>
        <p:spPr>
          <a:xfrm>
            <a:off x="2673070" y="2594004"/>
            <a:ext cx="2880000" cy="406327"/>
          </a:xfrm>
          <a:prstGeom prst="rect">
            <a:avLst/>
          </a:prstGeom>
          <a:noFill/>
        </p:spPr>
        <p:txBody>
          <a:bodyPr wrap="square">
            <a:spAutoFit/>
          </a:bodyPr>
          <a:lstStyle/>
          <a:p>
            <a:r>
              <a:rPr lang="en-US" sz="900">
                <a:latin typeface="Montserrat" panose="00000500000000000000" pitchFamily="2" charset="0"/>
              </a:rPr>
              <a:t>Align K–5 science to SC standards; close priority gaps.</a:t>
            </a:r>
          </a:p>
        </p:txBody>
      </p:sp>
      <p:sp>
        <p:nvSpPr>
          <p:cNvPr id="45" name="TextBox 44">
            <a:extLst>
              <a:ext uri="{FF2B5EF4-FFF2-40B4-BE49-F238E27FC236}">
                <a16:creationId xmlns:a16="http://schemas.microsoft.com/office/drawing/2014/main" id="{77EB8DB7-2413-139B-31B7-6FD3CE9B89F5}"/>
              </a:ext>
            </a:extLst>
          </p:cNvPr>
          <p:cNvSpPr txBox="1"/>
          <p:nvPr/>
        </p:nvSpPr>
        <p:spPr>
          <a:xfrm>
            <a:off x="2632868" y="2296875"/>
            <a:ext cx="2880000" cy="230832"/>
          </a:xfrm>
          <a:prstGeom prst="rect">
            <a:avLst/>
          </a:prstGeom>
          <a:noFill/>
        </p:spPr>
        <p:txBody>
          <a:bodyPr wrap="square">
            <a:spAutoFit/>
          </a:bodyPr>
          <a:lstStyle/>
          <a:p>
            <a:pPr algn="ctr">
              <a:buNone/>
            </a:pPr>
            <a:r>
              <a:rPr lang="en-IN" sz="900" b="1">
                <a:latin typeface="Montserrat" panose="00000500000000000000" pitchFamily="2" charset="0"/>
              </a:rPr>
              <a:t>SC Standards Alignment &amp; Gap Analysis</a:t>
            </a:r>
          </a:p>
        </p:txBody>
      </p:sp>
      <p:sp>
        <p:nvSpPr>
          <p:cNvPr id="70" name="TextBox 69">
            <a:extLst>
              <a:ext uri="{FF2B5EF4-FFF2-40B4-BE49-F238E27FC236}">
                <a16:creationId xmlns:a16="http://schemas.microsoft.com/office/drawing/2014/main" id="{6498A5BF-3AE9-80DE-C2D4-9446E76EB747}"/>
              </a:ext>
            </a:extLst>
          </p:cNvPr>
          <p:cNvSpPr txBox="1"/>
          <p:nvPr/>
        </p:nvSpPr>
        <p:spPr>
          <a:xfrm>
            <a:off x="2641813" y="3155344"/>
            <a:ext cx="2880000" cy="711072"/>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Compare NGSS vs SC standards</a:t>
            </a:r>
            <a:endParaRPr lang="en-US" sz="900">
              <a:latin typeface="Montserrat" panose="00000500000000000000" pitchFamily="2" charset="0"/>
            </a:endParaRPr>
          </a:p>
          <a:p>
            <a:pPr marL="152400" indent="-152400">
              <a:buSzPct val="100000"/>
              <a:buChar char="•"/>
            </a:pPr>
            <a:r>
              <a:rPr lang="en-US" sz="900">
                <a:latin typeface="Montserrat" panose="00000500000000000000" pitchFamily="2" charset="0"/>
              </a:rPr>
              <a:t>Prioritize</a:t>
            </a:r>
            <a:r>
              <a:rPr lang="en-US" sz="900">
                <a:solidFill>
                  <a:srgbClr val="151515"/>
                </a:solidFill>
                <a:latin typeface="Montserrat" panose="00000500000000000000" pitchFamily="2" charset="0"/>
                <a:ea typeface="Aptos" pitchFamily="34" charset="-122"/>
                <a:cs typeface="Aptos" pitchFamily="34" charset="-120"/>
              </a:rPr>
              <a:t> gaps</a:t>
            </a:r>
          </a:p>
          <a:p>
            <a:pPr marL="152400" indent="-152400">
              <a:buSzPct val="100000"/>
              <a:buChar char="•"/>
            </a:pPr>
            <a:r>
              <a:rPr lang="en-US" sz="900">
                <a:solidFill>
                  <a:srgbClr val="151515"/>
                </a:solidFill>
                <a:latin typeface="Montserrat" panose="00000500000000000000" pitchFamily="2" charset="0"/>
              </a:rPr>
              <a:t>Analyze alignment evidence</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Recommend remediation</a:t>
            </a:r>
            <a:endParaRPr lang="en-US" sz="900">
              <a:latin typeface="Montserrat" panose="00000500000000000000" pitchFamily="2" charset="0"/>
            </a:endParaRPr>
          </a:p>
        </p:txBody>
      </p:sp>
      <p:sp>
        <p:nvSpPr>
          <p:cNvPr id="71" name="TextBox 70">
            <a:extLst>
              <a:ext uri="{FF2B5EF4-FFF2-40B4-BE49-F238E27FC236}">
                <a16:creationId xmlns:a16="http://schemas.microsoft.com/office/drawing/2014/main" id="{F567414C-3863-5D87-E81C-7AE26BDB10C7}"/>
              </a:ext>
            </a:extLst>
          </p:cNvPr>
          <p:cNvSpPr txBox="1"/>
          <p:nvPr/>
        </p:nvSpPr>
        <p:spPr>
          <a:xfrm>
            <a:off x="2641813" y="3890743"/>
            <a:ext cx="2880000"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NGSS curriculum</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SC standards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Performance targets</a:t>
            </a:r>
            <a:endParaRPr lang="en-US" sz="900">
              <a:latin typeface="Montserrat" panose="00000500000000000000" pitchFamily="2" charset="0"/>
            </a:endParaRPr>
          </a:p>
        </p:txBody>
      </p:sp>
      <p:sp>
        <p:nvSpPr>
          <p:cNvPr id="74" name="TextBox 73">
            <a:extLst>
              <a:ext uri="{FF2B5EF4-FFF2-40B4-BE49-F238E27FC236}">
                <a16:creationId xmlns:a16="http://schemas.microsoft.com/office/drawing/2014/main" id="{7DD2E14A-0A0D-5503-19D0-01F24C8FA8D3}"/>
              </a:ext>
            </a:extLst>
          </p:cNvPr>
          <p:cNvSpPr txBox="1"/>
          <p:nvPr/>
        </p:nvSpPr>
        <p:spPr>
          <a:xfrm>
            <a:off x="2641813" y="4545494"/>
            <a:ext cx="2880000"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 standards aligned</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Gaps closed</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SME approval</a:t>
            </a:r>
            <a:endParaRPr lang="en-US" sz="900">
              <a:latin typeface="Montserrat" panose="00000500000000000000" pitchFamily="2" charset="0"/>
            </a:endParaRPr>
          </a:p>
        </p:txBody>
      </p:sp>
      <p:grpSp>
        <p:nvGrpSpPr>
          <p:cNvPr id="104" name="Group 103">
            <a:extLst>
              <a:ext uri="{FF2B5EF4-FFF2-40B4-BE49-F238E27FC236}">
                <a16:creationId xmlns:a16="http://schemas.microsoft.com/office/drawing/2014/main" id="{AFFE6C22-6794-8C58-D97F-D503707CF543}"/>
              </a:ext>
            </a:extLst>
          </p:cNvPr>
          <p:cNvGrpSpPr/>
          <p:nvPr/>
        </p:nvGrpSpPr>
        <p:grpSpPr>
          <a:xfrm>
            <a:off x="6536999" y="1859083"/>
            <a:ext cx="1152000" cy="292169"/>
            <a:chOff x="6155773" y="1457229"/>
            <a:chExt cx="1152000" cy="265568"/>
          </a:xfrm>
        </p:grpSpPr>
        <p:sp>
          <p:nvSpPr>
            <p:cNvPr id="50" name="Rectangle: Rounded Corners 49">
              <a:extLst>
                <a:ext uri="{FF2B5EF4-FFF2-40B4-BE49-F238E27FC236}">
                  <a16:creationId xmlns:a16="http://schemas.microsoft.com/office/drawing/2014/main" id="{A79E13E3-D8DA-E6BF-2B02-3F7A99CEEC2D}"/>
                </a:ext>
              </a:extLst>
            </p:cNvPr>
            <p:cNvSpPr/>
            <p:nvPr/>
          </p:nvSpPr>
          <p:spPr>
            <a:xfrm>
              <a:off x="6155773" y="1457229"/>
              <a:ext cx="1152000" cy="252000"/>
            </a:xfrm>
            <a:prstGeom prst="roundRect">
              <a:avLst>
                <a:gd name="adj" fmla="val 50000"/>
              </a:avLst>
            </a:prstGeom>
            <a:solidFill>
              <a:schemeClr val="accent5">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7383F4FE-D72A-EDBC-0F59-F88A5BBFA07A}"/>
                </a:ext>
              </a:extLst>
            </p:cNvPr>
            <p:cNvSpPr txBox="1"/>
            <p:nvPr/>
          </p:nvSpPr>
          <p:spPr>
            <a:xfrm>
              <a:off x="6214012" y="1476576"/>
              <a:ext cx="1007225" cy="246221"/>
            </a:xfrm>
            <a:prstGeom prst="rect">
              <a:avLst/>
            </a:prstGeom>
            <a:noFill/>
          </p:spPr>
          <p:txBody>
            <a:bodyPr wrap="square">
              <a:spAutoFit/>
            </a:bodyPr>
            <a:lstStyle/>
            <a:p>
              <a:pPr algn="ctr">
                <a:buNone/>
              </a:pPr>
              <a:r>
                <a:rPr lang="en-IN" sz="1000" b="1">
                  <a:solidFill>
                    <a:schemeClr val="bg1"/>
                  </a:solidFill>
                  <a:latin typeface="Montserrat" panose="00000500000000000000" pitchFamily="2" charset="0"/>
                </a:rPr>
                <a:t>Scenario 2</a:t>
              </a:r>
            </a:p>
          </p:txBody>
        </p:sp>
      </p:grpSp>
      <p:sp>
        <p:nvSpPr>
          <p:cNvPr id="53" name="TextBox 52">
            <a:extLst>
              <a:ext uri="{FF2B5EF4-FFF2-40B4-BE49-F238E27FC236}">
                <a16:creationId xmlns:a16="http://schemas.microsoft.com/office/drawing/2014/main" id="{B0ED7ACE-0D08-44D2-933C-EFAD1DE254BE}"/>
              </a:ext>
            </a:extLst>
          </p:cNvPr>
          <p:cNvSpPr txBox="1"/>
          <p:nvPr/>
        </p:nvSpPr>
        <p:spPr>
          <a:xfrm>
            <a:off x="5669814" y="2296875"/>
            <a:ext cx="2886371" cy="230832"/>
          </a:xfrm>
          <a:prstGeom prst="rect">
            <a:avLst/>
          </a:prstGeom>
          <a:noFill/>
        </p:spPr>
        <p:txBody>
          <a:bodyPr wrap="square">
            <a:spAutoFit/>
          </a:bodyPr>
          <a:lstStyle/>
          <a:p>
            <a:pPr algn="ctr">
              <a:buNone/>
            </a:pPr>
            <a:r>
              <a:rPr lang="en-IN" sz="900" b="1">
                <a:latin typeface="Montserrat" panose="00000500000000000000" pitchFamily="2" charset="0"/>
              </a:rPr>
              <a:t>Literacy Strategy Integration</a:t>
            </a:r>
          </a:p>
        </p:txBody>
      </p:sp>
      <p:sp>
        <p:nvSpPr>
          <p:cNvPr id="81" name="TextBox 80">
            <a:extLst>
              <a:ext uri="{FF2B5EF4-FFF2-40B4-BE49-F238E27FC236}">
                <a16:creationId xmlns:a16="http://schemas.microsoft.com/office/drawing/2014/main" id="{61C9C727-FFDF-8197-997B-9BB963C3AEC1}"/>
              </a:ext>
            </a:extLst>
          </p:cNvPr>
          <p:cNvSpPr txBox="1"/>
          <p:nvPr/>
        </p:nvSpPr>
        <p:spPr>
          <a:xfrm>
            <a:off x="5713201" y="2604841"/>
            <a:ext cx="2886371" cy="406327"/>
          </a:xfrm>
          <a:prstGeom prst="rect">
            <a:avLst/>
          </a:prstGeom>
          <a:noFill/>
        </p:spPr>
        <p:txBody>
          <a:bodyPr wrap="square">
            <a:spAutoFit/>
          </a:bodyPr>
          <a:lstStyle/>
          <a:p>
            <a:r>
              <a:rPr lang="en-US" sz="900">
                <a:latin typeface="Montserrat" panose="00000500000000000000" pitchFamily="2" charset="0"/>
              </a:rPr>
              <a:t>Embed literacy strategies into Science Techbook lessons.</a:t>
            </a:r>
          </a:p>
        </p:txBody>
      </p:sp>
      <p:sp>
        <p:nvSpPr>
          <p:cNvPr id="82" name="TextBox 81">
            <a:extLst>
              <a:ext uri="{FF2B5EF4-FFF2-40B4-BE49-F238E27FC236}">
                <a16:creationId xmlns:a16="http://schemas.microsoft.com/office/drawing/2014/main" id="{7FDAD05E-7549-0ADE-6829-01DB323A2AF3}"/>
              </a:ext>
            </a:extLst>
          </p:cNvPr>
          <p:cNvSpPr txBox="1"/>
          <p:nvPr/>
        </p:nvSpPr>
        <p:spPr>
          <a:xfrm>
            <a:off x="5672216" y="3142924"/>
            <a:ext cx="2886371" cy="646331"/>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Review lessons and strategies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Select integration points</a:t>
            </a:r>
            <a:endParaRPr lang="en-US" sz="900">
              <a:latin typeface="Montserrat" panose="00000500000000000000" pitchFamily="2" charset="0"/>
              <a:ea typeface="Aptos" pitchFamily="34" charset="-122"/>
              <a:cs typeface="Aptos" pitchFamily="34" charset="-120"/>
            </a:endParaRPr>
          </a:p>
          <a:p>
            <a:pPr marL="152400" indent="-152400">
              <a:buSzPct val="100000"/>
              <a:buChar char="•"/>
            </a:pPr>
            <a:r>
              <a:rPr lang="en-US" sz="900">
                <a:solidFill>
                  <a:srgbClr val="151515"/>
                </a:solidFill>
                <a:latin typeface="Montserrat" panose="00000500000000000000" pitchFamily="2" charset="0"/>
              </a:rPr>
              <a:t>Assess literacy needs</a:t>
            </a:r>
          </a:p>
          <a:p>
            <a:pPr marL="152400" indent="-152400">
              <a:buSzPct val="100000"/>
              <a:buChar char="•"/>
            </a:pPr>
            <a:r>
              <a:rPr lang="en-US" sz="900">
                <a:solidFill>
                  <a:srgbClr val="151515"/>
                </a:solidFill>
                <a:latin typeface="Montserrat" panose="00000500000000000000" pitchFamily="2" charset="0"/>
              </a:rPr>
              <a:t>Refine lessons/components</a:t>
            </a:r>
          </a:p>
        </p:txBody>
      </p:sp>
      <p:sp>
        <p:nvSpPr>
          <p:cNvPr id="83" name="TextBox 82">
            <a:extLst>
              <a:ext uri="{FF2B5EF4-FFF2-40B4-BE49-F238E27FC236}">
                <a16:creationId xmlns:a16="http://schemas.microsoft.com/office/drawing/2014/main" id="{D2DF711E-9901-8175-3F9C-3F4441324192}"/>
              </a:ext>
            </a:extLst>
          </p:cNvPr>
          <p:cNvSpPr txBox="1"/>
          <p:nvPr/>
        </p:nvSpPr>
        <p:spPr>
          <a:xfrm>
            <a:off x="5672216" y="3894922"/>
            <a:ext cx="2886371"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Science Techbook (6–8)</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Literacy resources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Lesson guides</a:t>
            </a:r>
            <a:endParaRPr lang="en-US" sz="900">
              <a:latin typeface="Montserrat" panose="00000500000000000000" pitchFamily="2" charset="0"/>
            </a:endParaRPr>
          </a:p>
        </p:txBody>
      </p:sp>
      <p:sp>
        <p:nvSpPr>
          <p:cNvPr id="86" name="TextBox 85">
            <a:extLst>
              <a:ext uri="{FF2B5EF4-FFF2-40B4-BE49-F238E27FC236}">
                <a16:creationId xmlns:a16="http://schemas.microsoft.com/office/drawing/2014/main" id="{558D437A-765E-961E-F1AE-1A542DA8C6B0}"/>
              </a:ext>
            </a:extLst>
          </p:cNvPr>
          <p:cNvSpPr txBox="1"/>
          <p:nvPr/>
        </p:nvSpPr>
        <p:spPr>
          <a:xfrm>
            <a:off x="5672216" y="4545494"/>
            <a:ext cx="2886371"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Strategy fidelity</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Science integrity</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Instructional effectiveness</a:t>
            </a:r>
            <a:endParaRPr lang="en-US" sz="900">
              <a:latin typeface="Montserrat" panose="00000500000000000000" pitchFamily="2" charset="0"/>
            </a:endParaRPr>
          </a:p>
        </p:txBody>
      </p:sp>
      <p:grpSp>
        <p:nvGrpSpPr>
          <p:cNvPr id="102" name="Group 101">
            <a:extLst>
              <a:ext uri="{FF2B5EF4-FFF2-40B4-BE49-F238E27FC236}">
                <a16:creationId xmlns:a16="http://schemas.microsoft.com/office/drawing/2014/main" id="{60FBCFB0-A73D-1EE3-721E-D5B71D72CE06}"/>
              </a:ext>
            </a:extLst>
          </p:cNvPr>
          <p:cNvGrpSpPr/>
          <p:nvPr/>
        </p:nvGrpSpPr>
        <p:grpSpPr>
          <a:xfrm>
            <a:off x="9585802" y="1845281"/>
            <a:ext cx="1152000" cy="292169"/>
            <a:chOff x="9472292" y="1444684"/>
            <a:chExt cx="1152000" cy="265568"/>
          </a:xfrm>
        </p:grpSpPr>
        <p:sp>
          <p:nvSpPr>
            <p:cNvPr id="55" name="Rectangle: Rounded Corners 54">
              <a:extLst>
                <a:ext uri="{FF2B5EF4-FFF2-40B4-BE49-F238E27FC236}">
                  <a16:creationId xmlns:a16="http://schemas.microsoft.com/office/drawing/2014/main" id="{F53E181B-061B-97FD-E1E7-7F0871683344}"/>
                </a:ext>
              </a:extLst>
            </p:cNvPr>
            <p:cNvSpPr/>
            <p:nvPr/>
          </p:nvSpPr>
          <p:spPr>
            <a:xfrm>
              <a:off x="9472292" y="1444684"/>
              <a:ext cx="1152000" cy="252000"/>
            </a:xfrm>
            <a:prstGeom prst="roundRect">
              <a:avLst>
                <a:gd name="adj" fmla="val 50000"/>
              </a:avLst>
            </a:prstGeom>
            <a:solidFill>
              <a:schemeClr val="accent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1173A5B4-EF5F-6E27-BE7F-A6933F30C3A3}"/>
                </a:ext>
              </a:extLst>
            </p:cNvPr>
            <p:cNvSpPr txBox="1"/>
            <p:nvPr/>
          </p:nvSpPr>
          <p:spPr>
            <a:xfrm>
              <a:off x="9530531" y="1464031"/>
              <a:ext cx="1007225" cy="246221"/>
            </a:xfrm>
            <a:prstGeom prst="rect">
              <a:avLst/>
            </a:prstGeom>
            <a:noFill/>
          </p:spPr>
          <p:txBody>
            <a:bodyPr wrap="square">
              <a:spAutoFit/>
            </a:bodyPr>
            <a:lstStyle/>
            <a:p>
              <a:pPr algn="ctr">
                <a:buNone/>
              </a:pPr>
              <a:r>
                <a:rPr lang="en-IN" sz="1000" b="1">
                  <a:solidFill>
                    <a:schemeClr val="bg1"/>
                  </a:solidFill>
                  <a:latin typeface="Montserrat" panose="00000500000000000000" pitchFamily="2" charset="0"/>
                </a:rPr>
                <a:t>Scenario 3</a:t>
              </a:r>
            </a:p>
          </p:txBody>
        </p:sp>
      </p:grpSp>
      <p:sp>
        <p:nvSpPr>
          <p:cNvPr id="59" name="TextBox 58">
            <a:extLst>
              <a:ext uri="{FF2B5EF4-FFF2-40B4-BE49-F238E27FC236}">
                <a16:creationId xmlns:a16="http://schemas.microsoft.com/office/drawing/2014/main" id="{9733F939-9E15-4E2C-0295-1EEB0F03BBF2}"/>
              </a:ext>
            </a:extLst>
          </p:cNvPr>
          <p:cNvSpPr txBox="1"/>
          <p:nvPr/>
        </p:nvSpPr>
        <p:spPr>
          <a:xfrm>
            <a:off x="8932384" y="2296875"/>
            <a:ext cx="2458836" cy="230832"/>
          </a:xfrm>
          <a:prstGeom prst="rect">
            <a:avLst/>
          </a:prstGeom>
          <a:noFill/>
        </p:spPr>
        <p:txBody>
          <a:bodyPr wrap="square">
            <a:spAutoFit/>
          </a:bodyPr>
          <a:lstStyle/>
          <a:p>
            <a:pPr algn="ctr">
              <a:buNone/>
            </a:pPr>
            <a:r>
              <a:rPr lang="en-IN" sz="900" b="1">
                <a:latin typeface="Montserrat" panose="00000500000000000000" pitchFamily="2" charset="0"/>
              </a:rPr>
              <a:t>Oregon Content Customization</a:t>
            </a:r>
          </a:p>
        </p:txBody>
      </p:sp>
      <p:sp>
        <p:nvSpPr>
          <p:cNvPr id="87" name="TextBox 86">
            <a:extLst>
              <a:ext uri="{FF2B5EF4-FFF2-40B4-BE49-F238E27FC236}">
                <a16:creationId xmlns:a16="http://schemas.microsoft.com/office/drawing/2014/main" id="{4253F385-EB8D-5028-B9F5-67CF2B64118C}"/>
              </a:ext>
            </a:extLst>
          </p:cNvPr>
          <p:cNvSpPr txBox="1"/>
          <p:nvPr/>
        </p:nvSpPr>
        <p:spPr>
          <a:xfrm>
            <a:off x="8744681" y="2652517"/>
            <a:ext cx="2808000" cy="406327"/>
          </a:xfrm>
          <a:prstGeom prst="rect">
            <a:avLst/>
          </a:prstGeom>
          <a:noFill/>
        </p:spPr>
        <p:txBody>
          <a:bodyPr wrap="square">
            <a:spAutoFit/>
          </a:bodyPr>
          <a:lstStyle/>
          <a:p>
            <a:r>
              <a:rPr lang="en-US" sz="900">
                <a:solidFill>
                  <a:srgbClr val="151515"/>
                </a:solidFill>
                <a:latin typeface="Montserrat" panose="00000500000000000000" pitchFamily="2" charset="0"/>
                <a:ea typeface="Aptos" pitchFamily="34" charset="-122"/>
                <a:cs typeface="Aptos" pitchFamily="34" charset="-120"/>
              </a:rPr>
              <a:t>Align Grade 2 Social Studies to Oregon standards.</a:t>
            </a:r>
            <a:endParaRPr lang="en-US" sz="900">
              <a:latin typeface="Montserrat" panose="00000500000000000000" pitchFamily="2" charset="0"/>
            </a:endParaRPr>
          </a:p>
        </p:txBody>
      </p:sp>
      <p:sp>
        <p:nvSpPr>
          <p:cNvPr id="88" name="TextBox 87">
            <a:extLst>
              <a:ext uri="{FF2B5EF4-FFF2-40B4-BE49-F238E27FC236}">
                <a16:creationId xmlns:a16="http://schemas.microsoft.com/office/drawing/2014/main" id="{0B2E2435-D66E-6F9C-E651-E05B9189605C}"/>
              </a:ext>
            </a:extLst>
          </p:cNvPr>
          <p:cNvSpPr txBox="1"/>
          <p:nvPr/>
        </p:nvSpPr>
        <p:spPr>
          <a:xfrm>
            <a:off x="8721019" y="3134206"/>
            <a:ext cx="2520000" cy="711072"/>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Map standards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Identify gaps/surplus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Revise content</a:t>
            </a:r>
          </a:p>
          <a:p>
            <a:pPr marL="152400" indent="-152400">
              <a:buSzPct val="100000"/>
              <a:buChar char="•"/>
            </a:pPr>
            <a:r>
              <a:rPr lang="en-US" sz="900">
                <a:solidFill>
                  <a:srgbClr val="151515"/>
                </a:solidFill>
                <a:latin typeface="Montserrat" panose="00000500000000000000" pitchFamily="2" charset="0"/>
              </a:rPr>
              <a:t>Ensure traceability</a:t>
            </a:r>
          </a:p>
        </p:txBody>
      </p:sp>
      <p:sp>
        <p:nvSpPr>
          <p:cNvPr id="89" name="TextBox 88">
            <a:extLst>
              <a:ext uri="{FF2B5EF4-FFF2-40B4-BE49-F238E27FC236}">
                <a16:creationId xmlns:a16="http://schemas.microsoft.com/office/drawing/2014/main" id="{8A8DCD54-8B48-3218-1D14-14E28D15199B}"/>
              </a:ext>
            </a:extLst>
          </p:cNvPr>
          <p:cNvSpPr txBox="1"/>
          <p:nvPr/>
        </p:nvSpPr>
        <p:spPr>
          <a:xfrm>
            <a:off x="8721019" y="3931716"/>
            <a:ext cx="2520000"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Grade 2 Social Studies unit</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Oregon standards</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Scope/alignment docs</a:t>
            </a:r>
            <a:endParaRPr lang="en-US" sz="900">
              <a:latin typeface="Montserrat" panose="00000500000000000000" pitchFamily="2" charset="0"/>
            </a:endParaRPr>
          </a:p>
        </p:txBody>
      </p:sp>
      <p:sp>
        <p:nvSpPr>
          <p:cNvPr id="92" name="TextBox 91">
            <a:extLst>
              <a:ext uri="{FF2B5EF4-FFF2-40B4-BE49-F238E27FC236}">
                <a16:creationId xmlns:a16="http://schemas.microsoft.com/office/drawing/2014/main" id="{0ECEF45E-7A5D-8DF6-E61E-4DACCDD42D82}"/>
              </a:ext>
            </a:extLst>
          </p:cNvPr>
          <p:cNvSpPr txBox="1"/>
          <p:nvPr/>
        </p:nvSpPr>
        <p:spPr>
          <a:xfrm>
            <a:off x="8721019" y="4545494"/>
            <a:ext cx="2520000" cy="558699"/>
          </a:xfrm>
          <a:prstGeom prst="rect">
            <a:avLst/>
          </a:prstGeom>
          <a:noFill/>
        </p:spPr>
        <p:txBody>
          <a:bodyPr wrap="square">
            <a:spAutoFit/>
          </a:bodyPr>
          <a:lstStyle/>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 standards covered</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Unit coherence</a:t>
            </a:r>
            <a:endParaRPr lang="en-US" sz="900">
              <a:latin typeface="Montserrat" panose="00000500000000000000" pitchFamily="2" charset="0"/>
            </a:endParaRPr>
          </a:p>
          <a:p>
            <a:pPr marL="152400" indent="-152400">
              <a:buSzPct val="100000"/>
              <a:buChar char="•"/>
            </a:pPr>
            <a:r>
              <a:rPr lang="en-US" sz="900">
                <a:solidFill>
                  <a:srgbClr val="151515"/>
                </a:solidFill>
                <a:latin typeface="Montserrat" panose="00000500000000000000" pitchFamily="2" charset="0"/>
                <a:ea typeface="Aptos" pitchFamily="34" charset="-122"/>
                <a:cs typeface="Aptos" pitchFamily="34" charset="-120"/>
              </a:rPr>
              <a:t>Manual effort reduction</a:t>
            </a:r>
            <a:endParaRPr lang="en-US" sz="900">
              <a:latin typeface="Montserrat" panose="00000500000000000000" pitchFamily="2" charset="0"/>
            </a:endParaRPr>
          </a:p>
        </p:txBody>
      </p:sp>
      <p:pic>
        <p:nvPicPr>
          <p:cNvPr id="111" name="Picture 110">
            <a:extLst>
              <a:ext uri="{FF2B5EF4-FFF2-40B4-BE49-F238E27FC236}">
                <a16:creationId xmlns:a16="http://schemas.microsoft.com/office/drawing/2014/main" id="{9CD3A780-F0F4-22A0-D5F4-C03696DEFE31}"/>
              </a:ext>
            </a:extLst>
          </p:cNvPr>
          <p:cNvPicPr>
            <a:picLocks noChangeAspect="1"/>
          </p:cNvPicPr>
          <p:nvPr/>
        </p:nvPicPr>
        <p:blipFill>
          <a:blip r:embed="rId5"/>
          <a:stretch>
            <a:fillRect/>
          </a:stretch>
        </p:blipFill>
        <p:spPr>
          <a:xfrm>
            <a:off x="619183" y="2658547"/>
            <a:ext cx="288001" cy="302424"/>
          </a:xfrm>
          <a:prstGeom prst="rect">
            <a:avLst/>
          </a:prstGeom>
        </p:spPr>
      </p:pic>
      <p:pic>
        <p:nvPicPr>
          <p:cNvPr id="113" name="Picture 112">
            <a:extLst>
              <a:ext uri="{FF2B5EF4-FFF2-40B4-BE49-F238E27FC236}">
                <a16:creationId xmlns:a16="http://schemas.microsoft.com/office/drawing/2014/main" id="{6A607A28-116F-01E7-789D-3E34A60B1776}"/>
              </a:ext>
            </a:extLst>
          </p:cNvPr>
          <p:cNvPicPr>
            <a:picLocks noChangeAspect="1"/>
          </p:cNvPicPr>
          <p:nvPr/>
        </p:nvPicPr>
        <p:blipFill>
          <a:blip r:embed="rId6"/>
          <a:stretch>
            <a:fillRect/>
          </a:stretch>
        </p:blipFill>
        <p:spPr>
          <a:xfrm>
            <a:off x="632225" y="3286226"/>
            <a:ext cx="293372" cy="302501"/>
          </a:xfrm>
          <a:prstGeom prst="rect">
            <a:avLst/>
          </a:prstGeom>
        </p:spPr>
      </p:pic>
      <p:pic>
        <p:nvPicPr>
          <p:cNvPr id="115" name="Picture 114">
            <a:extLst>
              <a:ext uri="{FF2B5EF4-FFF2-40B4-BE49-F238E27FC236}">
                <a16:creationId xmlns:a16="http://schemas.microsoft.com/office/drawing/2014/main" id="{568F151B-1CD7-F485-BD36-59ADB10963FC}"/>
              </a:ext>
            </a:extLst>
          </p:cNvPr>
          <p:cNvPicPr>
            <a:picLocks noChangeAspect="1"/>
          </p:cNvPicPr>
          <p:nvPr/>
        </p:nvPicPr>
        <p:blipFill>
          <a:blip r:embed="rId7"/>
          <a:stretch>
            <a:fillRect/>
          </a:stretch>
        </p:blipFill>
        <p:spPr>
          <a:xfrm>
            <a:off x="669163" y="4015288"/>
            <a:ext cx="212064" cy="233306"/>
          </a:xfrm>
          <a:prstGeom prst="rect">
            <a:avLst/>
          </a:prstGeom>
        </p:spPr>
      </p:pic>
      <p:pic>
        <p:nvPicPr>
          <p:cNvPr id="121" name="Picture 120">
            <a:extLst>
              <a:ext uri="{FF2B5EF4-FFF2-40B4-BE49-F238E27FC236}">
                <a16:creationId xmlns:a16="http://schemas.microsoft.com/office/drawing/2014/main" id="{73EA6E61-0FB3-442A-58C6-BF378D7BE732}"/>
              </a:ext>
            </a:extLst>
          </p:cNvPr>
          <p:cNvPicPr>
            <a:picLocks noChangeAspect="1"/>
          </p:cNvPicPr>
          <p:nvPr/>
        </p:nvPicPr>
        <p:blipFill>
          <a:blip r:embed="rId8"/>
          <a:stretch>
            <a:fillRect/>
          </a:stretch>
        </p:blipFill>
        <p:spPr>
          <a:xfrm>
            <a:off x="649114" y="4677721"/>
            <a:ext cx="254090" cy="261861"/>
          </a:xfrm>
          <a:prstGeom prst="rect">
            <a:avLst/>
          </a:prstGeom>
        </p:spPr>
      </p:pic>
      <p:sp>
        <p:nvSpPr>
          <p:cNvPr id="6" name="TextBox 5">
            <a:extLst>
              <a:ext uri="{FF2B5EF4-FFF2-40B4-BE49-F238E27FC236}">
                <a16:creationId xmlns:a16="http://schemas.microsoft.com/office/drawing/2014/main" id="{86AEEC99-3589-7087-B206-BE53B5D74E99}"/>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Scenarios &amp; Requirements Matrix</a:t>
            </a:r>
          </a:p>
        </p:txBody>
      </p:sp>
      <p:sp>
        <p:nvSpPr>
          <p:cNvPr id="10" name="Rectangle: Rounded Corners 9">
            <a:extLst>
              <a:ext uri="{FF2B5EF4-FFF2-40B4-BE49-F238E27FC236}">
                <a16:creationId xmlns:a16="http://schemas.microsoft.com/office/drawing/2014/main" id="{D9A49DA4-AC37-0AC9-BE12-5716F1A7174E}"/>
              </a:ext>
            </a:extLst>
          </p:cNvPr>
          <p:cNvSpPr/>
          <p:nvPr/>
        </p:nvSpPr>
        <p:spPr>
          <a:xfrm>
            <a:off x="1647161" y="1066937"/>
            <a:ext cx="8897679" cy="466169"/>
          </a:xfrm>
          <a:prstGeom prst="roundRect">
            <a:avLst>
              <a:gd name="adj" fmla="val 17756"/>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panose="00000500000000000000" pitchFamily="2" charset="0"/>
              </a:rPr>
              <a:t>Discovery Education Business Requirements Addressed by </a:t>
            </a:r>
            <a:r>
              <a:rPr lang="en-US" sz="1200" b="1" err="1">
                <a:solidFill>
                  <a:schemeClr val="bg1"/>
                </a:solidFill>
                <a:latin typeface="Montserrat" panose="00000500000000000000" pitchFamily="2" charset="0"/>
              </a:rPr>
              <a:t>Academian’s</a:t>
            </a:r>
            <a:r>
              <a:rPr lang="en-US" sz="1200" b="1">
                <a:solidFill>
                  <a:schemeClr val="bg1"/>
                </a:solidFill>
                <a:latin typeface="Montserrat" panose="00000500000000000000" pitchFamily="2" charset="0"/>
              </a:rPr>
              <a:t> Curriculum Intelligence Platform</a:t>
            </a:r>
            <a:endParaRPr lang="en-US" sz="1200">
              <a:solidFill>
                <a:schemeClr val="bg1"/>
              </a:solidFill>
              <a:latin typeface="Montserrat" panose="00000500000000000000" pitchFamily="2" charset="0"/>
            </a:endParaRP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71B7B-8E6A-C05C-8854-0287536A7D23}"/>
            </a:ext>
          </a:extLst>
        </p:cNvPr>
        <p:cNvGrpSpPr/>
        <p:nvPr/>
      </p:nvGrpSpPr>
      <p:grpSpPr>
        <a:xfrm>
          <a:off x="0" y="0"/>
          <a:ext cx="0" cy="0"/>
          <a:chOff x="0" y="0"/>
          <a:chExt cx="0" cy="0"/>
        </a:xfrm>
      </p:grpSpPr>
      <p:sp>
        <p:nvSpPr>
          <p:cNvPr id="43" name="Rectangle: Rounded Corners 42">
            <a:extLst>
              <a:ext uri="{FF2B5EF4-FFF2-40B4-BE49-F238E27FC236}">
                <a16:creationId xmlns:a16="http://schemas.microsoft.com/office/drawing/2014/main" id="{B82016A6-1AED-2C2D-1503-69598112E77A}"/>
              </a:ext>
            </a:extLst>
          </p:cNvPr>
          <p:cNvSpPr/>
          <p:nvPr/>
        </p:nvSpPr>
        <p:spPr>
          <a:xfrm>
            <a:off x="1491375" y="6118846"/>
            <a:ext cx="9209251" cy="432000"/>
          </a:xfrm>
          <a:prstGeom prst="roundRect">
            <a:avLst>
              <a:gd name="adj" fmla="val 50000"/>
            </a:avLst>
          </a:prstGeom>
          <a:solidFill>
            <a:schemeClr val="accent3">
              <a:lumMod val="20000"/>
              <a:lumOff val="80000"/>
            </a:schemeClr>
          </a:solidFill>
          <a:ln w="6350">
            <a:solidFill>
              <a:schemeClr val="accent3">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err="1">
                <a:solidFill>
                  <a:schemeClr val="tx1"/>
                </a:solidFill>
                <a:latin typeface="Montserrat" panose="00000500000000000000" pitchFamily="2" charset="0"/>
              </a:rPr>
              <a:t>Academian</a:t>
            </a:r>
            <a:r>
              <a:rPr lang="en-US" sz="1000" b="1">
                <a:solidFill>
                  <a:schemeClr val="tx1"/>
                </a:solidFill>
                <a:latin typeface="Montserrat" panose="00000500000000000000" pitchFamily="2" charset="0"/>
              </a:rPr>
              <a:t> combines the right platform, proven assets, and deep expertise to deliver the Unified Curriculum Intelligence Platform that helps you achieve your vision faster, smarter, and with greater impact.</a:t>
            </a:r>
            <a:endParaRPr lang="en-US" sz="1000">
              <a:solidFill>
                <a:schemeClr val="tx1"/>
              </a:solidFill>
              <a:latin typeface="Montserrat" panose="00000500000000000000" pitchFamily="2" charset="0"/>
            </a:endParaRPr>
          </a:p>
        </p:txBody>
      </p:sp>
      <p:sp>
        <p:nvSpPr>
          <p:cNvPr id="6" name="Rectangle: Rounded Corners 5">
            <a:extLst>
              <a:ext uri="{FF2B5EF4-FFF2-40B4-BE49-F238E27FC236}">
                <a16:creationId xmlns:a16="http://schemas.microsoft.com/office/drawing/2014/main" id="{8E52A532-2D3F-DCC1-11DF-9FFEE3FFBDB7}"/>
              </a:ext>
            </a:extLst>
          </p:cNvPr>
          <p:cNvSpPr/>
          <p:nvPr/>
        </p:nvSpPr>
        <p:spPr>
          <a:xfrm>
            <a:off x="493632" y="698777"/>
            <a:ext cx="1960036" cy="648000"/>
          </a:xfrm>
          <a:prstGeom prst="roundRect">
            <a:avLst>
              <a:gd name="adj" fmla="val 8608"/>
            </a:avLst>
          </a:prstGeom>
          <a:solidFill>
            <a:schemeClr val="bg1"/>
          </a:solidFill>
          <a:effectLst/>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000" b="1">
                <a:solidFill>
                  <a:schemeClr val="tx1"/>
                </a:solidFill>
                <a:latin typeface="Montserrat" panose="00000500000000000000" pitchFamily="2" charset="0"/>
              </a:rPr>
              <a:t>Proven Accelerators</a:t>
            </a:r>
            <a:br>
              <a:rPr lang="en-US" sz="1000">
                <a:solidFill>
                  <a:schemeClr val="tx1"/>
                </a:solidFill>
                <a:latin typeface="Montserrat" panose="00000500000000000000" pitchFamily="2" charset="0"/>
              </a:rPr>
            </a:br>
            <a:r>
              <a:rPr lang="en-US" sz="1000">
                <a:solidFill>
                  <a:schemeClr val="tx1"/>
                </a:solidFill>
                <a:latin typeface="Montserrat" panose="00000500000000000000" pitchFamily="2" charset="0"/>
              </a:rPr>
              <a:t>Pre-built, configurable, and ready to reuse</a:t>
            </a:r>
          </a:p>
        </p:txBody>
      </p:sp>
      <p:sp>
        <p:nvSpPr>
          <p:cNvPr id="11" name="Rectangle: Rounded Corners 10">
            <a:extLst>
              <a:ext uri="{FF2B5EF4-FFF2-40B4-BE49-F238E27FC236}">
                <a16:creationId xmlns:a16="http://schemas.microsoft.com/office/drawing/2014/main" id="{CAD9C4AB-D789-FF7C-ADB0-7B3DAA9B2084}"/>
              </a:ext>
            </a:extLst>
          </p:cNvPr>
          <p:cNvSpPr/>
          <p:nvPr/>
        </p:nvSpPr>
        <p:spPr>
          <a:xfrm>
            <a:off x="2576515" y="698777"/>
            <a:ext cx="1960036" cy="648000"/>
          </a:xfrm>
          <a:prstGeom prst="roundRect">
            <a:avLst>
              <a:gd name="adj" fmla="val 10622"/>
            </a:avLst>
          </a:prstGeom>
          <a:solidFill>
            <a:schemeClr val="bg1"/>
          </a:solidFill>
          <a:effectLst/>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000" b="1">
                <a:solidFill>
                  <a:schemeClr val="tx1"/>
                </a:solidFill>
                <a:latin typeface="Montserrat" panose="00000500000000000000" pitchFamily="2" charset="0"/>
              </a:rPr>
              <a:t>Faster Time to Value</a:t>
            </a:r>
            <a:br>
              <a:rPr lang="en-US" sz="1000">
                <a:solidFill>
                  <a:schemeClr val="tx1"/>
                </a:solidFill>
                <a:latin typeface="Montserrat" panose="00000500000000000000" pitchFamily="2" charset="0"/>
              </a:rPr>
            </a:br>
            <a:r>
              <a:rPr lang="en-US" sz="1000">
                <a:solidFill>
                  <a:schemeClr val="tx1"/>
                </a:solidFill>
                <a:latin typeface="Montserrat" panose="00000500000000000000" pitchFamily="2" charset="0"/>
              </a:rPr>
              <a:t>Reduce development effort and speed delivery</a:t>
            </a:r>
          </a:p>
        </p:txBody>
      </p:sp>
      <p:sp>
        <p:nvSpPr>
          <p:cNvPr id="13" name="Rectangle: Rounded Corners 12">
            <a:extLst>
              <a:ext uri="{FF2B5EF4-FFF2-40B4-BE49-F238E27FC236}">
                <a16:creationId xmlns:a16="http://schemas.microsoft.com/office/drawing/2014/main" id="{E9268271-17D0-F3D1-4811-ED3673C61F47}"/>
              </a:ext>
            </a:extLst>
          </p:cNvPr>
          <p:cNvSpPr/>
          <p:nvPr/>
        </p:nvSpPr>
        <p:spPr>
          <a:xfrm>
            <a:off x="4659398" y="698777"/>
            <a:ext cx="1960036" cy="648000"/>
          </a:xfrm>
          <a:prstGeom prst="roundRect">
            <a:avLst>
              <a:gd name="adj" fmla="val 8608"/>
            </a:avLst>
          </a:prstGeom>
          <a:solidFill>
            <a:schemeClr val="bg1"/>
          </a:solidFill>
          <a:effectLst/>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000" b="1">
                <a:solidFill>
                  <a:schemeClr val="tx1"/>
                </a:solidFill>
                <a:latin typeface="Montserrat" panose="00000500000000000000" pitchFamily="2" charset="0"/>
              </a:rPr>
              <a:t>Built-in Best Practices</a:t>
            </a:r>
            <a:br>
              <a:rPr lang="en-US" sz="1000">
                <a:solidFill>
                  <a:schemeClr val="tx1"/>
                </a:solidFill>
                <a:latin typeface="Montserrat" panose="00000500000000000000" pitchFamily="2" charset="0"/>
              </a:rPr>
            </a:br>
            <a:r>
              <a:rPr lang="en-US" sz="1000">
                <a:solidFill>
                  <a:schemeClr val="tx1"/>
                </a:solidFill>
                <a:latin typeface="Montserrat" panose="00000500000000000000" pitchFamily="2" charset="0"/>
              </a:rPr>
              <a:t>Standards aligned and governed</a:t>
            </a:r>
          </a:p>
        </p:txBody>
      </p:sp>
      <p:sp>
        <p:nvSpPr>
          <p:cNvPr id="15" name="Rectangle: Rounded Corners 14">
            <a:extLst>
              <a:ext uri="{FF2B5EF4-FFF2-40B4-BE49-F238E27FC236}">
                <a16:creationId xmlns:a16="http://schemas.microsoft.com/office/drawing/2014/main" id="{34357D96-4131-468C-7188-DF640CFA9CE5}"/>
              </a:ext>
            </a:extLst>
          </p:cNvPr>
          <p:cNvSpPr/>
          <p:nvPr/>
        </p:nvSpPr>
        <p:spPr>
          <a:xfrm>
            <a:off x="6742281" y="698777"/>
            <a:ext cx="1960036" cy="648000"/>
          </a:xfrm>
          <a:prstGeom prst="roundRect">
            <a:avLst>
              <a:gd name="adj" fmla="val 7936"/>
            </a:avLst>
          </a:prstGeom>
          <a:solidFill>
            <a:schemeClr val="bg1"/>
          </a:solidFill>
          <a:effectLst/>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000" b="1">
                <a:solidFill>
                  <a:schemeClr val="tx1"/>
                </a:solidFill>
                <a:latin typeface="Montserrat" panose="00000500000000000000" pitchFamily="2" charset="0"/>
              </a:rPr>
              <a:t>Configurable &amp; Extensible</a:t>
            </a:r>
            <a:br>
              <a:rPr lang="en-US" sz="1000">
                <a:solidFill>
                  <a:schemeClr val="tx1"/>
                </a:solidFill>
                <a:latin typeface="Montserrat" panose="00000500000000000000" pitchFamily="2" charset="0"/>
              </a:rPr>
            </a:br>
            <a:r>
              <a:rPr lang="en-US" sz="1000">
                <a:solidFill>
                  <a:schemeClr val="tx1"/>
                </a:solidFill>
                <a:latin typeface="Montserrat" panose="00000500000000000000" pitchFamily="2" charset="0"/>
              </a:rPr>
              <a:t>Adaptable to unique needs</a:t>
            </a:r>
          </a:p>
        </p:txBody>
      </p:sp>
      <p:sp>
        <p:nvSpPr>
          <p:cNvPr id="17" name="Rectangle: Rounded Corners 16">
            <a:extLst>
              <a:ext uri="{FF2B5EF4-FFF2-40B4-BE49-F238E27FC236}">
                <a16:creationId xmlns:a16="http://schemas.microsoft.com/office/drawing/2014/main" id="{8D1CAC06-419D-4DAC-6C3C-F64AFFF35FF3}"/>
              </a:ext>
            </a:extLst>
          </p:cNvPr>
          <p:cNvSpPr/>
          <p:nvPr/>
        </p:nvSpPr>
        <p:spPr>
          <a:xfrm>
            <a:off x="8825164" y="698777"/>
            <a:ext cx="2348603" cy="648000"/>
          </a:xfrm>
          <a:prstGeom prst="roundRect">
            <a:avLst>
              <a:gd name="adj" fmla="val 8602"/>
            </a:avLst>
          </a:prstGeom>
          <a:solidFill>
            <a:schemeClr val="bg1"/>
          </a:solidFill>
          <a:effectLst/>
        </p:spPr>
        <p:style>
          <a:lnRef idx="1">
            <a:schemeClr val="accent1"/>
          </a:lnRef>
          <a:fillRef idx="3">
            <a:schemeClr val="accent1"/>
          </a:fillRef>
          <a:effectRef idx="2">
            <a:schemeClr val="accent1"/>
          </a:effectRef>
          <a:fontRef idx="minor">
            <a:schemeClr val="lt1"/>
          </a:fontRef>
        </p:style>
        <p:txBody>
          <a:bodyPr tIns="0" bIns="0" rtlCol="0" anchor="ctr"/>
          <a:lstStyle/>
          <a:p>
            <a:r>
              <a:rPr lang="en-US" sz="1000" b="1">
                <a:solidFill>
                  <a:schemeClr val="tx1"/>
                </a:solidFill>
                <a:latin typeface="Montserrat" panose="00000500000000000000" pitchFamily="2" charset="0"/>
              </a:rPr>
              <a:t>Our Philosophy</a:t>
            </a:r>
          </a:p>
          <a:p>
            <a:r>
              <a:rPr lang="en-US" sz="1000">
                <a:solidFill>
                  <a:schemeClr val="tx1"/>
                </a:solidFill>
                <a:latin typeface="Montserrat" panose="00000500000000000000" pitchFamily="2" charset="0"/>
              </a:rPr>
              <a:t>Reuse what works. Extend when needed. Build only what is new</a:t>
            </a:r>
          </a:p>
        </p:txBody>
      </p:sp>
      <p:sp>
        <p:nvSpPr>
          <p:cNvPr id="32" name="Rectangle: Rounded Corners 31">
            <a:extLst>
              <a:ext uri="{FF2B5EF4-FFF2-40B4-BE49-F238E27FC236}">
                <a16:creationId xmlns:a16="http://schemas.microsoft.com/office/drawing/2014/main" id="{BE3ECE65-F9F0-C391-484F-CF36D9299346}"/>
              </a:ext>
            </a:extLst>
          </p:cNvPr>
          <p:cNvSpPr/>
          <p:nvPr/>
        </p:nvSpPr>
        <p:spPr>
          <a:xfrm>
            <a:off x="1783013" y="2004466"/>
            <a:ext cx="8712000" cy="1963341"/>
          </a:xfrm>
          <a:prstGeom prst="roundRect">
            <a:avLst>
              <a:gd name="adj" fmla="val 10039"/>
            </a:avLst>
          </a:prstGeom>
          <a:solidFill>
            <a:srgbClr val="F0F8FA"/>
          </a:solidFill>
          <a:ln w="6350">
            <a:solidFill>
              <a:srgbClr val="0070C0"/>
            </a:solidFill>
          </a:ln>
          <a:effectLst>
            <a:outerShdw blurRad="114300" dist="23000" dir="54000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6" name="TextBox 55">
            <a:extLst>
              <a:ext uri="{FF2B5EF4-FFF2-40B4-BE49-F238E27FC236}">
                <a16:creationId xmlns:a16="http://schemas.microsoft.com/office/drawing/2014/main" id="{39C00BC4-4B29-2EB1-5E7D-7D33376B8872}"/>
              </a:ext>
            </a:extLst>
          </p:cNvPr>
          <p:cNvSpPr txBox="1"/>
          <p:nvPr/>
        </p:nvSpPr>
        <p:spPr>
          <a:xfrm>
            <a:off x="5232332" y="2071413"/>
            <a:ext cx="1482090" cy="307777"/>
          </a:xfrm>
          <a:prstGeom prst="rect">
            <a:avLst/>
          </a:prstGeom>
          <a:noFill/>
        </p:spPr>
        <p:txBody>
          <a:bodyPr wrap="square">
            <a:spAutoFit/>
          </a:bodyPr>
          <a:lstStyle/>
          <a:p>
            <a:pPr algn="ctr"/>
            <a:r>
              <a:rPr lang="en-US" sz="1400" b="1">
                <a:solidFill>
                  <a:srgbClr val="002060"/>
                </a:solidFill>
                <a:latin typeface="Montserrat "/>
              </a:rPr>
              <a:t>Accelerators</a:t>
            </a:r>
            <a:endParaRPr lang="en-US" sz="2000" b="1">
              <a:solidFill>
                <a:srgbClr val="002060"/>
              </a:solidFill>
              <a:latin typeface="Montserrat "/>
            </a:endParaRPr>
          </a:p>
        </p:txBody>
      </p:sp>
      <p:grpSp>
        <p:nvGrpSpPr>
          <p:cNvPr id="40" name="Group 39">
            <a:extLst>
              <a:ext uri="{FF2B5EF4-FFF2-40B4-BE49-F238E27FC236}">
                <a16:creationId xmlns:a16="http://schemas.microsoft.com/office/drawing/2014/main" id="{44C6FC93-7222-7039-769B-13B057108DD7}"/>
              </a:ext>
            </a:extLst>
          </p:cNvPr>
          <p:cNvGrpSpPr/>
          <p:nvPr/>
        </p:nvGrpSpPr>
        <p:grpSpPr>
          <a:xfrm>
            <a:off x="1491375" y="2397398"/>
            <a:ext cx="9209251" cy="3604346"/>
            <a:chOff x="2331720" y="2798356"/>
            <a:chExt cx="9209251" cy="3604346"/>
          </a:xfrm>
        </p:grpSpPr>
        <p:sp>
          <p:nvSpPr>
            <p:cNvPr id="9" name="Rectangle: Rounded Corners 8">
              <a:extLst>
                <a:ext uri="{FF2B5EF4-FFF2-40B4-BE49-F238E27FC236}">
                  <a16:creationId xmlns:a16="http://schemas.microsoft.com/office/drawing/2014/main" id="{EBEB4B5B-C11B-9305-D00C-9A0F15E5DAAD}"/>
                </a:ext>
              </a:extLst>
            </p:cNvPr>
            <p:cNvSpPr/>
            <p:nvPr/>
          </p:nvSpPr>
          <p:spPr>
            <a:xfrm>
              <a:off x="2331720" y="2906486"/>
              <a:ext cx="9197340" cy="3494313"/>
            </a:xfrm>
            <a:prstGeom prst="roundRect">
              <a:avLst>
                <a:gd name="adj" fmla="val 4462"/>
              </a:avLst>
            </a:prstGeom>
            <a:solidFill>
              <a:schemeClr val="bg1"/>
            </a:solidFill>
            <a:ln w="63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E9B3929F-52C8-3D0B-C1A2-A9D42392712A}"/>
                </a:ext>
              </a:extLst>
            </p:cNvPr>
            <p:cNvSpPr/>
            <p:nvPr/>
          </p:nvSpPr>
          <p:spPr>
            <a:xfrm>
              <a:off x="2828823" y="2798356"/>
              <a:ext cx="1940184" cy="248155"/>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panose="00000500000000000000" pitchFamily="2" charset="0"/>
                </a:rPr>
                <a:t>Accelerator</a:t>
              </a:r>
            </a:p>
          </p:txBody>
        </p:sp>
        <p:sp>
          <p:nvSpPr>
            <p:cNvPr id="27" name="Rectangle: Rounded Corners 26">
              <a:extLst>
                <a:ext uri="{FF2B5EF4-FFF2-40B4-BE49-F238E27FC236}">
                  <a16:creationId xmlns:a16="http://schemas.microsoft.com/office/drawing/2014/main" id="{8A71B5AC-1336-A1A9-6C52-C62E90B9CB31}"/>
                </a:ext>
              </a:extLst>
            </p:cNvPr>
            <p:cNvSpPr/>
            <p:nvPr/>
          </p:nvSpPr>
          <p:spPr>
            <a:xfrm>
              <a:off x="5673244" y="2798356"/>
              <a:ext cx="2241501" cy="248155"/>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panose="00000500000000000000" pitchFamily="2" charset="0"/>
                </a:rPr>
                <a:t>Description</a:t>
              </a:r>
            </a:p>
          </p:txBody>
        </p:sp>
        <p:sp>
          <p:nvSpPr>
            <p:cNvPr id="29" name="Rectangle: Rounded Corners 28">
              <a:extLst>
                <a:ext uri="{FF2B5EF4-FFF2-40B4-BE49-F238E27FC236}">
                  <a16:creationId xmlns:a16="http://schemas.microsoft.com/office/drawing/2014/main" id="{FD5F5E84-718D-8910-3C17-49476423A620}"/>
                </a:ext>
              </a:extLst>
            </p:cNvPr>
            <p:cNvSpPr/>
            <p:nvPr/>
          </p:nvSpPr>
          <p:spPr>
            <a:xfrm>
              <a:off x="8818982" y="2798356"/>
              <a:ext cx="2241501" cy="248155"/>
            </a:xfrm>
            <a:prstGeom prst="roundRect">
              <a:avLst>
                <a:gd name="adj" fmla="val 50000"/>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panose="00000500000000000000" pitchFamily="2" charset="0"/>
                </a:rPr>
                <a:t>Key Features</a:t>
              </a:r>
            </a:p>
          </p:txBody>
        </p:sp>
        <p:sp>
          <p:nvSpPr>
            <p:cNvPr id="31" name="TextBox 30">
              <a:extLst>
                <a:ext uri="{FF2B5EF4-FFF2-40B4-BE49-F238E27FC236}">
                  <a16:creationId xmlns:a16="http://schemas.microsoft.com/office/drawing/2014/main" id="{F01C00CC-359B-FC5A-4945-C7D212D16E92}"/>
                </a:ext>
              </a:extLst>
            </p:cNvPr>
            <p:cNvSpPr txBox="1"/>
            <p:nvPr/>
          </p:nvSpPr>
          <p:spPr>
            <a:xfrm>
              <a:off x="2862842" y="3190342"/>
              <a:ext cx="2318084" cy="276999"/>
            </a:xfrm>
            <a:prstGeom prst="rect">
              <a:avLst/>
            </a:prstGeom>
            <a:noFill/>
          </p:spPr>
          <p:txBody>
            <a:bodyPr wrap="square">
              <a:spAutoFit/>
            </a:bodyPr>
            <a:lstStyle/>
            <a:p>
              <a:r>
                <a:rPr lang="en-US" sz="1200" b="1">
                  <a:latin typeface="Montserrat" panose="00000500000000000000" pitchFamily="2" charset="0"/>
                </a:rPr>
                <a:t>Content AI Studio</a:t>
              </a:r>
              <a:endParaRPr lang="en-US" sz="1200">
                <a:latin typeface="Montserrat" panose="00000500000000000000" pitchFamily="2" charset="0"/>
              </a:endParaRPr>
            </a:p>
          </p:txBody>
        </p:sp>
        <p:sp>
          <p:nvSpPr>
            <p:cNvPr id="33" name="TextBox 32">
              <a:extLst>
                <a:ext uri="{FF2B5EF4-FFF2-40B4-BE49-F238E27FC236}">
                  <a16:creationId xmlns:a16="http://schemas.microsoft.com/office/drawing/2014/main" id="{3C18E0C1-61BF-1C45-C168-B15D2F82578E}"/>
                </a:ext>
              </a:extLst>
            </p:cNvPr>
            <p:cNvSpPr txBox="1"/>
            <p:nvPr/>
          </p:nvSpPr>
          <p:spPr>
            <a:xfrm>
              <a:off x="5243912" y="3118769"/>
              <a:ext cx="2662989" cy="430887"/>
            </a:xfrm>
            <a:prstGeom prst="rect">
              <a:avLst/>
            </a:prstGeom>
            <a:noFill/>
          </p:spPr>
          <p:txBody>
            <a:bodyPr wrap="square">
              <a:spAutoFit/>
            </a:bodyPr>
            <a:lstStyle/>
            <a:p>
              <a:r>
                <a:rPr lang="en-US" sz="1100">
                  <a:latin typeface="Montserrat" panose="00000500000000000000" pitchFamily="2" charset="0"/>
                </a:rPr>
                <a:t>AI-powered content ingestion, and generation</a:t>
              </a:r>
              <a:endParaRPr lang="en-US" sz="1100"/>
            </a:p>
          </p:txBody>
        </p:sp>
        <p:sp>
          <p:nvSpPr>
            <p:cNvPr id="35" name="TextBox 34">
              <a:extLst>
                <a:ext uri="{FF2B5EF4-FFF2-40B4-BE49-F238E27FC236}">
                  <a16:creationId xmlns:a16="http://schemas.microsoft.com/office/drawing/2014/main" id="{9D9A0EDA-F1D5-AA25-93EE-587BC8CF24DE}"/>
                </a:ext>
              </a:extLst>
            </p:cNvPr>
            <p:cNvSpPr txBox="1"/>
            <p:nvPr/>
          </p:nvSpPr>
          <p:spPr>
            <a:xfrm>
              <a:off x="8476595" y="3049372"/>
              <a:ext cx="284576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Content ingestion</a:t>
              </a:r>
            </a:p>
            <a:p>
              <a:pPr marL="171450" indent="-171450">
                <a:buFont typeface="Arial" panose="020B0604020202020204" pitchFamily="34" charset="0"/>
                <a:buChar char="•"/>
              </a:pPr>
              <a:r>
                <a:rPr lang="en-US" sz="1000">
                  <a:latin typeface="Montserrat" panose="00000500000000000000" pitchFamily="2" charset="0"/>
                </a:rPr>
                <a:t>Metadata extraction</a:t>
              </a:r>
            </a:p>
            <a:p>
              <a:pPr marL="171450" indent="-171450">
                <a:buFont typeface="Arial" panose="020B0604020202020204" pitchFamily="34" charset="0"/>
                <a:buChar char="•"/>
              </a:pPr>
              <a:r>
                <a:rPr lang="en-US" sz="1000">
                  <a:latin typeface="Montserrat" panose="00000500000000000000" pitchFamily="2" charset="0"/>
                </a:rPr>
                <a:t>Generation and summarization</a:t>
              </a:r>
              <a:endParaRPr lang="en-US" sz="1000"/>
            </a:p>
          </p:txBody>
        </p:sp>
        <p:sp>
          <p:nvSpPr>
            <p:cNvPr id="37" name="TextBox 36">
              <a:extLst>
                <a:ext uri="{FF2B5EF4-FFF2-40B4-BE49-F238E27FC236}">
                  <a16:creationId xmlns:a16="http://schemas.microsoft.com/office/drawing/2014/main" id="{EFC3F3A1-E132-F67F-7F4D-00D2845708DD}"/>
                </a:ext>
              </a:extLst>
            </p:cNvPr>
            <p:cNvSpPr txBox="1"/>
            <p:nvPr/>
          </p:nvSpPr>
          <p:spPr>
            <a:xfrm>
              <a:off x="2862842" y="3731372"/>
              <a:ext cx="2879559" cy="276999"/>
            </a:xfrm>
            <a:prstGeom prst="rect">
              <a:avLst/>
            </a:prstGeom>
            <a:noFill/>
          </p:spPr>
          <p:txBody>
            <a:bodyPr wrap="square">
              <a:spAutoFit/>
            </a:bodyPr>
            <a:lstStyle/>
            <a:p>
              <a:r>
                <a:rPr lang="en-US" sz="1200" b="1">
                  <a:latin typeface="Montserrat" panose="00000500000000000000" pitchFamily="2" charset="0"/>
                </a:rPr>
                <a:t>AI Workflow Executor</a:t>
              </a:r>
              <a:endParaRPr lang="en-US" sz="1200">
                <a:latin typeface="Montserrat" panose="00000500000000000000" pitchFamily="2" charset="0"/>
              </a:endParaRPr>
            </a:p>
          </p:txBody>
        </p:sp>
        <p:sp>
          <p:nvSpPr>
            <p:cNvPr id="39" name="TextBox 38">
              <a:extLst>
                <a:ext uri="{FF2B5EF4-FFF2-40B4-BE49-F238E27FC236}">
                  <a16:creationId xmlns:a16="http://schemas.microsoft.com/office/drawing/2014/main" id="{2A0F8A37-135D-C38A-1918-D2C9893D1C34}"/>
                </a:ext>
              </a:extLst>
            </p:cNvPr>
            <p:cNvSpPr txBox="1"/>
            <p:nvPr/>
          </p:nvSpPr>
          <p:spPr>
            <a:xfrm>
              <a:off x="5243912" y="3680744"/>
              <a:ext cx="2662989" cy="430887"/>
            </a:xfrm>
            <a:prstGeom prst="rect">
              <a:avLst/>
            </a:prstGeom>
            <a:noFill/>
          </p:spPr>
          <p:txBody>
            <a:bodyPr wrap="square">
              <a:spAutoFit/>
            </a:bodyPr>
            <a:lstStyle/>
            <a:p>
              <a:r>
                <a:rPr lang="en-US" sz="1100">
                  <a:latin typeface="Montserrat" panose="00000500000000000000" pitchFamily="2" charset="0"/>
                </a:rPr>
                <a:t>Automated orchestration of curriculum processes</a:t>
              </a:r>
              <a:endParaRPr lang="en-US" sz="1100"/>
            </a:p>
          </p:txBody>
        </p:sp>
        <p:sp>
          <p:nvSpPr>
            <p:cNvPr id="4" name="TextBox 3">
              <a:extLst>
                <a:ext uri="{FF2B5EF4-FFF2-40B4-BE49-F238E27FC236}">
                  <a16:creationId xmlns:a16="http://schemas.microsoft.com/office/drawing/2014/main" id="{6D6F91FE-CB0F-8A59-90C1-8C1ADC4F15C0}"/>
                </a:ext>
              </a:extLst>
            </p:cNvPr>
            <p:cNvSpPr txBox="1"/>
            <p:nvPr/>
          </p:nvSpPr>
          <p:spPr>
            <a:xfrm>
              <a:off x="8476594" y="3566203"/>
              <a:ext cx="281162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Workflow orchestration</a:t>
              </a:r>
            </a:p>
            <a:p>
              <a:pPr marL="171450" indent="-171450">
                <a:buFont typeface="Arial" panose="020B0604020202020204" pitchFamily="34" charset="0"/>
                <a:buChar char="•"/>
              </a:pPr>
              <a:r>
                <a:rPr lang="en-US" sz="1000">
                  <a:latin typeface="Montserrat" panose="00000500000000000000" pitchFamily="2" charset="0"/>
                </a:rPr>
                <a:t>Task automation</a:t>
              </a:r>
            </a:p>
            <a:p>
              <a:pPr marL="171450" indent="-171450">
                <a:buFont typeface="Arial" panose="020B0604020202020204" pitchFamily="34" charset="0"/>
                <a:buChar char="•"/>
              </a:pPr>
              <a:r>
                <a:rPr lang="en-US" sz="1000">
                  <a:latin typeface="Montserrat" panose="00000500000000000000" pitchFamily="2" charset="0"/>
                </a:rPr>
                <a:t>Audit tracking</a:t>
              </a:r>
              <a:endParaRPr lang="en-US" sz="1000"/>
            </a:p>
          </p:txBody>
        </p:sp>
        <p:sp>
          <p:nvSpPr>
            <p:cNvPr id="14" name="TextBox 13">
              <a:extLst>
                <a:ext uri="{FF2B5EF4-FFF2-40B4-BE49-F238E27FC236}">
                  <a16:creationId xmlns:a16="http://schemas.microsoft.com/office/drawing/2014/main" id="{921957AC-B038-AE93-79F7-C39541AE5655}"/>
                </a:ext>
              </a:extLst>
            </p:cNvPr>
            <p:cNvSpPr txBox="1"/>
            <p:nvPr/>
          </p:nvSpPr>
          <p:spPr>
            <a:xfrm>
              <a:off x="2776686" y="4264006"/>
              <a:ext cx="2879559" cy="276999"/>
            </a:xfrm>
            <a:prstGeom prst="rect">
              <a:avLst/>
            </a:prstGeom>
            <a:noFill/>
          </p:spPr>
          <p:txBody>
            <a:bodyPr wrap="square">
              <a:spAutoFit/>
            </a:bodyPr>
            <a:lstStyle/>
            <a:p>
              <a:r>
                <a:rPr lang="en-US" sz="1200" b="1" err="1">
                  <a:latin typeface="Montserrat" panose="00000500000000000000" pitchFamily="2" charset="0"/>
                </a:rPr>
                <a:t>Academian</a:t>
              </a:r>
              <a:r>
                <a:rPr lang="en-US" sz="1200" b="1">
                  <a:latin typeface="Montserrat" panose="00000500000000000000" pitchFamily="2" charset="0"/>
                </a:rPr>
                <a:t> User Platform</a:t>
              </a:r>
              <a:endParaRPr lang="en-US" sz="1200">
                <a:latin typeface="Montserrat" panose="00000500000000000000" pitchFamily="2" charset="0"/>
              </a:endParaRPr>
            </a:p>
          </p:txBody>
        </p:sp>
        <p:sp>
          <p:nvSpPr>
            <p:cNvPr id="18" name="TextBox 17">
              <a:extLst>
                <a:ext uri="{FF2B5EF4-FFF2-40B4-BE49-F238E27FC236}">
                  <a16:creationId xmlns:a16="http://schemas.microsoft.com/office/drawing/2014/main" id="{F6C711A7-96FE-BFFC-B714-11CD6D2C50A5}"/>
                </a:ext>
              </a:extLst>
            </p:cNvPr>
            <p:cNvSpPr txBox="1"/>
            <p:nvPr/>
          </p:nvSpPr>
          <p:spPr>
            <a:xfrm>
              <a:off x="5243912" y="4244761"/>
              <a:ext cx="2662989" cy="430887"/>
            </a:xfrm>
            <a:prstGeom prst="rect">
              <a:avLst/>
            </a:prstGeom>
            <a:noFill/>
          </p:spPr>
          <p:txBody>
            <a:bodyPr wrap="square">
              <a:spAutoFit/>
            </a:bodyPr>
            <a:lstStyle/>
            <a:p>
              <a:r>
                <a:rPr lang="en-US" sz="1100">
                  <a:latin typeface="Montserrat" panose="00000500000000000000" pitchFamily="2" charset="0"/>
                </a:rPr>
                <a:t>Collaboration and approval platform</a:t>
              </a:r>
              <a:endParaRPr lang="en-US" sz="1100"/>
            </a:p>
          </p:txBody>
        </p:sp>
        <p:sp>
          <p:nvSpPr>
            <p:cNvPr id="20" name="TextBox 19">
              <a:extLst>
                <a:ext uri="{FF2B5EF4-FFF2-40B4-BE49-F238E27FC236}">
                  <a16:creationId xmlns:a16="http://schemas.microsoft.com/office/drawing/2014/main" id="{D2BB358C-A984-674B-D3BD-7798746CECAB}"/>
                </a:ext>
              </a:extLst>
            </p:cNvPr>
            <p:cNvSpPr txBox="1"/>
            <p:nvPr/>
          </p:nvSpPr>
          <p:spPr>
            <a:xfrm>
              <a:off x="8476594" y="4141553"/>
              <a:ext cx="281162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User roles</a:t>
              </a:r>
            </a:p>
            <a:p>
              <a:pPr marL="171450" indent="-171450">
                <a:buFont typeface="Arial" panose="020B0604020202020204" pitchFamily="34" charset="0"/>
                <a:buChar char="•"/>
              </a:pPr>
              <a:r>
                <a:rPr lang="en-US" sz="1000">
                  <a:latin typeface="Montserrat" panose="00000500000000000000" pitchFamily="2" charset="0"/>
                </a:rPr>
                <a:t>Review workflows</a:t>
              </a:r>
            </a:p>
            <a:p>
              <a:pPr marL="171450" indent="-171450">
                <a:buFont typeface="Arial" panose="020B0604020202020204" pitchFamily="34" charset="0"/>
                <a:buChar char="•"/>
              </a:pPr>
              <a:r>
                <a:rPr lang="en-US" sz="1000">
                  <a:latin typeface="Montserrat" panose="00000500000000000000" pitchFamily="2" charset="0"/>
                </a:rPr>
                <a:t>Activity tracking</a:t>
              </a:r>
            </a:p>
          </p:txBody>
        </p:sp>
        <p:sp>
          <p:nvSpPr>
            <p:cNvPr id="23" name="TextBox 22">
              <a:extLst>
                <a:ext uri="{FF2B5EF4-FFF2-40B4-BE49-F238E27FC236}">
                  <a16:creationId xmlns:a16="http://schemas.microsoft.com/office/drawing/2014/main" id="{5C3A9318-85D6-6E95-9A1B-78B8E1399A14}"/>
                </a:ext>
              </a:extLst>
            </p:cNvPr>
            <p:cNvSpPr txBox="1"/>
            <p:nvPr/>
          </p:nvSpPr>
          <p:spPr>
            <a:xfrm>
              <a:off x="2862842" y="4878122"/>
              <a:ext cx="2879559" cy="276999"/>
            </a:xfrm>
            <a:prstGeom prst="rect">
              <a:avLst/>
            </a:prstGeom>
            <a:noFill/>
          </p:spPr>
          <p:txBody>
            <a:bodyPr wrap="square">
              <a:spAutoFit/>
            </a:bodyPr>
            <a:lstStyle/>
            <a:p>
              <a:r>
                <a:rPr lang="en-US" sz="1200" b="1">
                  <a:latin typeface="Montserrat" panose="00000500000000000000" pitchFamily="2" charset="0"/>
                </a:rPr>
                <a:t>Impact Analysis Engine</a:t>
              </a:r>
              <a:endParaRPr lang="en-US" sz="1200">
                <a:latin typeface="Montserrat" panose="00000500000000000000" pitchFamily="2" charset="0"/>
              </a:endParaRPr>
            </a:p>
          </p:txBody>
        </p:sp>
        <p:sp>
          <p:nvSpPr>
            <p:cNvPr id="26" name="TextBox 25">
              <a:extLst>
                <a:ext uri="{FF2B5EF4-FFF2-40B4-BE49-F238E27FC236}">
                  <a16:creationId xmlns:a16="http://schemas.microsoft.com/office/drawing/2014/main" id="{856890DD-A7CD-38DB-0973-9E99DE0DBE4E}"/>
                </a:ext>
              </a:extLst>
            </p:cNvPr>
            <p:cNvSpPr txBox="1"/>
            <p:nvPr/>
          </p:nvSpPr>
          <p:spPr>
            <a:xfrm>
              <a:off x="5243912" y="4820683"/>
              <a:ext cx="2662989" cy="261610"/>
            </a:xfrm>
            <a:prstGeom prst="rect">
              <a:avLst/>
            </a:prstGeom>
            <a:noFill/>
          </p:spPr>
          <p:txBody>
            <a:bodyPr wrap="square">
              <a:spAutoFit/>
            </a:bodyPr>
            <a:lstStyle/>
            <a:p>
              <a:r>
                <a:rPr lang="en-US" sz="1100">
                  <a:latin typeface="Montserrat" panose="00000500000000000000" pitchFamily="2" charset="0"/>
                </a:rPr>
                <a:t>Curriculum impact analysis</a:t>
              </a:r>
              <a:endParaRPr lang="en-US" sz="1100"/>
            </a:p>
          </p:txBody>
        </p:sp>
        <p:sp>
          <p:nvSpPr>
            <p:cNvPr id="30" name="TextBox 29">
              <a:extLst>
                <a:ext uri="{FF2B5EF4-FFF2-40B4-BE49-F238E27FC236}">
                  <a16:creationId xmlns:a16="http://schemas.microsoft.com/office/drawing/2014/main" id="{94821CD0-795F-9DCA-6140-D2EC90320342}"/>
                </a:ext>
              </a:extLst>
            </p:cNvPr>
            <p:cNvSpPr txBox="1"/>
            <p:nvPr/>
          </p:nvSpPr>
          <p:spPr>
            <a:xfrm>
              <a:off x="8476594" y="4715908"/>
              <a:ext cx="281162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Impact analysis  </a:t>
              </a:r>
            </a:p>
            <a:p>
              <a:pPr marL="171450" indent="-171450">
                <a:buFont typeface="Arial" panose="020B0604020202020204" pitchFamily="34" charset="0"/>
                <a:buChar char="•"/>
              </a:pPr>
              <a:r>
                <a:rPr lang="en-US" sz="1000">
                  <a:latin typeface="Montserrat" panose="00000500000000000000" pitchFamily="2" charset="0"/>
                </a:rPr>
                <a:t>Dashboards</a:t>
              </a:r>
            </a:p>
            <a:p>
              <a:pPr marL="171450" indent="-171450">
                <a:buFont typeface="Arial" panose="020B0604020202020204" pitchFamily="34" charset="0"/>
                <a:buChar char="•"/>
              </a:pPr>
              <a:r>
                <a:rPr lang="en-US" sz="1000">
                  <a:latin typeface="Montserrat" panose="00000500000000000000" pitchFamily="2" charset="0"/>
                </a:rPr>
                <a:t>KPI reporting</a:t>
              </a:r>
            </a:p>
          </p:txBody>
        </p:sp>
        <p:sp>
          <p:nvSpPr>
            <p:cNvPr id="34" name="TextBox 33">
              <a:extLst>
                <a:ext uri="{FF2B5EF4-FFF2-40B4-BE49-F238E27FC236}">
                  <a16:creationId xmlns:a16="http://schemas.microsoft.com/office/drawing/2014/main" id="{AE0AB92E-E474-4B72-E70E-E50E48EF31C6}"/>
                </a:ext>
              </a:extLst>
            </p:cNvPr>
            <p:cNvSpPr txBox="1"/>
            <p:nvPr/>
          </p:nvSpPr>
          <p:spPr>
            <a:xfrm>
              <a:off x="2862842" y="5440892"/>
              <a:ext cx="2879559" cy="276999"/>
            </a:xfrm>
            <a:prstGeom prst="rect">
              <a:avLst/>
            </a:prstGeom>
            <a:noFill/>
          </p:spPr>
          <p:txBody>
            <a:bodyPr wrap="square">
              <a:spAutoFit/>
            </a:bodyPr>
            <a:lstStyle/>
            <a:p>
              <a:r>
                <a:rPr lang="en-US" sz="1200" b="1">
                  <a:latin typeface="Montserrat" panose="00000500000000000000" pitchFamily="2" charset="0"/>
                </a:rPr>
                <a:t>Content Repository</a:t>
              </a:r>
              <a:endParaRPr lang="en-US" sz="1200">
                <a:latin typeface="Montserrat" panose="00000500000000000000" pitchFamily="2" charset="0"/>
              </a:endParaRPr>
            </a:p>
          </p:txBody>
        </p:sp>
        <p:sp>
          <p:nvSpPr>
            <p:cNvPr id="38" name="TextBox 37">
              <a:extLst>
                <a:ext uri="{FF2B5EF4-FFF2-40B4-BE49-F238E27FC236}">
                  <a16:creationId xmlns:a16="http://schemas.microsoft.com/office/drawing/2014/main" id="{DD7A85E7-DF94-83C3-569F-FABCC16CA37D}"/>
                </a:ext>
              </a:extLst>
            </p:cNvPr>
            <p:cNvSpPr txBox="1"/>
            <p:nvPr/>
          </p:nvSpPr>
          <p:spPr>
            <a:xfrm>
              <a:off x="5243912" y="5370118"/>
              <a:ext cx="2662989" cy="430887"/>
            </a:xfrm>
            <a:prstGeom prst="rect">
              <a:avLst/>
            </a:prstGeom>
            <a:noFill/>
          </p:spPr>
          <p:txBody>
            <a:bodyPr wrap="square">
              <a:spAutoFit/>
            </a:bodyPr>
            <a:lstStyle/>
            <a:p>
              <a:r>
                <a:rPr lang="en-US" sz="1100">
                  <a:latin typeface="Montserrat" panose="00000500000000000000" pitchFamily="2" charset="0"/>
                </a:rPr>
                <a:t>Central repository for learning objects and templates</a:t>
              </a:r>
              <a:endParaRPr lang="en-US" sz="1100"/>
            </a:p>
          </p:txBody>
        </p:sp>
        <p:sp>
          <p:nvSpPr>
            <p:cNvPr id="42" name="TextBox 41">
              <a:extLst>
                <a:ext uri="{FF2B5EF4-FFF2-40B4-BE49-F238E27FC236}">
                  <a16:creationId xmlns:a16="http://schemas.microsoft.com/office/drawing/2014/main" id="{59C69692-7089-004D-877A-653AED4F4359}"/>
                </a:ext>
              </a:extLst>
            </p:cNvPr>
            <p:cNvSpPr txBox="1"/>
            <p:nvPr/>
          </p:nvSpPr>
          <p:spPr>
            <a:xfrm>
              <a:off x="8476594" y="5273502"/>
              <a:ext cx="281162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Search and reuse</a:t>
              </a:r>
            </a:p>
            <a:p>
              <a:pPr marL="171450" indent="-171450">
                <a:buFont typeface="Arial" panose="020B0604020202020204" pitchFamily="34" charset="0"/>
                <a:buChar char="•"/>
              </a:pPr>
              <a:r>
                <a:rPr lang="en-US" sz="1000">
                  <a:latin typeface="Montserrat" panose="00000500000000000000" pitchFamily="2" charset="0"/>
                </a:rPr>
                <a:t>Version control  </a:t>
              </a:r>
            </a:p>
            <a:p>
              <a:pPr marL="171450" indent="-171450">
                <a:buFont typeface="Arial" panose="020B0604020202020204" pitchFamily="34" charset="0"/>
                <a:buChar char="•"/>
              </a:pPr>
              <a:r>
                <a:rPr lang="en-US" sz="1000">
                  <a:latin typeface="Montserrat" panose="00000500000000000000" pitchFamily="2" charset="0"/>
                </a:rPr>
                <a:t>Secure governance</a:t>
              </a:r>
            </a:p>
          </p:txBody>
        </p:sp>
        <p:sp>
          <p:nvSpPr>
            <p:cNvPr id="44" name="TextBox 43">
              <a:extLst>
                <a:ext uri="{FF2B5EF4-FFF2-40B4-BE49-F238E27FC236}">
                  <a16:creationId xmlns:a16="http://schemas.microsoft.com/office/drawing/2014/main" id="{949C9930-52FE-E5EA-363D-334036FA6282}"/>
                </a:ext>
              </a:extLst>
            </p:cNvPr>
            <p:cNvSpPr txBox="1"/>
            <p:nvPr/>
          </p:nvSpPr>
          <p:spPr>
            <a:xfrm>
              <a:off x="2862842" y="5993965"/>
              <a:ext cx="2879559" cy="276999"/>
            </a:xfrm>
            <a:prstGeom prst="rect">
              <a:avLst/>
            </a:prstGeom>
            <a:noFill/>
          </p:spPr>
          <p:txBody>
            <a:bodyPr wrap="square">
              <a:spAutoFit/>
            </a:bodyPr>
            <a:lstStyle/>
            <a:p>
              <a:r>
                <a:rPr lang="en-US" sz="1200" b="1">
                  <a:latin typeface="Montserrat" panose="00000500000000000000" pitchFamily="2" charset="0"/>
                </a:rPr>
                <a:t>AI Text Utility</a:t>
              </a:r>
              <a:endParaRPr lang="en-US" sz="1200">
                <a:latin typeface="Montserrat" panose="00000500000000000000" pitchFamily="2" charset="0"/>
              </a:endParaRPr>
            </a:p>
          </p:txBody>
        </p:sp>
        <p:sp>
          <p:nvSpPr>
            <p:cNvPr id="46" name="TextBox 45">
              <a:extLst>
                <a:ext uri="{FF2B5EF4-FFF2-40B4-BE49-F238E27FC236}">
                  <a16:creationId xmlns:a16="http://schemas.microsoft.com/office/drawing/2014/main" id="{7AAF0326-C39C-DF3B-2300-FC5EC7BCDE92}"/>
                </a:ext>
              </a:extLst>
            </p:cNvPr>
            <p:cNvSpPr txBox="1"/>
            <p:nvPr/>
          </p:nvSpPr>
          <p:spPr>
            <a:xfrm>
              <a:off x="5243912" y="5940336"/>
              <a:ext cx="2662989" cy="430887"/>
            </a:xfrm>
            <a:prstGeom prst="rect">
              <a:avLst/>
            </a:prstGeom>
            <a:noFill/>
          </p:spPr>
          <p:txBody>
            <a:bodyPr wrap="square">
              <a:spAutoFit/>
            </a:bodyPr>
            <a:lstStyle/>
            <a:p>
              <a:r>
                <a:rPr lang="en-US" sz="1100">
                  <a:latin typeface="Montserrat" panose="00000500000000000000" pitchFamily="2" charset="0"/>
                </a:rPr>
                <a:t>Powered text authoring, editing, and enhancement</a:t>
              </a:r>
              <a:endParaRPr lang="en-US" sz="1100"/>
            </a:p>
          </p:txBody>
        </p:sp>
        <p:sp>
          <p:nvSpPr>
            <p:cNvPr id="48" name="TextBox 47">
              <a:extLst>
                <a:ext uri="{FF2B5EF4-FFF2-40B4-BE49-F238E27FC236}">
                  <a16:creationId xmlns:a16="http://schemas.microsoft.com/office/drawing/2014/main" id="{EFB2D3A1-29BD-2AA2-631C-C21359D8FB39}"/>
                </a:ext>
              </a:extLst>
            </p:cNvPr>
            <p:cNvSpPr txBox="1"/>
            <p:nvPr/>
          </p:nvSpPr>
          <p:spPr>
            <a:xfrm>
              <a:off x="8476594" y="5848704"/>
              <a:ext cx="2811622" cy="553998"/>
            </a:xfrm>
            <a:prstGeom prst="rect">
              <a:avLst/>
            </a:prstGeom>
            <a:noFill/>
          </p:spPr>
          <p:txBody>
            <a:bodyPr wrap="square">
              <a:spAutoFit/>
            </a:bodyPr>
            <a:lstStyle/>
            <a:p>
              <a:pPr marL="171450" indent="-171450">
                <a:buFont typeface="Arial" panose="020B0604020202020204" pitchFamily="34" charset="0"/>
                <a:buChar char="•"/>
              </a:pPr>
              <a:r>
                <a:rPr lang="en-US" sz="1000">
                  <a:latin typeface="Montserrat" panose="00000500000000000000" pitchFamily="2" charset="0"/>
                </a:rPr>
                <a:t>Text generation  </a:t>
              </a:r>
            </a:p>
            <a:p>
              <a:pPr marL="171450" indent="-171450">
                <a:buFont typeface="Arial" panose="020B0604020202020204" pitchFamily="34" charset="0"/>
                <a:buChar char="•"/>
              </a:pPr>
              <a:r>
                <a:rPr lang="en-US" sz="1000">
                  <a:latin typeface="Montserrat" panose="00000500000000000000" pitchFamily="2" charset="0"/>
                </a:rPr>
                <a:t>Grammar and readability</a:t>
              </a:r>
            </a:p>
            <a:p>
              <a:pPr marL="171450" indent="-171450">
                <a:buFont typeface="Arial" panose="020B0604020202020204" pitchFamily="34" charset="0"/>
                <a:buChar char="•"/>
              </a:pPr>
              <a:r>
                <a:rPr lang="en-US" sz="1000">
                  <a:latin typeface="Montserrat" panose="00000500000000000000" pitchFamily="2" charset="0"/>
                </a:rPr>
                <a:t>Content enhancement</a:t>
              </a:r>
            </a:p>
          </p:txBody>
        </p:sp>
        <p:grpSp>
          <p:nvGrpSpPr>
            <p:cNvPr id="36" name="Group 35">
              <a:extLst>
                <a:ext uri="{FF2B5EF4-FFF2-40B4-BE49-F238E27FC236}">
                  <a16:creationId xmlns:a16="http://schemas.microsoft.com/office/drawing/2014/main" id="{C5285E8D-14D7-B46E-BAC8-D2146CC3B154}"/>
                </a:ext>
              </a:extLst>
            </p:cNvPr>
            <p:cNvGrpSpPr/>
            <p:nvPr/>
          </p:nvGrpSpPr>
          <p:grpSpPr>
            <a:xfrm>
              <a:off x="2331720" y="3556000"/>
              <a:ext cx="9209251" cy="2286000"/>
              <a:chOff x="673100" y="3556000"/>
              <a:chExt cx="10896600" cy="2286000"/>
            </a:xfrm>
          </p:grpSpPr>
          <p:cxnSp>
            <p:nvCxnSpPr>
              <p:cNvPr id="12" name="Straight Connector 11">
                <a:extLst>
                  <a:ext uri="{FF2B5EF4-FFF2-40B4-BE49-F238E27FC236}">
                    <a16:creationId xmlns:a16="http://schemas.microsoft.com/office/drawing/2014/main" id="{B017A4D1-7473-AC87-98DB-1AF37065C954}"/>
                  </a:ext>
                </a:extLst>
              </p:cNvPr>
              <p:cNvCxnSpPr>
                <a:cxnSpLocks/>
              </p:cNvCxnSpPr>
              <p:nvPr/>
            </p:nvCxnSpPr>
            <p:spPr>
              <a:xfrm>
                <a:off x="673100" y="3556000"/>
                <a:ext cx="10896600" cy="0"/>
              </a:xfrm>
              <a:prstGeom prst="line">
                <a:avLst/>
              </a:prstGeom>
              <a:ln w="6350"/>
              <a:effectLst/>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78A7F129-F8B1-0477-8CAD-DBD3C23BC552}"/>
                  </a:ext>
                </a:extLst>
              </p:cNvPr>
              <p:cNvCxnSpPr>
                <a:cxnSpLocks/>
              </p:cNvCxnSpPr>
              <p:nvPr/>
            </p:nvCxnSpPr>
            <p:spPr>
              <a:xfrm>
                <a:off x="673100" y="4127500"/>
                <a:ext cx="10896600" cy="0"/>
              </a:xfrm>
              <a:prstGeom prst="line">
                <a:avLst/>
              </a:prstGeom>
              <a:ln w="6350"/>
              <a:effectLst/>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DCF1C6CA-4DFD-6FB2-36D9-6BB04BB4C243}"/>
                  </a:ext>
                </a:extLst>
              </p:cNvPr>
              <p:cNvCxnSpPr>
                <a:cxnSpLocks/>
              </p:cNvCxnSpPr>
              <p:nvPr/>
            </p:nvCxnSpPr>
            <p:spPr>
              <a:xfrm>
                <a:off x="673100" y="4699000"/>
                <a:ext cx="10896600" cy="0"/>
              </a:xfrm>
              <a:prstGeom prst="line">
                <a:avLst/>
              </a:prstGeom>
              <a:ln w="6350"/>
              <a:effectLst/>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328E2CE4-E374-AA00-B3D5-382CA0A22523}"/>
                  </a:ext>
                </a:extLst>
              </p:cNvPr>
              <p:cNvCxnSpPr>
                <a:cxnSpLocks/>
              </p:cNvCxnSpPr>
              <p:nvPr/>
            </p:nvCxnSpPr>
            <p:spPr>
              <a:xfrm>
                <a:off x="673100" y="5270500"/>
                <a:ext cx="10896600" cy="0"/>
              </a:xfrm>
              <a:prstGeom prst="line">
                <a:avLst/>
              </a:prstGeom>
              <a:ln w="6350"/>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E1E23718-0AD2-94F3-8118-ADE1C120278E}"/>
                  </a:ext>
                </a:extLst>
              </p:cNvPr>
              <p:cNvCxnSpPr>
                <a:cxnSpLocks/>
              </p:cNvCxnSpPr>
              <p:nvPr/>
            </p:nvCxnSpPr>
            <p:spPr>
              <a:xfrm>
                <a:off x="673100" y="5842000"/>
                <a:ext cx="10896600" cy="0"/>
              </a:xfrm>
              <a:prstGeom prst="line">
                <a:avLst/>
              </a:prstGeom>
              <a:ln w="6350"/>
              <a:effectLst/>
            </p:spPr>
            <p:style>
              <a:lnRef idx="2">
                <a:schemeClr val="accent1"/>
              </a:lnRef>
              <a:fillRef idx="0">
                <a:schemeClr val="accent1"/>
              </a:fillRef>
              <a:effectRef idx="1">
                <a:schemeClr val="accent1"/>
              </a:effectRef>
              <a:fontRef idx="minor">
                <a:schemeClr val="tx1"/>
              </a:fontRef>
            </p:style>
          </p:cxnSp>
        </p:grpSp>
      </p:grpSp>
      <p:cxnSp>
        <p:nvCxnSpPr>
          <p:cNvPr id="51" name="Straight Connector 50">
            <a:extLst>
              <a:ext uri="{FF2B5EF4-FFF2-40B4-BE49-F238E27FC236}">
                <a16:creationId xmlns:a16="http://schemas.microsoft.com/office/drawing/2014/main" id="{FC38F342-B147-3ED8-F2E3-A78D4ABF878B}"/>
              </a:ext>
            </a:extLst>
          </p:cNvPr>
          <p:cNvCxnSpPr>
            <a:cxnSpLocks/>
          </p:cNvCxnSpPr>
          <p:nvPr/>
        </p:nvCxnSpPr>
        <p:spPr>
          <a:xfrm>
            <a:off x="4120601" y="2512848"/>
            <a:ext cx="0" cy="3476108"/>
          </a:xfrm>
          <a:prstGeom prst="line">
            <a:avLst/>
          </a:prstGeom>
          <a:ln w="6350"/>
          <a:effectLst/>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D8E5687A-C9E4-7D82-0331-7AB883A89C05}"/>
              </a:ext>
            </a:extLst>
          </p:cNvPr>
          <p:cNvCxnSpPr>
            <a:cxnSpLocks/>
          </p:cNvCxnSpPr>
          <p:nvPr/>
        </p:nvCxnSpPr>
        <p:spPr>
          <a:xfrm>
            <a:off x="7408084" y="2508907"/>
            <a:ext cx="0" cy="3480049"/>
          </a:xfrm>
          <a:prstGeom prst="line">
            <a:avLst/>
          </a:prstGeom>
          <a:ln w="6350"/>
          <a:effectLst/>
        </p:spPr>
        <p:style>
          <a:lnRef idx="2">
            <a:schemeClr val="accent1"/>
          </a:lnRef>
          <a:fillRef idx="0">
            <a:schemeClr val="accent1"/>
          </a:fillRef>
          <a:effectRef idx="1">
            <a:schemeClr val="accent1"/>
          </a:effectRef>
          <a:fontRef idx="minor">
            <a:schemeClr val="tx1"/>
          </a:fontRef>
        </p:style>
      </p:cxnSp>
      <p:pic>
        <p:nvPicPr>
          <p:cNvPr id="54" name="Picture 53">
            <a:extLst>
              <a:ext uri="{FF2B5EF4-FFF2-40B4-BE49-F238E27FC236}">
                <a16:creationId xmlns:a16="http://schemas.microsoft.com/office/drawing/2014/main" id="{C24699EB-93C7-6783-05D3-441B588CDBC5}"/>
              </a:ext>
            </a:extLst>
          </p:cNvPr>
          <p:cNvPicPr>
            <a:picLocks noChangeAspect="1"/>
          </p:cNvPicPr>
          <p:nvPr/>
        </p:nvPicPr>
        <p:blipFill>
          <a:blip r:embed="rId4"/>
          <a:stretch>
            <a:fillRect/>
          </a:stretch>
        </p:blipFill>
        <p:spPr>
          <a:xfrm>
            <a:off x="1634552" y="2745584"/>
            <a:ext cx="341754" cy="341754"/>
          </a:xfrm>
          <a:prstGeom prst="rect">
            <a:avLst/>
          </a:prstGeom>
        </p:spPr>
      </p:pic>
      <p:pic>
        <p:nvPicPr>
          <p:cNvPr id="58" name="Picture 57">
            <a:extLst>
              <a:ext uri="{FF2B5EF4-FFF2-40B4-BE49-F238E27FC236}">
                <a16:creationId xmlns:a16="http://schemas.microsoft.com/office/drawing/2014/main" id="{944DDC10-DD3B-E9AE-0CC5-3069BE7F9407}"/>
              </a:ext>
            </a:extLst>
          </p:cNvPr>
          <p:cNvPicPr>
            <a:picLocks noChangeAspect="1"/>
          </p:cNvPicPr>
          <p:nvPr/>
        </p:nvPicPr>
        <p:blipFill>
          <a:blip r:embed="rId5"/>
          <a:stretch>
            <a:fillRect/>
          </a:stretch>
        </p:blipFill>
        <p:spPr>
          <a:xfrm>
            <a:off x="1693227" y="3333628"/>
            <a:ext cx="224404" cy="224404"/>
          </a:xfrm>
          <a:prstGeom prst="rect">
            <a:avLst/>
          </a:prstGeom>
        </p:spPr>
      </p:pic>
      <p:pic>
        <p:nvPicPr>
          <p:cNvPr id="60" name="Picture 59">
            <a:extLst>
              <a:ext uri="{FF2B5EF4-FFF2-40B4-BE49-F238E27FC236}">
                <a16:creationId xmlns:a16="http://schemas.microsoft.com/office/drawing/2014/main" id="{F2E67417-5633-FB8E-4C1E-4CC308E24081}"/>
              </a:ext>
            </a:extLst>
          </p:cNvPr>
          <p:cNvPicPr>
            <a:picLocks noChangeAspect="1"/>
          </p:cNvPicPr>
          <p:nvPr/>
        </p:nvPicPr>
        <p:blipFill>
          <a:blip r:embed="rId6"/>
          <a:stretch>
            <a:fillRect/>
          </a:stretch>
        </p:blipFill>
        <p:spPr>
          <a:xfrm>
            <a:off x="1655722" y="3859913"/>
            <a:ext cx="299414" cy="299414"/>
          </a:xfrm>
          <a:prstGeom prst="rect">
            <a:avLst/>
          </a:prstGeom>
        </p:spPr>
      </p:pic>
      <p:pic>
        <p:nvPicPr>
          <p:cNvPr id="62" name="Picture 61">
            <a:extLst>
              <a:ext uri="{FF2B5EF4-FFF2-40B4-BE49-F238E27FC236}">
                <a16:creationId xmlns:a16="http://schemas.microsoft.com/office/drawing/2014/main" id="{124DC827-9175-4232-6019-B554467F21D8}"/>
              </a:ext>
            </a:extLst>
          </p:cNvPr>
          <p:cNvPicPr>
            <a:picLocks noChangeAspect="1"/>
          </p:cNvPicPr>
          <p:nvPr/>
        </p:nvPicPr>
        <p:blipFill>
          <a:blip r:embed="rId7"/>
          <a:stretch>
            <a:fillRect/>
          </a:stretch>
        </p:blipFill>
        <p:spPr>
          <a:xfrm>
            <a:off x="1712308" y="4464896"/>
            <a:ext cx="259804" cy="259804"/>
          </a:xfrm>
          <a:prstGeom prst="rect">
            <a:avLst/>
          </a:prstGeom>
        </p:spPr>
      </p:pic>
      <p:pic>
        <p:nvPicPr>
          <p:cNvPr id="64" name="Picture 63">
            <a:extLst>
              <a:ext uri="{FF2B5EF4-FFF2-40B4-BE49-F238E27FC236}">
                <a16:creationId xmlns:a16="http://schemas.microsoft.com/office/drawing/2014/main" id="{8CF8CEC8-AF98-BC18-3C10-E3C9A789C8B6}"/>
              </a:ext>
            </a:extLst>
          </p:cNvPr>
          <p:cNvPicPr>
            <a:picLocks noChangeAspect="1"/>
          </p:cNvPicPr>
          <p:nvPr/>
        </p:nvPicPr>
        <p:blipFill>
          <a:blip r:embed="rId8"/>
          <a:stretch>
            <a:fillRect/>
          </a:stretch>
        </p:blipFill>
        <p:spPr>
          <a:xfrm>
            <a:off x="1681832" y="5576645"/>
            <a:ext cx="247194" cy="247194"/>
          </a:xfrm>
          <a:prstGeom prst="rect">
            <a:avLst/>
          </a:prstGeom>
        </p:spPr>
      </p:pic>
      <p:pic>
        <p:nvPicPr>
          <p:cNvPr id="66" name="Picture 65">
            <a:extLst>
              <a:ext uri="{FF2B5EF4-FFF2-40B4-BE49-F238E27FC236}">
                <a16:creationId xmlns:a16="http://schemas.microsoft.com/office/drawing/2014/main" id="{67E4FF49-4C76-15D1-9EB5-9855F70B8AF2}"/>
              </a:ext>
            </a:extLst>
          </p:cNvPr>
          <p:cNvPicPr>
            <a:picLocks noChangeAspect="1"/>
          </p:cNvPicPr>
          <p:nvPr/>
        </p:nvPicPr>
        <p:blipFill>
          <a:blip r:embed="rId9"/>
          <a:stretch>
            <a:fillRect/>
          </a:stretch>
        </p:blipFill>
        <p:spPr>
          <a:xfrm>
            <a:off x="1686074" y="5037762"/>
            <a:ext cx="238710" cy="238710"/>
          </a:xfrm>
          <a:prstGeom prst="rect">
            <a:avLst/>
          </a:prstGeom>
        </p:spPr>
      </p:pic>
      <p:sp>
        <p:nvSpPr>
          <p:cNvPr id="7" name="TextBox 6">
            <a:extLst>
              <a:ext uri="{FF2B5EF4-FFF2-40B4-BE49-F238E27FC236}">
                <a16:creationId xmlns:a16="http://schemas.microsoft.com/office/drawing/2014/main" id="{F3CF81AF-EDBB-9E49-FA51-364EA87A4D27}"/>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Accelerators</a:t>
            </a:r>
          </a:p>
        </p:txBody>
      </p:sp>
      <p:sp>
        <p:nvSpPr>
          <p:cNvPr id="10" name="Shape 3">
            <a:extLst>
              <a:ext uri="{FF2B5EF4-FFF2-40B4-BE49-F238E27FC236}">
                <a16:creationId xmlns:a16="http://schemas.microsoft.com/office/drawing/2014/main" id="{114CF619-6D25-5F21-E7C6-6A6C2CC94EFE}"/>
              </a:ext>
            </a:extLst>
          </p:cNvPr>
          <p:cNvSpPr/>
          <p:nvPr/>
        </p:nvSpPr>
        <p:spPr>
          <a:xfrm>
            <a:off x="532563" y="1514547"/>
            <a:ext cx="11133573" cy="310896"/>
          </a:xfrm>
          <a:prstGeom prst="roundRect">
            <a:avLst>
              <a:gd name="adj" fmla="val 50000"/>
            </a:avLst>
          </a:prstGeom>
          <a:solidFill>
            <a:srgbClr val="0070C0"/>
          </a:solidFill>
          <a:ln w="12700">
            <a:noFill/>
            <a:prstDash val="solid"/>
          </a:ln>
        </p:spPr>
        <p:txBody>
          <a:bodyPr anchor="ctr"/>
          <a:lstStyle/>
          <a:p>
            <a:pPr algn="ctr"/>
            <a:r>
              <a:rPr lang="en-US" sz="1200" b="1">
                <a:solidFill>
                  <a:schemeClr val="bg1"/>
                </a:solidFill>
                <a:latin typeface="Montserrat" panose="00000500000000000000" pitchFamily="2" charset="0"/>
              </a:rPr>
              <a:t>Proven Accelerators. Shared Capabilities. Faster Delivery. Better Outcomes.   |   </a:t>
            </a:r>
            <a:r>
              <a:rPr lang="en-US" sz="1200">
                <a:solidFill>
                  <a:schemeClr val="bg1"/>
                </a:solidFill>
                <a:latin typeface="Montserrat" panose="00000500000000000000" pitchFamily="2" charset="0"/>
              </a:rPr>
              <a:t>One Partner. Three Scenarios. Infinite Impact.</a:t>
            </a:r>
          </a:p>
        </p:txBody>
      </p:sp>
    </p:spTree>
    <p:extLst>
      <p:ext uri="{BB962C8B-B14F-4D97-AF65-F5344CB8AC3E}">
        <p14:creationId xmlns:p14="http://schemas.microsoft.com/office/powerpoint/2010/main" val="2681872425"/>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Rectangle: Rounded Corners 138">
            <a:extLst>
              <a:ext uri="{FF2B5EF4-FFF2-40B4-BE49-F238E27FC236}">
                <a16:creationId xmlns:a16="http://schemas.microsoft.com/office/drawing/2014/main" id="{3B6E2038-8BE5-1240-44EA-4BFDDE8333D0}"/>
              </a:ext>
            </a:extLst>
          </p:cNvPr>
          <p:cNvSpPr/>
          <p:nvPr/>
        </p:nvSpPr>
        <p:spPr>
          <a:xfrm>
            <a:off x="298319" y="1295433"/>
            <a:ext cx="11595361" cy="1790668"/>
          </a:xfrm>
          <a:prstGeom prst="roundRect">
            <a:avLst>
              <a:gd name="adj" fmla="val 9266"/>
            </a:avLst>
          </a:prstGeom>
          <a:solidFill>
            <a:schemeClr val="bg1"/>
          </a:solidFill>
          <a:ln w="63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7B81611D-5B9E-E8A3-8369-D7686101B44C}"/>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Pilot Approach</a:t>
            </a:r>
          </a:p>
        </p:txBody>
      </p:sp>
      <p:sp>
        <p:nvSpPr>
          <p:cNvPr id="54" name="TextBox 53">
            <a:extLst>
              <a:ext uri="{FF2B5EF4-FFF2-40B4-BE49-F238E27FC236}">
                <a16:creationId xmlns:a16="http://schemas.microsoft.com/office/drawing/2014/main" id="{42DB0C58-DD2B-5DC4-0185-9AC7BAC7A842}"/>
              </a:ext>
            </a:extLst>
          </p:cNvPr>
          <p:cNvSpPr txBox="1"/>
          <p:nvPr/>
        </p:nvSpPr>
        <p:spPr>
          <a:xfrm>
            <a:off x="5473856" y="1328090"/>
            <a:ext cx="1334258" cy="307777"/>
          </a:xfrm>
          <a:prstGeom prst="rect">
            <a:avLst/>
          </a:prstGeom>
          <a:noFill/>
        </p:spPr>
        <p:txBody>
          <a:bodyPr wrap="square">
            <a:spAutoFit/>
          </a:bodyPr>
          <a:lstStyle/>
          <a:p>
            <a:pPr algn="ctr"/>
            <a:r>
              <a:rPr lang="en-US" sz="1400" b="1">
                <a:latin typeface="Montserrat "/>
              </a:rPr>
              <a:t>Pilot Stages</a:t>
            </a:r>
          </a:p>
        </p:txBody>
      </p:sp>
      <p:grpSp>
        <p:nvGrpSpPr>
          <p:cNvPr id="131" name="Group 130">
            <a:extLst>
              <a:ext uri="{FF2B5EF4-FFF2-40B4-BE49-F238E27FC236}">
                <a16:creationId xmlns:a16="http://schemas.microsoft.com/office/drawing/2014/main" id="{059FDE54-B458-F9A7-E1FE-37DB79792A28}"/>
              </a:ext>
            </a:extLst>
          </p:cNvPr>
          <p:cNvGrpSpPr/>
          <p:nvPr/>
        </p:nvGrpSpPr>
        <p:grpSpPr>
          <a:xfrm>
            <a:off x="7477947" y="3428999"/>
            <a:ext cx="2685227" cy="1085851"/>
            <a:chOff x="9513826" y="4609347"/>
            <a:chExt cx="2685227" cy="1085851"/>
          </a:xfrm>
        </p:grpSpPr>
        <p:sp>
          <p:nvSpPr>
            <p:cNvPr id="116" name="Rectangle: Rounded Corners 115">
              <a:extLst>
                <a:ext uri="{FF2B5EF4-FFF2-40B4-BE49-F238E27FC236}">
                  <a16:creationId xmlns:a16="http://schemas.microsoft.com/office/drawing/2014/main" id="{B385396A-DA21-0B5A-BA70-C55411334605}"/>
                </a:ext>
              </a:extLst>
            </p:cNvPr>
            <p:cNvSpPr/>
            <p:nvPr/>
          </p:nvSpPr>
          <p:spPr>
            <a:xfrm>
              <a:off x="9513826" y="4609349"/>
              <a:ext cx="2685227" cy="1085849"/>
            </a:xfrm>
            <a:prstGeom prst="roundRect">
              <a:avLst>
                <a:gd name="adj" fmla="val 10566"/>
              </a:avLst>
            </a:prstGeom>
            <a:solidFill>
              <a:schemeClr val="bg1"/>
            </a:solidFill>
            <a:ln w="6350">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7" name="Rectangle: Top Corners Rounded 116">
              <a:extLst>
                <a:ext uri="{FF2B5EF4-FFF2-40B4-BE49-F238E27FC236}">
                  <a16:creationId xmlns:a16="http://schemas.microsoft.com/office/drawing/2014/main" id="{BB4C8B17-0653-7C04-B343-D2FBAE987B67}"/>
                </a:ext>
              </a:extLst>
            </p:cNvPr>
            <p:cNvSpPr/>
            <p:nvPr/>
          </p:nvSpPr>
          <p:spPr>
            <a:xfrm rot="10800000">
              <a:off x="9513826" y="4609347"/>
              <a:ext cx="2685227" cy="264249"/>
            </a:xfrm>
            <a:prstGeom prst="round2SameRect">
              <a:avLst>
                <a:gd name="adj1" fmla="val 0"/>
                <a:gd name="adj2" fmla="val 33073"/>
              </a:avLst>
            </a:prstGeom>
            <a:solidFill>
              <a:srgbClr val="00206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9" name="TextBox 108">
              <a:extLst>
                <a:ext uri="{FF2B5EF4-FFF2-40B4-BE49-F238E27FC236}">
                  <a16:creationId xmlns:a16="http://schemas.microsoft.com/office/drawing/2014/main" id="{1FD112AC-3B1D-6EB8-F303-234AEB3251A3}"/>
                </a:ext>
              </a:extLst>
            </p:cNvPr>
            <p:cNvSpPr txBox="1"/>
            <p:nvPr/>
          </p:nvSpPr>
          <p:spPr>
            <a:xfrm>
              <a:off x="9547592" y="4609349"/>
              <a:ext cx="2489537" cy="1007968"/>
            </a:xfrm>
            <a:prstGeom prst="rect">
              <a:avLst/>
            </a:prstGeom>
            <a:noFill/>
          </p:spPr>
          <p:txBody>
            <a:bodyPr wrap="square">
              <a:spAutoFit/>
            </a:bodyPr>
            <a:lstStyle/>
            <a:p>
              <a:pPr algn="ctr">
                <a:spcAft>
                  <a:spcPts val="900"/>
                </a:spcAft>
              </a:pPr>
              <a:r>
                <a:rPr lang="en-US" sz="1200" b="1">
                  <a:latin typeface="Montserrat "/>
                </a:rPr>
                <a:t>Pilot Principles</a:t>
              </a:r>
            </a:p>
            <a:p>
              <a:pPr marL="171450" lvl="0" indent="-171450">
                <a:buFont typeface="Arial" panose="020B0604020202020204" pitchFamily="34" charset="0"/>
                <a:buChar char="•"/>
              </a:pPr>
              <a:r>
                <a:rPr lang="en-US" sz="1000">
                  <a:latin typeface="Montserrat "/>
                </a:rPr>
                <a:t>Start small, focus on value </a:t>
              </a:r>
            </a:p>
            <a:p>
              <a:pPr marL="171450" lvl="0" indent="-171450">
                <a:buFont typeface="Arial" panose="020B0604020202020204" pitchFamily="34" charset="0"/>
                <a:buChar char="•"/>
              </a:pPr>
              <a:r>
                <a:rPr lang="en-US" sz="1000">
                  <a:latin typeface="Montserrat "/>
                </a:rPr>
                <a:t>Leverage reusable accelerators </a:t>
              </a:r>
            </a:p>
            <a:p>
              <a:pPr marL="171450" indent="-171450">
                <a:buFont typeface="Arial" panose="020B0604020202020204" pitchFamily="34" charset="0"/>
                <a:buChar char="•"/>
              </a:pPr>
              <a:r>
                <a:rPr lang="en-US" sz="1000">
                  <a:latin typeface="Montserrat "/>
                </a:rPr>
                <a:t>Validate early, learn fast </a:t>
              </a:r>
            </a:p>
            <a:p>
              <a:pPr marL="171450" indent="-171450">
                <a:buFont typeface="Arial" panose="020B0604020202020204" pitchFamily="34" charset="0"/>
                <a:buChar char="•"/>
              </a:pPr>
              <a:r>
                <a:rPr lang="en-US" sz="1000">
                  <a:latin typeface="Montserrat "/>
                </a:rPr>
                <a:t>Iterate and scale with confidence </a:t>
              </a:r>
            </a:p>
          </p:txBody>
        </p:sp>
      </p:grpSp>
      <p:sp>
        <p:nvSpPr>
          <p:cNvPr id="114" name="Rectangle: Rounded Corners 113">
            <a:extLst>
              <a:ext uri="{FF2B5EF4-FFF2-40B4-BE49-F238E27FC236}">
                <a16:creationId xmlns:a16="http://schemas.microsoft.com/office/drawing/2014/main" id="{76AB3E54-8E02-9F07-F28D-7623CC3539AC}"/>
              </a:ext>
            </a:extLst>
          </p:cNvPr>
          <p:cNvSpPr/>
          <p:nvPr/>
        </p:nvSpPr>
        <p:spPr>
          <a:xfrm>
            <a:off x="2274840" y="3429001"/>
            <a:ext cx="5089090" cy="1095374"/>
          </a:xfrm>
          <a:prstGeom prst="roundRect">
            <a:avLst>
              <a:gd name="adj" fmla="val 10566"/>
            </a:avLst>
          </a:prstGeom>
          <a:solidFill>
            <a:schemeClr val="bg1"/>
          </a:solidFill>
          <a:ln w="63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15" name="Rectangle: Top Corners Rounded 114">
            <a:extLst>
              <a:ext uri="{FF2B5EF4-FFF2-40B4-BE49-F238E27FC236}">
                <a16:creationId xmlns:a16="http://schemas.microsoft.com/office/drawing/2014/main" id="{69E0803E-BA3F-DE19-A064-36F6D847EFC9}"/>
              </a:ext>
            </a:extLst>
          </p:cNvPr>
          <p:cNvSpPr/>
          <p:nvPr/>
        </p:nvSpPr>
        <p:spPr>
          <a:xfrm rot="10800000">
            <a:off x="2274840" y="3429000"/>
            <a:ext cx="5089090" cy="264249"/>
          </a:xfrm>
          <a:prstGeom prst="round2SameRect">
            <a:avLst>
              <a:gd name="adj1" fmla="val 0"/>
              <a:gd name="adj2" fmla="val 33073"/>
            </a:avLst>
          </a:prstGeom>
          <a:solidFill>
            <a:schemeClr val="accent5">
              <a:lumMod val="75000"/>
              <a:alpha val="1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08" name="TextBox 107">
            <a:extLst>
              <a:ext uri="{FF2B5EF4-FFF2-40B4-BE49-F238E27FC236}">
                <a16:creationId xmlns:a16="http://schemas.microsoft.com/office/drawing/2014/main" id="{82186619-FCDC-84C1-E6BB-26771E741861}"/>
              </a:ext>
            </a:extLst>
          </p:cNvPr>
          <p:cNvSpPr txBox="1"/>
          <p:nvPr/>
        </p:nvSpPr>
        <p:spPr>
          <a:xfrm>
            <a:off x="3667385" y="3438015"/>
            <a:ext cx="2304000" cy="276999"/>
          </a:xfrm>
          <a:prstGeom prst="rect">
            <a:avLst/>
          </a:prstGeom>
          <a:noFill/>
        </p:spPr>
        <p:txBody>
          <a:bodyPr wrap="square">
            <a:spAutoFit/>
          </a:bodyPr>
          <a:lstStyle/>
          <a:p>
            <a:pPr algn="ctr"/>
            <a:r>
              <a:rPr lang="en-US" sz="1200" b="1">
                <a:latin typeface="Montserrat "/>
              </a:rPr>
              <a:t>Key Measures</a:t>
            </a:r>
          </a:p>
        </p:txBody>
      </p:sp>
      <p:sp>
        <p:nvSpPr>
          <p:cNvPr id="118" name="TextBox 117">
            <a:extLst>
              <a:ext uri="{FF2B5EF4-FFF2-40B4-BE49-F238E27FC236}">
                <a16:creationId xmlns:a16="http://schemas.microsoft.com/office/drawing/2014/main" id="{286B33AD-0670-D540-4034-6150F938C633}"/>
              </a:ext>
            </a:extLst>
          </p:cNvPr>
          <p:cNvSpPr txBox="1"/>
          <p:nvPr/>
        </p:nvSpPr>
        <p:spPr>
          <a:xfrm>
            <a:off x="2335603" y="3890648"/>
            <a:ext cx="1011333" cy="400110"/>
          </a:xfrm>
          <a:prstGeom prst="rect">
            <a:avLst/>
          </a:prstGeom>
          <a:noFill/>
        </p:spPr>
        <p:txBody>
          <a:bodyPr wrap="square">
            <a:spAutoFit/>
          </a:bodyPr>
          <a:lstStyle/>
          <a:p>
            <a:pPr lvl="0" algn="ctr"/>
            <a:r>
              <a:rPr lang="en-US" sz="1000">
                <a:latin typeface="Montserrat "/>
              </a:rPr>
              <a:t>Time Saved (vs. Manual) </a:t>
            </a:r>
          </a:p>
        </p:txBody>
      </p:sp>
      <p:sp>
        <p:nvSpPr>
          <p:cNvPr id="119" name="TextBox 118">
            <a:extLst>
              <a:ext uri="{FF2B5EF4-FFF2-40B4-BE49-F238E27FC236}">
                <a16:creationId xmlns:a16="http://schemas.microsoft.com/office/drawing/2014/main" id="{083755E2-362E-2693-2945-2BA6B3114D0C}"/>
              </a:ext>
            </a:extLst>
          </p:cNvPr>
          <p:cNvSpPr txBox="1"/>
          <p:nvPr/>
        </p:nvSpPr>
        <p:spPr>
          <a:xfrm>
            <a:off x="3316459" y="3890648"/>
            <a:ext cx="886252" cy="400110"/>
          </a:xfrm>
          <a:prstGeom prst="rect">
            <a:avLst/>
          </a:prstGeom>
          <a:noFill/>
        </p:spPr>
        <p:txBody>
          <a:bodyPr wrap="square">
            <a:spAutoFit/>
          </a:bodyPr>
          <a:lstStyle/>
          <a:p>
            <a:pPr lvl="0" algn="ctr"/>
            <a:r>
              <a:rPr lang="en-US" sz="1000">
                <a:latin typeface="Montserrat "/>
              </a:rPr>
              <a:t>Reuse Potential </a:t>
            </a:r>
          </a:p>
        </p:txBody>
      </p:sp>
      <p:sp>
        <p:nvSpPr>
          <p:cNvPr id="120" name="TextBox 119">
            <a:extLst>
              <a:ext uri="{FF2B5EF4-FFF2-40B4-BE49-F238E27FC236}">
                <a16:creationId xmlns:a16="http://schemas.microsoft.com/office/drawing/2014/main" id="{54AD5675-992A-2942-A76B-7A08712EBADE}"/>
              </a:ext>
            </a:extLst>
          </p:cNvPr>
          <p:cNvSpPr txBox="1"/>
          <p:nvPr/>
        </p:nvSpPr>
        <p:spPr>
          <a:xfrm>
            <a:off x="4265284" y="3888951"/>
            <a:ext cx="1051540" cy="400110"/>
          </a:xfrm>
          <a:prstGeom prst="rect">
            <a:avLst/>
          </a:prstGeom>
          <a:noFill/>
        </p:spPr>
        <p:txBody>
          <a:bodyPr wrap="square">
            <a:spAutoFit/>
          </a:bodyPr>
          <a:lstStyle/>
          <a:p>
            <a:pPr lvl="0" algn="ctr"/>
            <a:r>
              <a:rPr lang="en-US" sz="1000">
                <a:latin typeface="Montserrat "/>
              </a:rPr>
              <a:t>Data Quality &amp; Accuracy </a:t>
            </a:r>
          </a:p>
        </p:txBody>
      </p:sp>
      <p:sp>
        <p:nvSpPr>
          <p:cNvPr id="121" name="TextBox 120">
            <a:extLst>
              <a:ext uri="{FF2B5EF4-FFF2-40B4-BE49-F238E27FC236}">
                <a16:creationId xmlns:a16="http://schemas.microsoft.com/office/drawing/2014/main" id="{6C719BFA-0BA6-9081-48F0-EBF47CE8D3C6}"/>
              </a:ext>
            </a:extLst>
          </p:cNvPr>
          <p:cNvSpPr txBox="1"/>
          <p:nvPr/>
        </p:nvSpPr>
        <p:spPr>
          <a:xfrm>
            <a:off x="5398612" y="3890648"/>
            <a:ext cx="853769" cy="400110"/>
          </a:xfrm>
          <a:prstGeom prst="rect">
            <a:avLst/>
          </a:prstGeom>
          <a:noFill/>
        </p:spPr>
        <p:txBody>
          <a:bodyPr wrap="square">
            <a:spAutoFit/>
          </a:bodyPr>
          <a:lstStyle/>
          <a:p>
            <a:pPr lvl="0" algn="ctr"/>
            <a:r>
              <a:rPr lang="en-US" sz="1000">
                <a:latin typeface="Montserrat "/>
              </a:rPr>
              <a:t>User Adoption </a:t>
            </a:r>
          </a:p>
        </p:txBody>
      </p:sp>
      <p:sp>
        <p:nvSpPr>
          <p:cNvPr id="122" name="TextBox 121">
            <a:extLst>
              <a:ext uri="{FF2B5EF4-FFF2-40B4-BE49-F238E27FC236}">
                <a16:creationId xmlns:a16="http://schemas.microsoft.com/office/drawing/2014/main" id="{EC04ECC7-D566-2EFA-BF7B-E5DF0DD991F7}"/>
              </a:ext>
            </a:extLst>
          </p:cNvPr>
          <p:cNvSpPr txBox="1"/>
          <p:nvPr/>
        </p:nvSpPr>
        <p:spPr>
          <a:xfrm>
            <a:off x="6259500" y="3890648"/>
            <a:ext cx="1052974" cy="400110"/>
          </a:xfrm>
          <a:prstGeom prst="rect">
            <a:avLst/>
          </a:prstGeom>
          <a:noFill/>
        </p:spPr>
        <p:txBody>
          <a:bodyPr wrap="square">
            <a:spAutoFit/>
          </a:bodyPr>
          <a:lstStyle/>
          <a:p>
            <a:pPr lvl="0" algn="ctr"/>
            <a:r>
              <a:rPr lang="en-US" sz="1000">
                <a:latin typeface="Montserrat "/>
              </a:rPr>
              <a:t>Stakeholder Satisfaction </a:t>
            </a:r>
          </a:p>
        </p:txBody>
      </p:sp>
      <p:cxnSp>
        <p:nvCxnSpPr>
          <p:cNvPr id="125" name="Straight Connector 124">
            <a:extLst>
              <a:ext uri="{FF2B5EF4-FFF2-40B4-BE49-F238E27FC236}">
                <a16:creationId xmlns:a16="http://schemas.microsoft.com/office/drawing/2014/main" id="{BEB08F66-B565-838D-8553-745605274D49}"/>
              </a:ext>
            </a:extLst>
          </p:cNvPr>
          <p:cNvCxnSpPr>
            <a:cxnSpLocks/>
          </p:cNvCxnSpPr>
          <p:nvPr/>
        </p:nvCxnSpPr>
        <p:spPr>
          <a:xfrm>
            <a:off x="3300443" y="3957772"/>
            <a:ext cx="0" cy="235084"/>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6" name="Straight Connector 125">
            <a:extLst>
              <a:ext uri="{FF2B5EF4-FFF2-40B4-BE49-F238E27FC236}">
                <a16:creationId xmlns:a16="http://schemas.microsoft.com/office/drawing/2014/main" id="{59F90AF0-7633-68B0-E088-DEA909F047A0}"/>
              </a:ext>
            </a:extLst>
          </p:cNvPr>
          <p:cNvCxnSpPr>
            <a:cxnSpLocks/>
          </p:cNvCxnSpPr>
          <p:nvPr/>
        </p:nvCxnSpPr>
        <p:spPr>
          <a:xfrm>
            <a:off x="4236848" y="3957772"/>
            <a:ext cx="0" cy="235084"/>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7" name="Straight Connector 126">
            <a:extLst>
              <a:ext uri="{FF2B5EF4-FFF2-40B4-BE49-F238E27FC236}">
                <a16:creationId xmlns:a16="http://schemas.microsoft.com/office/drawing/2014/main" id="{A3735EEB-2860-8611-A96E-C2D6E6025767}"/>
              </a:ext>
            </a:extLst>
          </p:cNvPr>
          <p:cNvCxnSpPr>
            <a:cxnSpLocks/>
          </p:cNvCxnSpPr>
          <p:nvPr/>
        </p:nvCxnSpPr>
        <p:spPr>
          <a:xfrm>
            <a:off x="5317721" y="3957772"/>
            <a:ext cx="0" cy="235084"/>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9BB4FAD5-3E36-9DA6-9041-BA5A0DC627E7}"/>
              </a:ext>
            </a:extLst>
          </p:cNvPr>
          <p:cNvCxnSpPr>
            <a:cxnSpLocks/>
          </p:cNvCxnSpPr>
          <p:nvPr/>
        </p:nvCxnSpPr>
        <p:spPr>
          <a:xfrm>
            <a:off x="6225733" y="3957772"/>
            <a:ext cx="0" cy="235084"/>
          </a:xfrm>
          <a:prstGeom prst="line">
            <a:avLst/>
          </a:prstGeom>
          <a:ln w="6350">
            <a:solidFill>
              <a:schemeClr val="bg1">
                <a:lumMod val="50000"/>
              </a:schemeClr>
            </a:solidFill>
            <a:prstDash val="dash"/>
          </a:ln>
          <a:effectLst/>
        </p:spPr>
        <p:style>
          <a:lnRef idx="2">
            <a:schemeClr val="accent1"/>
          </a:lnRef>
          <a:fillRef idx="0">
            <a:schemeClr val="accent1"/>
          </a:fillRef>
          <a:effectRef idx="1">
            <a:schemeClr val="accent1"/>
          </a:effectRef>
          <a:fontRef idx="minor">
            <a:schemeClr val="tx1"/>
          </a:fontRef>
        </p:style>
      </p:cxnSp>
      <p:grpSp>
        <p:nvGrpSpPr>
          <p:cNvPr id="140" name="Group 139">
            <a:extLst>
              <a:ext uri="{FF2B5EF4-FFF2-40B4-BE49-F238E27FC236}">
                <a16:creationId xmlns:a16="http://schemas.microsoft.com/office/drawing/2014/main" id="{3E91C1FC-3B42-412A-AD2C-CB7BE149DE08}"/>
              </a:ext>
            </a:extLst>
          </p:cNvPr>
          <p:cNvGrpSpPr/>
          <p:nvPr/>
        </p:nvGrpSpPr>
        <p:grpSpPr>
          <a:xfrm>
            <a:off x="399351" y="1640759"/>
            <a:ext cx="11393296" cy="1352492"/>
            <a:chOff x="479678" y="2610328"/>
            <a:chExt cx="11393296" cy="1352492"/>
          </a:xfrm>
        </p:grpSpPr>
        <p:sp>
          <p:nvSpPr>
            <p:cNvPr id="62" name="Rectangle: Rounded Corners 61">
              <a:extLst>
                <a:ext uri="{FF2B5EF4-FFF2-40B4-BE49-F238E27FC236}">
                  <a16:creationId xmlns:a16="http://schemas.microsoft.com/office/drawing/2014/main" id="{2EC29599-7A3D-5E41-FCBE-925C19D81FE7}"/>
                </a:ext>
              </a:extLst>
            </p:cNvPr>
            <p:cNvSpPr/>
            <p:nvPr/>
          </p:nvSpPr>
          <p:spPr>
            <a:xfrm>
              <a:off x="479679" y="2610328"/>
              <a:ext cx="1800000" cy="1300921"/>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1" name="Rectangle: Top Corners Rounded 80">
              <a:extLst>
                <a:ext uri="{FF2B5EF4-FFF2-40B4-BE49-F238E27FC236}">
                  <a16:creationId xmlns:a16="http://schemas.microsoft.com/office/drawing/2014/main" id="{ED439F17-1A24-321E-532D-AD9B221842EC}"/>
                </a:ext>
              </a:extLst>
            </p:cNvPr>
            <p:cNvSpPr/>
            <p:nvPr/>
          </p:nvSpPr>
          <p:spPr>
            <a:xfrm>
              <a:off x="520919" y="3469031"/>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3" name="Rectangle: Rounded Corners 62">
              <a:extLst>
                <a:ext uri="{FF2B5EF4-FFF2-40B4-BE49-F238E27FC236}">
                  <a16:creationId xmlns:a16="http://schemas.microsoft.com/office/drawing/2014/main" id="{97FF5370-89A3-EEF6-4F54-6AE398B9E588}"/>
                </a:ext>
              </a:extLst>
            </p:cNvPr>
            <p:cNvSpPr/>
            <p:nvPr/>
          </p:nvSpPr>
          <p:spPr>
            <a:xfrm>
              <a:off x="2398338" y="2610329"/>
              <a:ext cx="1800000" cy="1300920"/>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4" name="Rectangle: Rounded Corners 63">
              <a:extLst>
                <a:ext uri="{FF2B5EF4-FFF2-40B4-BE49-F238E27FC236}">
                  <a16:creationId xmlns:a16="http://schemas.microsoft.com/office/drawing/2014/main" id="{4CDF6D88-4372-E850-CF2E-AC89A706977B}"/>
                </a:ext>
              </a:extLst>
            </p:cNvPr>
            <p:cNvSpPr/>
            <p:nvPr/>
          </p:nvSpPr>
          <p:spPr>
            <a:xfrm>
              <a:off x="4316997" y="2610329"/>
              <a:ext cx="1800000" cy="1323614"/>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5" name="Rectangle: Rounded Corners 64">
              <a:extLst>
                <a:ext uri="{FF2B5EF4-FFF2-40B4-BE49-F238E27FC236}">
                  <a16:creationId xmlns:a16="http://schemas.microsoft.com/office/drawing/2014/main" id="{F00DDA7A-362E-10C4-D694-0D8E39EFC36C}"/>
                </a:ext>
              </a:extLst>
            </p:cNvPr>
            <p:cNvSpPr/>
            <p:nvPr/>
          </p:nvSpPr>
          <p:spPr>
            <a:xfrm>
              <a:off x="6235656" y="2610329"/>
              <a:ext cx="1800000" cy="1300920"/>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6" name="Rectangle: Rounded Corners 65">
              <a:extLst>
                <a:ext uri="{FF2B5EF4-FFF2-40B4-BE49-F238E27FC236}">
                  <a16:creationId xmlns:a16="http://schemas.microsoft.com/office/drawing/2014/main" id="{32ED1FF7-5C72-671A-5F15-AB1FC3F683BD}"/>
                </a:ext>
              </a:extLst>
            </p:cNvPr>
            <p:cNvSpPr/>
            <p:nvPr/>
          </p:nvSpPr>
          <p:spPr>
            <a:xfrm>
              <a:off x="8154315" y="2610329"/>
              <a:ext cx="1800000" cy="1300920"/>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7" name="Rectangle: Rounded Corners 66">
              <a:extLst>
                <a:ext uri="{FF2B5EF4-FFF2-40B4-BE49-F238E27FC236}">
                  <a16:creationId xmlns:a16="http://schemas.microsoft.com/office/drawing/2014/main" id="{D8711DD7-5236-0871-9D50-00F7B517C0B1}"/>
                </a:ext>
              </a:extLst>
            </p:cNvPr>
            <p:cNvSpPr/>
            <p:nvPr/>
          </p:nvSpPr>
          <p:spPr>
            <a:xfrm>
              <a:off x="10072974" y="2610329"/>
              <a:ext cx="1800000" cy="1352491"/>
            </a:xfrm>
            <a:prstGeom prst="roundRect">
              <a:avLst>
                <a:gd name="adj" fmla="val 9532"/>
              </a:avLst>
            </a:prstGeom>
            <a:solidFill>
              <a:schemeClr val="bg1"/>
            </a:solidFill>
            <a:ln w="6350">
              <a:solidFill>
                <a:srgbClr val="0070C0"/>
              </a:solidFill>
            </a:ln>
            <a:effectLst>
              <a:outerShdw blurRad="114300" dist="38100" dir="5400000" algn="t"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8" name="TextBox 67">
              <a:extLst>
                <a:ext uri="{FF2B5EF4-FFF2-40B4-BE49-F238E27FC236}">
                  <a16:creationId xmlns:a16="http://schemas.microsoft.com/office/drawing/2014/main" id="{5DCBD938-35C9-7507-43FD-C9B3B14D8212}"/>
                </a:ext>
              </a:extLst>
            </p:cNvPr>
            <p:cNvSpPr txBox="1"/>
            <p:nvPr/>
          </p:nvSpPr>
          <p:spPr>
            <a:xfrm>
              <a:off x="545738" y="3503085"/>
              <a:ext cx="1846299" cy="338554"/>
            </a:xfrm>
            <a:prstGeom prst="rect">
              <a:avLst/>
            </a:prstGeom>
            <a:noFill/>
          </p:spPr>
          <p:txBody>
            <a:bodyPr wrap="square">
              <a:spAutoFit/>
            </a:bodyPr>
            <a:lstStyle/>
            <a:p>
              <a:r>
                <a:rPr lang="en-US" sz="800" b="1">
                  <a:latin typeface="Montserrat "/>
                </a:rPr>
                <a:t>Key Output:</a:t>
              </a:r>
              <a:r>
                <a:rPr lang="en-US" sz="800">
                  <a:latin typeface="Montserrat "/>
                </a:rPr>
                <a:t> </a:t>
              </a:r>
            </a:p>
            <a:p>
              <a:r>
                <a:rPr lang="en-US" sz="800">
                  <a:latin typeface="Montserrat "/>
                </a:rPr>
                <a:t>Pilot Charter &amp; Success Metrics</a:t>
              </a:r>
            </a:p>
          </p:txBody>
        </p:sp>
        <p:sp>
          <p:nvSpPr>
            <p:cNvPr id="82" name="Rectangle: Top Corners Rounded 81">
              <a:extLst>
                <a:ext uri="{FF2B5EF4-FFF2-40B4-BE49-F238E27FC236}">
                  <a16:creationId xmlns:a16="http://schemas.microsoft.com/office/drawing/2014/main" id="{6CABAC0E-85D0-A4A8-2F95-98BC6EE7FF38}"/>
                </a:ext>
              </a:extLst>
            </p:cNvPr>
            <p:cNvSpPr/>
            <p:nvPr/>
          </p:nvSpPr>
          <p:spPr>
            <a:xfrm>
              <a:off x="2434093" y="3480953"/>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3" name="Rectangle: Top Corners Rounded 82">
              <a:extLst>
                <a:ext uri="{FF2B5EF4-FFF2-40B4-BE49-F238E27FC236}">
                  <a16:creationId xmlns:a16="http://schemas.microsoft.com/office/drawing/2014/main" id="{73B6657D-E86D-3BAD-E4EA-97BC54D3CD84}"/>
                </a:ext>
              </a:extLst>
            </p:cNvPr>
            <p:cNvSpPr/>
            <p:nvPr/>
          </p:nvSpPr>
          <p:spPr>
            <a:xfrm>
              <a:off x="4316997" y="3501943"/>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4" name="Rectangle: Top Corners Rounded 83">
              <a:extLst>
                <a:ext uri="{FF2B5EF4-FFF2-40B4-BE49-F238E27FC236}">
                  <a16:creationId xmlns:a16="http://schemas.microsoft.com/office/drawing/2014/main" id="{51899DCC-FEB3-7731-BCBC-0CC136D58862}"/>
                </a:ext>
              </a:extLst>
            </p:cNvPr>
            <p:cNvSpPr/>
            <p:nvPr/>
          </p:nvSpPr>
          <p:spPr>
            <a:xfrm>
              <a:off x="6217209" y="3501943"/>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5" name="Rectangle: Top Corners Rounded 84">
              <a:extLst>
                <a:ext uri="{FF2B5EF4-FFF2-40B4-BE49-F238E27FC236}">
                  <a16:creationId xmlns:a16="http://schemas.microsoft.com/office/drawing/2014/main" id="{1D877A92-DABF-1BEF-AD3E-52F135776536}"/>
                </a:ext>
              </a:extLst>
            </p:cNvPr>
            <p:cNvSpPr/>
            <p:nvPr/>
          </p:nvSpPr>
          <p:spPr>
            <a:xfrm>
              <a:off x="8117421" y="3530820"/>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6" name="Rectangle: Top Corners Rounded 85">
              <a:extLst>
                <a:ext uri="{FF2B5EF4-FFF2-40B4-BE49-F238E27FC236}">
                  <a16:creationId xmlns:a16="http://schemas.microsoft.com/office/drawing/2014/main" id="{741A5BE7-9813-3137-DEB3-4AA2CB3603C5}"/>
                </a:ext>
              </a:extLst>
            </p:cNvPr>
            <p:cNvSpPr/>
            <p:nvPr/>
          </p:nvSpPr>
          <p:spPr>
            <a:xfrm>
              <a:off x="10055348" y="3501943"/>
              <a:ext cx="1800000" cy="432000"/>
            </a:xfrm>
            <a:prstGeom prst="round2SameRect">
              <a:avLst>
                <a:gd name="adj1" fmla="val 0"/>
                <a:gd name="adj2" fmla="val 33073"/>
              </a:avLst>
            </a:prstGeom>
            <a:solidFill>
              <a:srgbClr val="0070C0">
                <a:alpha val="1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27DAEEB1-DE0C-3A7B-A652-C95B8C80BBC0}"/>
                </a:ext>
              </a:extLst>
            </p:cNvPr>
            <p:cNvSpPr txBox="1"/>
            <p:nvPr/>
          </p:nvSpPr>
          <p:spPr>
            <a:xfrm>
              <a:off x="10055348" y="3548666"/>
              <a:ext cx="1636642" cy="338554"/>
            </a:xfrm>
            <a:prstGeom prst="rect">
              <a:avLst/>
            </a:prstGeom>
            <a:noFill/>
          </p:spPr>
          <p:txBody>
            <a:bodyPr wrap="square">
              <a:spAutoFit/>
            </a:bodyPr>
            <a:lstStyle/>
            <a:p>
              <a:r>
                <a:rPr lang="en-US" sz="800" b="1">
                  <a:latin typeface="Montserrat "/>
                </a:rPr>
                <a:t>Key Output:</a:t>
              </a:r>
              <a:r>
                <a:rPr lang="en-US" sz="800">
                  <a:latin typeface="Montserrat "/>
                </a:rPr>
                <a:t> </a:t>
              </a:r>
            </a:p>
            <a:p>
              <a:r>
                <a:rPr lang="en-US" sz="800">
                  <a:latin typeface="Montserrat "/>
                </a:rPr>
                <a:t>Go/No-Go &amp; Scale Roadmap</a:t>
              </a:r>
            </a:p>
          </p:txBody>
        </p:sp>
        <p:sp>
          <p:nvSpPr>
            <p:cNvPr id="69" name="TextBox 68">
              <a:extLst>
                <a:ext uri="{FF2B5EF4-FFF2-40B4-BE49-F238E27FC236}">
                  <a16:creationId xmlns:a16="http://schemas.microsoft.com/office/drawing/2014/main" id="{BE8880E9-4C07-671B-D5CB-4D05AEB54FB6}"/>
                </a:ext>
              </a:extLst>
            </p:cNvPr>
            <p:cNvSpPr txBox="1"/>
            <p:nvPr/>
          </p:nvSpPr>
          <p:spPr>
            <a:xfrm>
              <a:off x="2428186" y="3527676"/>
              <a:ext cx="1531869" cy="338554"/>
            </a:xfrm>
            <a:prstGeom prst="rect">
              <a:avLst/>
            </a:prstGeom>
            <a:noFill/>
          </p:spPr>
          <p:txBody>
            <a:bodyPr wrap="square">
              <a:spAutoFit/>
            </a:bodyPr>
            <a:lstStyle/>
            <a:p>
              <a:r>
                <a:rPr lang="en-US" sz="800" b="1">
                  <a:latin typeface="Montserrat "/>
                </a:rPr>
                <a:t>Key Output:</a:t>
              </a:r>
              <a:r>
                <a:rPr lang="en-US" sz="800">
                  <a:latin typeface="Montserrat "/>
                </a:rPr>
                <a:t> </a:t>
              </a:r>
            </a:p>
            <a:p>
              <a:r>
                <a:rPr lang="en-US" sz="800">
                  <a:latin typeface="Montserrat "/>
                </a:rPr>
                <a:t>Pilot Plan &amp; Architecture</a:t>
              </a:r>
            </a:p>
          </p:txBody>
        </p:sp>
        <p:sp>
          <p:nvSpPr>
            <p:cNvPr id="70" name="TextBox 69">
              <a:extLst>
                <a:ext uri="{FF2B5EF4-FFF2-40B4-BE49-F238E27FC236}">
                  <a16:creationId xmlns:a16="http://schemas.microsoft.com/office/drawing/2014/main" id="{950BB110-2E0D-4A6A-32A5-2DB05A3EE94E}"/>
                </a:ext>
              </a:extLst>
            </p:cNvPr>
            <p:cNvSpPr txBox="1"/>
            <p:nvPr/>
          </p:nvSpPr>
          <p:spPr>
            <a:xfrm>
              <a:off x="4316996" y="3548666"/>
              <a:ext cx="1531353" cy="338554"/>
            </a:xfrm>
            <a:prstGeom prst="rect">
              <a:avLst/>
            </a:prstGeom>
            <a:noFill/>
          </p:spPr>
          <p:txBody>
            <a:bodyPr wrap="square">
              <a:spAutoFit/>
            </a:bodyPr>
            <a:lstStyle/>
            <a:p>
              <a:r>
                <a:rPr lang="en-US" sz="800" b="1">
                  <a:latin typeface="Montserrat "/>
                </a:rPr>
                <a:t>Key Output:</a:t>
              </a:r>
              <a:r>
                <a:rPr lang="en-US" sz="800">
                  <a:latin typeface="Montserrat "/>
                </a:rPr>
                <a:t> </a:t>
              </a:r>
            </a:p>
            <a:p>
              <a:r>
                <a:rPr lang="en-US" sz="800">
                  <a:latin typeface="Montserrat "/>
                </a:rPr>
                <a:t>Configured Pilot Solution</a:t>
              </a:r>
            </a:p>
          </p:txBody>
        </p:sp>
        <p:sp>
          <p:nvSpPr>
            <p:cNvPr id="73" name="TextBox 72">
              <a:extLst>
                <a:ext uri="{FF2B5EF4-FFF2-40B4-BE49-F238E27FC236}">
                  <a16:creationId xmlns:a16="http://schemas.microsoft.com/office/drawing/2014/main" id="{8E5F49C7-07BF-53E8-C898-7130CE63D76A}"/>
                </a:ext>
              </a:extLst>
            </p:cNvPr>
            <p:cNvSpPr txBox="1"/>
            <p:nvPr/>
          </p:nvSpPr>
          <p:spPr>
            <a:xfrm>
              <a:off x="8117421" y="3577543"/>
              <a:ext cx="1722583" cy="338554"/>
            </a:xfrm>
            <a:prstGeom prst="rect">
              <a:avLst/>
            </a:prstGeom>
            <a:noFill/>
          </p:spPr>
          <p:txBody>
            <a:bodyPr wrap="square">
              <a:spAutoFit/>
            </a:bodyPr>
            <a:lstStyle/>
            <a:p>
              <a:r>
                <a:rPr lang="en-US" sz="800" b="1">
                  <a:latin typeface="Montserrat "/>
                </a:rPr>
                <a:t>Key Output:</a:t>
              </a:r>
              <a:r>
                <a:rPr lang="en-US" sz="800">
                  <a:latin typeface="Montserrat "/>
                </a:rPr>
                <a:t> </a:t>
              </a:r>
            </a:p>
            <a:p>
              <a:r>
                <a:rPr lang="en-US" sz="800">
                  <a:latin typeface="Montserrat "/>
                </a:rPr>
                <a:t>Refined Solution &amp; Scale Plan</a:t>
              </a:r>
            </a:p>
          </p:txBody>
        </p:sp>
        <p:sp>
          <p:nvSpPr>
            <p:cNvPr id="77" name="TextBox 76">
              <a:extLst>
                <a:ext uri="{FF2B5EF4-FFF2-40B4-BE49-F238E27FC236}">
                  <a16:creationId xmlns:a16="http://schemas.microsoft.com/office/drawing/2014/main" id="{19B525F4-BE2A-DAC7-4DE1-6F5C3FA36434}"/>
                </a:ext>
              </a:extLst>
            </p:cNvPr>
            <p:cNvSpPr txBox="1"/>
            <p:nvPr/>
          </p:nvSpPr>
          <p:spPr>
            <a:xfrm>
              <a:off x="6217209" y="3548666"/>
              <a:ext cx="1721845" cy="338554"/>
            </a:xfrm>
            <a:prstGeom prst="rect">
              <a:avLst/>
            </a:prstGeom>
            <a:noFill/>
          </p:spPr>
          <p:txBody>
            <a:bodyPr wrap="square">
              <a:spAutoFit/>
            </a:bodyPr>
            <a:lstStyle/>
            <a:p>
              <a:r>
                <a:rPr lang="en-US" sz="800" b="1">
                  <a:latin typeface="Montserrat "/>
                </a:rPr>
                <a:t>Key Output:</a:t>
              </a:r>
            </a:p>
            <a:p>
              <a:r>
                <a:rPr lang="en-US" sz="800">
                  <a:latin typeface="Montserrat "/>
                </a:rPr>
                <a:t>Validation Report &amp; Insights</a:t>
              </a:r>
            </a:p>
          </p:txBody>
        </p:sp>
        <p:sp>
          <p:nvSpPr>
            <p:cNvPr id="133" name="Rectangle: Top Corners Rounded 132">
              <a:extLst>
                <a:ext uri="{FF2B5EF4-FFF2-40B4-BE49-F238E27FC236}">
                  <a16:creationId xmlns:a16="http://schemas.microsoft.com/office/drawing/2014/main" id="{0FBAF435-20E4-A114-AA63-CA085AC06049}"/>
                </a:ext>
              </a:extLst>
            </p:cNvPr>
            <p:cNvSpPr/>
            <p:nvPr/>
          </p:nvSpPr>
          <p:spPr>
            <a:xfrm>
              <a:off x="2398337"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4" name="Rectangle: Top Corners Rounded 133">
              <a:extLst>
                <a:ext uri="{FF2B5EF4-FFF2-40B4-BE49-F238E27FC236}">
                  <a16:creationId xmlns:a16="http://schemas.microsoft.com/office/drawing/2014/main" id="{76705BC5-E14E-7385-6ED4-1993E6ABE3C7}"/>
                </a:ext>
              </a:extLst>
            </p:cNvPr>
            <p:cNvSpPr/>
            <p:nvPr/>
          </p:nvSpPr>
          <p:spPr>
            <a:xfrm>
              <a:off x="479678"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5" name="Rectangle: Top Corners Rounded 134">
              <a:extLst>
                <a:ext uri="{FF2B5EF4-FFF2-40B4-BE49-F238E27FC236}">
                  <a16:creationId xmlns:a16="http://schemas.microsoft.com/office/drawing/2014/main" id="{8CD77DC9-1A27-E917-E61B-62424AAF1833}"/>
                </a:ext>
              </a:extLst>
            </p:cNvPr>
            <p:cNvSpPr/>
            <p:nvPr/>
          </p:nvSpPr>
          <p:spPr>
            <a:xfrm>
              <a:off x="4316997"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6" name="Rectangle: Top Corners Rounded 135">
              <a:extLst>
                <a:ext uri="{FF2B5EF4-FFF2-40B4-BE49-F238E27FC236}">
                  <a16:creationId xmlns:a16="http://schemas.microsoft.com/office/drawing/2014/main" id="{4CC36128-291A-C99F-A6D7-7AC61FC14B02}"/>
                </a:ext>
              </a:extLst>
            </p:cNvPr>
            <p:cNvSpPr/>
            <p:nvPr/>
          </p:nvSpPr>
          <p:spPr>
            <a:xfrm>
              <a:off x="6235656"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7" name="Rectangle: Top Corners Rounded 136">
              <a:extLst>
                <a:ext uri="{FF2B5EF4-FFF2-40B4-BE49-F238E27FC236}">
                  <a16:creationId xmlns:a16="http://schemas.microsoft.com/office/drawing/2014/main" id="{DA55032F-DFD0-B98C-7BAD-F383D5EF9F51}"/>
                </a:ext>
              </a:extLst>
            </p:cNvPr>
            <p:cNvSpPr/>
            <p:nvPr/>
          </p:nvSpPr>
          <p:spPr>
            <a:xfrm>
              <a:off x="8154314"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38" name="Rectangle: Top Corners Rounded 137">
              <a:extLst>
                <a:ext uri="{FF2B5EF4-FFF2-40B4-BE49-F238E27FC236}">
                  <a16:creationId xmlns:a16="http://schemas.microsoft.com/office/drawing/2014/main" id="{93DA6ED4-8E74-337F-8F04-C01A4C5F6334}"/>
                </a:ext>
              </a:extLst>
            </p:cNvPr>
            <p:cNvSpPr/>
            <p:nvPr/>
          </p:nvSpPr>
          <p:spPr>
            <a:xfrm>
              <a:off x="10072974" y="2610329"/>
              <a:ext cx="1800000" cy="324000"/>
            </a:xfrm>
            <a:prstGeom prst="round2SameRect">
              <a:avLst>
                <a:gd name="adj1" fmla="val 4127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5" name="TextBox 54">
              <a:extLst>
                <a:ext uri="{FF2B5EF4-FFF2-40B4-BE49-F238E27FC236}">
                  <a16:creationId xmlns:a16="http://schemas.microsoft.com/office/drawing/2014/main" id="{AC15655C-FEAA-5449-70A1-F05EBA8F0218}"/>
                </a:ext>
              </a:extLst>
            </p:cNvPr>
            <p:cNvSpPr txBox="1"/>
            <p:nvPr/>
          </p:nvSpPr>
          <p:spPr>
            <a:xfrm>
              <a:off x="530195" y="2672558"/>
              <a:ext cx="1800000" cy="807913"/>
            </a:xfrm>
            <a:prstGeom prst="rect">
              <a:avLst/>
            </a:prstGeom>
            <a:noFill/>
          </p:spPr>
          <p:txBody>
            <a:bodyPr wrap="square">
              <a:spAutoFit/>
            </a:bodyPr>
            <a:lstStyle/>
            <a:p>
              <a:pPr algn="ctr">
                <a:spcAft>
                  <a:spcPts val="900"/>
                </a:spcAft>
              </a:pPr>
              <a:r>
                <a:rPr lang="en-US" sz="1200" b="1">
                  <a:solidFill>
                    <a:schemeClr val="bg1"/>
                  </a:solidFill>
                  <a:latin typeface="Montserrat "/>
                </a:rPr>
                <a:t>1. Define &amp; Align</a:t>
              </a:r>
              <a:endParaRPr lang="en-US" sz="1200">
                <a:solidFill>
                  <a:schemeClr val="bg1"/>
                </a:solidFill>
                <a:latin typeface="Montserrat "/>
              </a:endParaRPr>
            </a:p>
            <a:p>
              <a:pPr marL="144000" lvl="0" indent="-144000">
                <a:buFont typeface="Arial" panose="020B0604020202020204" pitchFamily="34" charset="0"/>
                <a:buChar char="•"/>
              </a:pPr>
              <a:r>
                <a:rPr lang="en-US" sz="900">
                  <a:latin typeface="Montserrat "/>
                </a:rPr>
                <a:t>Establish pilot goals, scope, stakeholders, and success metrics.</a:t>
              </a:r>
              <a:endParaRPr lang="en-US" sz="1000">
                <a:latin typeface="Montserrat "/>
              </a:endParaRPr>
            </a:p>
          </p:txBody>
        </p:sp>
        <p:sp>
          <p:nvSpPr>
            <p:cNvPr id="56" name="TextBox 55">
              <a:extLst>
                <a:ext uri="{FF2B5EF4-FFF2-40B4-BE49-F238E27FC236}">
                  <a16:creationId xmlns:a16="http://schemas.microsoft.com/office/drawing/2014/main" id="{9EA008F5-1F64-6168-C7D0-76C87DCC2495}"/>
                </a:ext>
              </a:extLst>
            </p:cNvPr>
            <p:cNvSpPr txBox="1"/>
            <p:nvPr/>
          </p:nvSpPr>
          <p:spPr>
            <a:xfrm>
              <a:off x="2398337" y="2661908"/>
              <a:ext cx="1800000" cy="946413"/>
            </a:xfrm>
            <a:prstGeom prst="rect">
              <a:avLst/>
            </a:prstGeom>
            <a:noFill/>
          </p:spPr>
          <p:txBody>
            <a:bodyPr wrap="square">
              <a:spAutoFit/>
            </a:bodyPr>
            <a:lstStyle/>
            <a:p>
              <a:pPr algn="ctr">
                <a:spcAft>
                  <a:spcPts val="900"/>
                </a:spcAft>
              </a:pPr>
              <a:r>
                <a:rPr lang="en-US" sz="1200" b="1">
                  <a:solidFill>
                    <a:schemeClr val="bg1"/>
                  </a:solidFill>
                  <a:latin typeface="Montserrat "/>
                </a:rPr>
                <a:t>2. Assess &amp; Plan</a:t>
              </a:r>
              <a:endParaRPr lang="en-US" sz="1200">
                <a:solidFill>
                  <a:schemeClr val="bg1"/>
                </a:solidFill>
                <a:latin typeface="Montserrat "/>
              </a:endParaRPr>
            </a:p>
            <a:p>
              <a:pPr marL="144000" lvl="0" indent="-144000">
                <a:buFont typeface="Arial" panose="020B0604020202020204" pitchFamily="34" charset="0"/>
                <a:buChar char="•"/>
              </a:pPr>
              <a:r>
                <a:rPr lang="en-US" sz="900">
                  <a:latin typeface="Montserrat "/>
                </a:rPr>
                <a:t>Assess readiness and create the pilot plan, timeline, and resource approach.</a:t>
              </a:r>
            </a:p>
          </p:txBody>
        </p:sp>
        <p:sp>
          <p:nvSpPr>
            <p:cNvPr id="57" name="TextBox 56">
              <a:extLst>
                <a:ext uri="{FF2B5EF4-FFF2-40B4-BE49-F238E27FC236}">
                  <a16:creationId xmlns:a16="http://schemas.microsoft.com/office/drawing/2014/main" id="{02102D02-F080-2533-0589-BC90C863B988}"/>
                </a:ext>
              </a:extLst>
            </p:cNvPr>
            <p:cNvSpPr txBox="1"/>
            <p:nvPr/>
          </p:nvSpPr>
          <p:spPr>
            <a:xfrm>
              <a:off x="4316997" y="2661908"/>
              <a:ext cx="1800000" cy="807913"/>
            </a:xfrm>
            <a:prstGeom prst="rect">
              <a:avLst/>
            </a:prstGeom>
            <a:noFill/>
          </p:spPr>
          <p:txBody>
            <a:bodyPr wrap="square">
              <a:spAutoFit/>
            </a:bodyPr>
            <a:lstStyle/>
            <a:p>
              <a:pPr algn="ctr">
                <a:spcAft>
                  <a:spcPts val="900"/>
                </a:spcAft>
              </a:pPr>
              <a:r>
                <a:rPr lang="en-US" sz="1200" b="1">
                  <a:solidFill>
                    <a:schemeClr val="bg1"/>
                  </a:solidFill>
                  <a:latin typeface="Montserrat "/>
                </a:rPr>
                <a:t>3. Configure &amp; Build</a:t>
              </a:r>
              <a:endParaRPr lang="en-US" sz="1200">
                <a:solidFill>
                  <a:schemeClr val="bg1"/>
                </a:solidFill>
                <a:latin typeface="Montserrat "/>
              </a:endParaRPr>
            </a:p>
            <a:p>
              <a:pPr marL="144000" lvl="0" indent="-144000">
                <a:buFont typeface="Arial" panose="020B0604020202020204" pitchFamily="34" charset="0"/>
                <a:buChar char="•"/>
              </a:pPr>
              <a:r>
                <a:rPr lang="en-US" sz="900">
                  <a:latin typeface="Montserrat "/>
                </a:rPr>
                <a:t>Configure accelerators, prepare data, and build the pilot solution</a:t>
              </a:r>
            </a:p>
          </p:txBody>
        </p:sp>
        <p:sp>
          <p:nvSpPr>
            <p:cNvPr id="58" name="TextBox 57">
              <a:extLst>
                <a:ext uri="{FF2B5EF4-FFF2-40B4-BE49-F238E27FC236}">
                  <a16:creationId xmlns:a16="http://schemas.microsoft.com/office/drawing/2014/main" id="{DFA0B0DE-A25B-B1DC-3300-EFBB06C419BC}"/>
                </a:ext>
              </a:extLst>
            </p:cNvPr>
            <p:cNvSpPr txBox="1"/>
            <p:nvPr/>
          </p:nvSpPr>
          <p:spPr>
            <a:xfrm>
              <a:off x="6235656" y="2661908"/>
              <a:ext cx="1800000" cy="807913"/>
            </a:xfrm>
            <a:prstGeom prst="rect">
              <a:avLst/>
            </a:prstGeom>
            <a:noFill/>
          </p:spPr>
          <p:txBody>
            <a:bodyPr wrap="square">
              <a:spAutoFit/>
            </a:bodyPr>
            <a:lstStyle/>
            <a:p>
              <a:pPr algn="ctr">
                <a:spcAft>
                  <a:spcPts val="900"/>
                </a:spcAft>
              </a:pPr>
              <a:r>
                <a:rPr lang="en-US" sz="1200" b="1">
                  <a:solidFill>
                    <a:schemeClr val="bg1"/>
                  </a:solidFill>
                  <a:latin typeface="Montserrat "/>
                </a:rPr>
                <a:t>4. Test &amp; Validate</a:t>
              </a:r>
              <a:endParaRPr lang="en-US" sz="1200">
                <a:solidFill>
                  <a:schemeClr val="bg1"/>
                </a:solidFill>
                <a:latin typeface="Montserrat "/>
              </a:endParaRPr>
            </a:p>
            <a:p>
              <a:pPr marL="144000" lvl="0" indent="-144000">
                <a:buFont typeface="Arial" panose="020B0604020202020204" pitchFamily="34" charset="0"/>
                <a:buChar char="•"/>
              </a:pPr>
              <a:r>
                <a:rPr lang="en-US" sz="900">
                  <a:latin typeface="Montserrat "/>
                </a:rPr>
                <a:t>Test the solution and validate results against business success criteria.</a:t>
              </a:r>
            </a:p>
          </p:txBody>
        </p:sp>
        <p:sp>
          <p:nvSpPr>
            <p:cNvPr id="59" name="TextBox 58">
              <a:extLst>
                <a:ext uri="{FF2B5EF4-FFF2-40B4-BE49-F238E27FC236}">
                  <a16:creationId xmlns:a16="http://schemas.microsoft.com/office/drawing/2014/main" id="{4CF640EE-71A4-9240-06B2-78B63EDEFE8F}"/>
                </a:ext>
              </a:extLst>
            </p:cNvPr>
            <p:cNvSpPr txBox="1"/>
            <p:nvPr/>
          </p:nvSpPr>
          <p:spPr>
            <a:xfrm>
              <a:off x="8154314" y="2661908"/>
              <a:ext cx="1800000" cy="807913"/>
            </a:xfrm>
            <a:prstGeom prst="rect">
              <a:avLst/>
            </a:prstGeom>
            <a:noFill/>
          </p:spPr>
          <p:txBody>
            <a:bodyPr wrap="square">
              <a:spAutoFit/>
            </a:bodyPr>
            <a:lstStyle/>
            <a:p>
              <a:pPr algn="ctr">
                <a:spcAft>
                  <a:spcPts val="900"/>
                </a:spcAft>
              </a:pPr>
              <a:r>
                <a:rPr lang="en-US" sz="1200" b="1">
                  <a:solidFill>
                    <a:schemeClr val="bg1"/>
                  </a:solidFill>
                  <a:latin typeface="Montserrat "/>
                </a:rPr>
                <a:t>5. Review &amp; Refine</a:t>
              </a:r>
              <a:endParaRPr lang="en-US" sz="1200">
                <a:solidFill>
                  <a:schemeClr val="bg1"/>
                </a:solidFill>
                <a:latin typeface="Montserrat "/>
              </a:endParaRPr>
            </a:p>
            <a:p>
              <a:pPr marL="144000" lvl="0" indent="-144000">
                <a:buFont typeface="Arial" panose="020B0604020202020204" pitchFamily="34" charset="0"/>
                <a:buChar char="•"/>
              </a:pPr>
              <a:r>
                <a:rPr lang="en-US" sz="900">
                  <a:latin typeface="Montserrat "/>
                </a:rPr>
                <a:t>Gather feedback and refine the solution for scale readiness.</a:t>
              </a:r>
            </a:p>
          </p:txBody>
        </p:sp>
        <p:sp>
          <p:nvSpPr>
            <p:cNvPr id="78" name="TextBox 77">
              <a:extLst>
                <a:ext uri="{FF2B5EF4-FFF2-40B4-BE49-F238E27FC236}">
                  <a16:creationId xmlns:a16="http://schemas.microsoft.com/office/drawing/2014/main" id="{6BE75F58-6672-7896-BFE2-4DBF061FF439}"/>
                </a:ext>
              </a:extLst>
            </p:cNvPr>
            <p:cNvSpPr txBox="1"/>
            <p:nvPr/>
          </p:nvSpPr>
          <p:spPr>
            <a:xfrm>
              <a:off x="9954314" y="2661908"/>
              <a:ext cx="1918660" cy="777136"/>
            </a:xfrm>
            <a:prstGeom prst="rect">
              <a:avLst/>
            </a:prstGeom>
            <a:noFill/>
          </p:spPr>
          <p:txBody>
            <a:bodyPr wrap="square">
              <a:spAutoFit/>
            </a:bodyPr>
            <a:lstStyle/>
            <a:p>
              <a:pPr algn="ctr">
                <a:spcAft>
                  <a:spcPts val="900"/>
                </a:spcAft>
              </a:pPr>
              <a:r>
                <a:rPr lang="en-US" sz="1000" b="1">
                  <a:solidFill>
                    <a:schemeClr val="bg1"/>
                  </a:solidFill>
                  <a:latin typeface="Montserrat "/>
                </a:rPr>
                <a:t>6. Decision &amp; Scale Path</a:t>
              </a:r>
              <a:endParaRPr lang="en-US" sz="1000">
                <a:solidFill>
                  <a:schemeClr val="bg1"/>
                </a:solidFill>
                <a:latin typeface="Montserrat "/>
              </a:endParaRPr>
            </a:p>
            <a:p>
              <a:pPr marL="144000" lvl="0" indent="-144000">
                <a:buFont typeface="Arial" panose="020B0604020202020204" pitchFamily="34" charset="0"/>
                <a:buChar char="•"/>
              </a:pPr>
              <a:r>
                <a:rPr lang="en-US" sz="900">
                  <a:latin typeface="Montserrat "/>
                </a:rPr>
                <a:t>Confirm value and define the roadmap for broader rollout.</a:t>
              </a:r>
            </a:p>
          </p:txBody>
        </p:sp>
      </p:grpSp>
      <p:sp>
        <p:nvSpPr>
          <p:cNvPr id="143" name="Rectangle: Rounded Corners 142">
            <a:extLst>
              <a:ext uri="{FF2B5EF4-FFF2-40B4-BE49-F238E27FC236}">
                <a16:creationId xmlns:a16="http://schemas.microsoft.com/office/drawing/2014/main" id="{463500D8-6555-7E04-F0FE-B710A5E14548}"/>
              </a:ext>
            </a:extLst>
          </p:cNvPr>
          <p:cNvSpPr/>
          <p:nvPr/>
        </p:nvSpPr>
        <p:spPr>
          <a:xfrm>
            <a:off x="2116085" y="6032572"/>
            <a:ext cx="7959830" cy="444428"/>
          </a:xfrm>
          <a:prstGeom prst="roundRect">
            <a:avLst>
              <a:gd name="adj" fmla="val 50000"/>
            </a:avLst>
          </a:prstGeom>
          <a:solidFill>
            <a:schemeClr val="accent6">
              <a:lumMod val="20000"/>
              <a:lumOff val="80000"/>
            </a:schemeClr>
          </a:solidFill>
          <a:ln w="6350">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tx1">
                    <a:lumMod val="95000"/>
                    <a:lumOff val="5000"/>
                  </a:schemeClr>
                </a:solidFill>
                <a:latin typeface="Montserrat "/>
              </a:rPr>
              <a:t>A focused pilot that delivers quick wins, proves value, and sets the foundation for scalable, sustainable success.</a:t>
            </a:r>
            <a:endParaRPr lang="en-US" sz="1000">
              <a:solidFill>
                <a:schemeClr val="tx1">
                  <a:lumMod val="95000"/>
                  <a:lumOff val="5000"/>
                </a:schemeClr>
              </a:solidFill>
              <a:latin typeface="Montserrat "/>
            </a:endParaRPr>
          </a:p>
        </p:txBody>
      </p:sp>
      <p:grpSp>
        <p:nvGrpSpPr>
          <p:cNvPr id="157" name="Group 156">
            <a:extLst>
              <a:ext uri="{FF2B5EF4-FFF2-40B4-BE49-F238E27FC236}">
                <a16:creationId xmlns:a16="http://schemas.microsoft.com/office/drawing/2014/main" id="{0F90A2A0-599B-8727-89EF-544FCFE678B3}"/>
              </a:ext>
            </a:extLst>
          </p:cNvPr>
          <p:cNvGrpSpPr/>
          <p:nvPr/>
        </p:nvGrpSpPr>
        <p:grpSpPr>
          <a:xfrm>
            <a:off x="399352" y="4762500"/>
            <a:ext cx="11393295" cy="1000125"/>
            <a:chOff x="399353" y="5333848"/>
            <a:chExt cx="11393295" cy="1000125"/>
          </a:xfrm>
        </p:grpSpPr>
        <p:sp>
          <p:nvSpPr>
            <p:cNvPr id="145" name="Rectangle: Rounded Corners 144">
              <a:extLst>
                <a:ext uri="{FF2B5EF4-FFF2-40B4-BE49-F238E27FC236}">
                  <a16:creationId xmlns:a16="http://schemas.microsoft.com/office/drawing/2014/main" id="{4105F26B-B2A0-0FB7-E38C-D63314AD76E4}"/>
                </a:ext>
              </a:extLst>
            </p:cNvPr>
            <p:cNvSpPr/>
            <p:nvPr/>
          </p:nvSpPr>
          <p:spPr>
            <a:xfrm>
              <a:off x="399353" y="5476723"/>
              <a:ext cx="11393295" cy="857250"/>
            </a:xfrm>
            <a:prstGeom prst="roundRect">
              <a:avLst>
                <a:gd name="adj" fmla="val 18367"/>
              </a:avLst>
            </a:prstGeom>
            <a:solidFill>
              <a:schemeClr val="bg1"/>
            </a:solidFill>
            <a:ln w="63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7" name="TextBox 146">
              <a:extLst>
                <a:ext uri="{FF2B5EF4-FFF2-40B4-BE49-F238E27FC236}">
                  <a16:creationId xmlns:a16="http://schemas.microsoft.com/office/drawing/2014/main" id="{7FBC8E6E-B949-1412-1B18-EC4545106C23}"/>
                </a:ext>
              </a:extLst>
            </p:cNvPr>
            <p:cNvSpPr txBox="1"/>
            <p:nvPr/>
          </p:nvSpPr>
          <p:spPr>
            <a:xfrm>
              <a:off x="522316" y="5761813"/>
              <a:ext cx="1584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Executive Sponsorship </a:t>
              </a:r>
            </a:p>
          </p:txBody>
        </p:sp>
        <p:sp>
          <p:nvSpPr>
            <p:cNvPr id="150" name="Rectangle: Rounded Corners 149">
              <a:extLst>
                <a:ext uri="{FF2B5EF4-FFF2-40B4-BE49-F238E27FC236}">
                  <a16:creationId xmlns:a16="http://schemas.microsoft.com/office/drawing/2014/main" id="{34C8E56E-587B-78AC-37FD-13767680B5C4}"/>
                </a:ext>
              </a:extLst>
            </p:cNvPr>
            <p:cNvSpPr/>
            <p:nvPr/>
          </p:nvSpPr>
          <p:spPr>
            <a:xfrm>
              <a:off x="5005389" y="5333848"/>
              <a:ext cx="2181224" cy="285620"/>
            </a:xfrm>
            <a:prstGeom prst="roundRect">
              <a:avLst>
                <a:gd name="adj" fmla="val 50000"/>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
                </a:rPr>
                <a:t>Governance &amp; Enablers</a:t>
              </a:r>
            </a:p>
          </p:txBody>
        </p:sp>
        <p:sp>
          <p:nvSpPr>
            <p:cNvPr id="152" name="TextBox 151">
              <a:extLst>
                <a:ext uri="{FF2B5EF4-FFF2-40B4-BE49-F238E27FC236}">
                  <a16:creationId xmlns:a16="http://schemas.microsoft.com/office/drawing/2014/main" id="{C008524F-1BC7-2A20-E2B5-C88144D1CB5D}"/>
                </a:ext>
              </a:extLst>
            </p:cNvPr>
            <p:cNvSpPr txBox="1"/>
            <p:nvPr/>
          </p:nvSpPr>
          <p:spPr>
            <a:xfrm>
              <a:off x="3813104" y="5761813"/>
              <a:ext cx="1656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Cross-Functional Team </a:t>
              </a:r>
            </a:p>
          </p:txBody>
        </p:sp>
        <p:sp>
          <p:nvSpPr>
            <p:cNvPr id="153" name="TextBox 152">
              <a:extLst>
                <a:ext uri="{FF2B5EF4-FFF2-40B4-BE49-F238E27FC236}">
                  <a16:creationId xmlns:a16="http://schemas.microsoft.com/office/drawing/2014/main" id="{9945BC84-6CD0-4475-F098-944B897703AC}"/>
                </a:ext>
              </a:extLst>
            </p:cNvPr>
            <p:cNvSpPr txBox="1"/>
            <p:nvPr/>
          </p:nvSpPr>
          <p:spPr>
            <a:xfrm>
              <a:off x="5674498" y="5761813"/>
              <a:ext cx="1944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Data Security &amp; Compliance </a:t>
              </a:r>
            </a:p>
          </p:txBody>
        </p:sp>
        <p:sp>
          <p:nvSpPr>
            <p:cNvPr id="154" name="TextBox 153">
              <a:extLst>
                <a:ext uri="{FF2B5EF4-FFF2-40B4-BE49-F238E27FC236}">
                  <a16:creationId xmlns:a16="http://schemas.microsoft.com/office/drawing/2014/main" id="{8DD7A26B-D3DC-27F4-9285-D4C758E0DEBF}"/>
                </a:ext>
              </a:extLst>
            </p:cNvPr>
            <p:cNvSpPr txBox="1"/>
            <p:nvPr/>
          </p:nvSpPr>
          <p:spPr>
            <a:xfrm>
              <a:off x="2311710" y="5761813"/>
              <a:ext cx="1296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Clear Governance </a:t>
              </a:r>
            </a:p>
          </p:txBody>
        </p:sp>
        <p:sp>
          <p:nvSpPr>
            <p:cNvPr id="155" name="TextBox 154">
              <a:extLst>
                <a:ext uri="{FF2B5EF4-FFF2-40B4-BE49-F238E27FC236}">
                  <a16:creationId xmlns:a16="http://schemas.microsoft.com/office/drawing/2014/main" id="{F7986E84-FA5A-8FFB-C1C9-4CCF4ACB779D}"/>
                </a:ext>
              </a:extLst>
            </p:cNvPr>
            <p:cNvSpPr txBox="1"/>
            <p:nvPr/>
          </p:nvSpPr>
          <p:spPr>
            <a:xfrm>
              <a:off x="7823892" y="5761813"/>
              <a:ext cx="1584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Change Management </a:t>
              </a:r>
            </a:p>
          </p:txBody>
        </p:sp>
        <p:sp>
          <p:nvSpPr>
            <p:cNvPr id="156" name="TextBox 155">
              <a:extLst>
                <a:ext uri="{FF2B5EF4-FFF2-40B4-BE49-F238E27FC236}">
                  <a16:creationId xmlns:a16="http://schemas.microsoft.com/office/drawing/2014/main" id="{B83F724B-9E53-E978-9131-24E820D2C200}"/>
                </a:ext>
              </a:extLst>
            </p:cNvPr>
            <p:cNvSpPr txBox="1"/>
            <p:nvPr/>
          </p:nvSpPr>
          <p:spPr>
            <a:xfrm>
              <a:off x="9613288" y="5761813"/>
              <a:ext cx="2016000" cy="442674"/>
            </a:xfrm>
            <a:prstGeom prst="roundRect">
              <a:avLst/>
            </a:prstGeom>
            <a:solidFill>
              <a:schemeClr val="accent5">
                <a:lumMod val="20000"/>
                <a:lumOff val="80000"/>
              </a:schemeClr>
            </a:solidFill>
          </p:spPr>
          <p:txBody>
            <a:bodyPr wrap="square" anchor="ctr">
              <a:spAutoFit/>
            </a:bodyPr>
            <a:lstStyle/>
            <a:p>
              <a:pPr lvl="0" algn="ctr"/>
              <a:r>
                <a:rPr lang="en-US" sz="1000">
                  <a:latin typeface="Montserrat "/>
                </a:rPr>
                <a:t>Continuous Communication </a:t>
              </a:r>
            </a:p>
          </p:txBody>
        </p:sp>
      </p:grpSp>
      <p:sp>
        <p:nvSpPr>
          <p:cNvPr id="3" name="Rectangle: Rounded Corners 2">
            <a:extLst>
              <a:ext uri="{FF2B5EF4-FFF2-40B4-BE49-F238E27FC236}">
                <a16:creationId xmlns:a16="http://schemas.microsoft.com/office/drawing/2014/main" id="{A26FCA1A-1CD0-52A9-4D16-74424A7D2B0C}"/>
              </a:ext>
            </a:extLst>
          </p:cNvPr>
          <p:cNvSpPr/>
          <p:nvPr/>
        </p:nvSpPr>
        <p:spPr>
          <a:xfrm>
            <a:off x="1647161" y="707342"/>
            <a:ext cx="8897679" cy="466169"/>
          </a:xfrm>
          <a:prstGeom prst="roundRect">
            <a:avLst>
              <a:gd name="adj" fmla="val 17756"/>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
              </a:rPr>
              <a:t>A focused, time-boxed pilot to validate value, refine capabilities, and establish a repeatable path to scaling.</a:t>
            </a:r>
            <a:endParaRPr lang="en-US" sz="1200">
              <a:solidFill>
                <a:schemeClr val="bg1"/>
              </a:solidFill>
              <a:latin typeface="Montserrat "/>
            </a:endParaRPr>
          </a:p>
        </p:txBody>
      </p:sp>
    </p:spTree>
    <p:extLst>
      <p:ext uri="{BB962C8B-B14F-4D97-AF65-F5344CB8AC3E}">
        <p14:creationId xmlns:p14="http://schemas.microsoft.com/office/powerpoint/2010/main" val="378159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05170-9EF8-505B-FDF4-D3C144F00067}"/>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9F86D403-8DB1-3F83-10C6-AF3093976717}"/>
              </a:ext>
            </a:extLst>
          </p:cNvPr>
          <p:cNvSpPr/>
          <p:nvPr/>
        </p:nvSpPr>
        <p:spPr>
          <a:xfrm>
            <a:off x="9150969" y="1455963"/>
            <a:ext cx="2038399" cy="684000"/>
          </a:xfrm>
          <a:prstGeom prst="roundRect">
            <a:avLst>
              <a:gd name="adj" fmla="val 13908"/>
            </a:avLst>
          </a:prstGeom>
          <a:solidFill>
            <a:srgbClr val="DDF0FF"/>
          </a:solidFill>
          <a:ln w="6350">
            <a:solidFill>
              <a:srgbClr val="00206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b="1">
                <a:solidFill>
                  <a:schemeClr val="tx1"/>
                </a:solidFill>
                <a:latin typeface="Montserrat" panose="00000500000000000000" pitchFamily="2" charset="0"/>
              </a:rPr>
              <a:t>Our Philosophy</a:t>
            </a:r>
          </a:p>
          <a:p>
            <a:r>
              <a:rPr lang="en-US" sz="1000">
                <a:solidFill>
                  <a:schemeClr val="tx1"/>
                </a:solidFill>
                <a:latin typeface="Montserrat" panose="00000500000000000000" pitchFamily="2" charset="0"/>
              </a:rPr>
              <a:t>Reuse what works. </a:t>
            </a:r>
          </a:p>
          <a:p>
            <a:r>
              <a:rPr lang="en-US" sz="1000">
                <a:solidFill>
                  <a:schemeClr val="tx1"/>
                </a:solidFill>
                <a:latin typeface="Montserrat" panose="00000500000000000000" pitchFamily="2" charset="0"/>
              </a:rPr>
              <a:t>Build what differentiates.</a:t>
            </a:r>
          </a:p>
        </p:txBody>
      </p:sp>
      <p:sp>
        <p:nvSpPr>
          <p:cNvPr id="36" name="Rectangle: Rounded Corners 35">
            <a:extLst>
              <a:ext uri="{FF2B5EF4-FFF2-40B4-BE49-F238E27FC236}">
                <a16:creationId xmlns:a16="http://schemas.microsoft.com/office/drawing/2014/main" id="{33AFBBF3-A8AE-7FC2-35F4-75AEEE0990CE}"/>
              </a:ext>
            </a:extLst>
          </p:cNvPr>
          <p:cNvSpPr/>
          <p:nvPr/>
        </p:nvSpPr>
        <p:spPr>
          <a:xfrm>
            <a:off x="2853207" y="1455963"/>
            <a:ext cx="2016000" cy="684000"/>
          </a:xfrm>
          <a:prstGeom prst="roundRect">
            <a:avLst>
              <a:gd name="adj" fmla="val 10566"/>
            </a:avLst>
          </a:prstGeom>
          <a:solidFill>
            <a:schemeClr val="bg1"/>
          </a:solidFill>
          <a:ln w="6350">
            <a:solidFill>
              <a:srgbClr val="00206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b="1">
                <a:solidFill>
                  <a:schemeClr val="tx1"/>
                </a:solidFill>
                <a:latin typeface="Montserrat" panose="00000500000000000000" pitchFamily="2" charset="0"/>
              </a:rPr>
              <a:t>Faster Time To Value</a:t>
            </a:r>
          </a:p>
          <a:p>
            <a:r>
              <a:rPr lang="en-US" sz="1000">
                <a:solidFill>
                  <a:schemeClr val="tx1"/>
                </a:solidFill>
                <a:latin typeface="Montserrat" panose="00000500000000000000" pitchFamily="2" charset="0"/>
              </a:rPr>
              <a:t>Reduce effort and speed delivery</a:t>
            </a:r>
          </a:p>
        </p:txBody>
      </p:sp>
      <p:sp>
        <p:nvSpPr>
          <p:cNvPr id="63" name="Rectangle: Rounded Corners 62">
            <a:extLst>
              <a:ext uri="{FF2B5EF4-FFF2-40B4-BE49-F238E27FC236}">
                <a16:creationId xmlns:a16="http://schemas.microsoft.com/office/drawing/2014/main" id="{FE904C6A-C2AD-6803-E7E7-DEA586E3AB27}"/>
              </a:ext>
            </a:extLst>
          </p:cNvPr>
          <p:cNvSpPr/>
          <p:nvPr/>
        </p:nvSpPr>
        <p:spPr>
          <a:xfrm>
            <a:off x="1233155" y="5879526"/>
            <a:ext cx="9760194" cy="432000"/>
          </a:xfrm>
          <a:prstGeom prst="roundRect">
            <a:avLst>
              <a:gd name="adj" fmla="val 50000"/>
            </a:avLst>
          </a:prstGeom>
          <a:solidFill>
            <a:schemeClr val="accent1">
              <a:lumMod val="20000"/>
              <a:lumOff val="80000"/>
            </a:schemeClr>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a:solidFill>
                  <a:schemeClr val="tx1"/>
                </a:solidFill>
                <a:latin typeface="Montserrat "/>
              </a:rPr>
              <a:t>By leveraging our accelerators for the functionality, we maximize reuse, reduce risk and cost, and focus investment on building high-value, differentiated capabilities.</a:t>
            </a:r>
            <a:endParaRPr lang="en-US" sz="1000">
              <a:solidFill>
                <a:schemeClr val="tx1"/>
              </a:solidFill>
              <a:latin typeface="Montserrat "/>
            </a:endParaRPr>
          </a:p>
        </p:txBody>
      </p:sp>
      <p:sp>
        <p:nvSpPr>
          <p:cNvPr id="67" name="Rectangle: Rounded Corners 66">
            <a:extLst>
              <a:ext uri="{FF2B5EF4-FFF2-40B4-BE49-F238E27FC236}">
                <a16:creationId xmlns:a16="http://schemas.microsoft.com/office/drawing/2014/main" id="{69317555-4BBC-5425-0EA9-3491ED972D16}"/>
              </a:ext>
            </a:extLst>
          </p:cNvPr>
          <p:cNvSpPr/>
          <p:nvPr/>
        </p:nvSpPr>
        <p:spPr>
          <a:xfrm>
            <a:off x="1233154" y="5113474"/>
            <a:ext cx="2182952" cy="619506"/>
          </a:xfrm>
          <a:prstGeom prst="roundRect">
            <a:avLst>
              <a:gd name="adj" fmla="val 12250"/>
            </a:avLst>
          </a:prstGeom>
          <a:solidFill>
            <a:schemeClr val="bg1"/>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lIns="548640" rtlCol="0" anchor="ctr"/>
          <a:lstStyle/>
          <a:p>
            <a:r>
              <a:rPr lang="en-US" sz="1200">
                <a:solidFill>
                  <a:schemeClr val="tx1"/>
                </a:solidFill>
                <a:latin typeface="Montserrat" panose="00000500000000000000" pitchFamily="2" charset="0"/>
              </a:rPr>
              <a:t>Faster Time to Value</a:t>
            </a:r>
            <a:endParaRPr lang="en-US" sz="1200">
              <a:solidFill>
                <a:schemeClr val="tx1"/>
              </a:solidFill>
            </a:endParaRPr>
          </a:p>
        </p:txBody>
      </p:sp>
      <p:sp>
        <p:nvSpPr>
          <p:cNvPr id="5" name="TextBox 4">
            <a:extLst>
              <a:ext uri="{FF2B5EF4-FFF2-40B4-BE49-F238E27FC236}">
                <a16:creationId xmlns:a16="http://schemas.microsoft.com/office/drawing/2014/main" id="{FE0351AD-9414-981E-6009-A107D425111F}"/>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Solution Approach</a:t>
            </a:r>
          </a:p>
        </p:txBody>
      </p:sp>
      <p:sp>
        <p:nvSpPr>
          <p:cNvPr id="86" name="Rectangle: Rounded Corners 85">
            <a:extLst>
              <a:ext uri="{FF2B5EF4-FFF2-40B4-BE49-F238E27FC236}">
                <a16:creationId xmlns:a16="http://schemas.microsoft.com/office/drawing/2014/main" id="{BBD46F35-113D-0D5F-15D0-0D1360F9DBC0}"/>
              </a:ext>
            </a:extLst>
          </p:cNvPr>
          <p:cNvSpPr/>
          <p:nvPr/>
        </p:nvSpPr>
        <p:spPr>
          <a:xfrm>
            <a:off x="4936393" y="1455963"/>
            <a:ext cx="2016000" cy="684000"/>
          </a:xfrm>
          <a:prstGeom prst="roundRect">
            <a:avLst>
              <a:gd name="adj" fmla="val 10566"/>
            </a:avLst>
          </a:prstGeom>
          <a:solidFill>
            <a:schemeClr val="bg1"/>
          </a:solidFill>
          <a:ln w="6350">
            <a:solidFill>
              <a:srgbClr val="00206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b="1">
                <a:solidFill>
                  <a:schemeClr val="tx1"/>
                </a:solidFill>
                <a:latin typeface="Montserrat" panose="00000500000000000000" pitchFamily="2" charset="0"/>
              </a:rPr>
              <a:t>Built-in Best Practices</a:t>
            </a:r>
          </a:p>
          <a:p>
            <a:r>
              <a:rPr lang="en-US" sz="1000">
                <a:solidFill>
                  <a:schemeClr val="tx1"/>
                </a:solidFill>
                <a:latin typeface="Montserrat" panose="00000500000000000000" pitchFamily="2" charset="0"/>
              </a:rPr>
              <a:t>Standards-aligned and governed</a:t>
            </a:r>
          </a:p>
        </p:txBody>
      </p:sp>
      <p:sp>
        <p:nvSpPr>
          <p:cNvPr id="88" name="Rectangle: Rounded Corners 87">
            <a:extLst>
              <a:ext uri="{FF2B5EF4-FFF2-40B4-BE49-F238E27FC236}">
                <a16:creationId xmlns:a16="http://schemas.microsoft.com/office/drawing/2014/main" id="{67C40901-77AB-FE5C-56E6-9D354E2218CA}"/>
              </a:ext>
            </a:extLst>
          </p:cNvPr>
          <p:cNvSpPr/>
          <p:nvPr/>
        </p:nvSpPr>
        <p:spPr>
          <a:xfrm>
            <a:off x="7019579" y="1455963"/>
            <a:ext cx="2064205" cy="684000"/>
          </a:xfrm>
          <a:prstGeom prst="roundRect">
            <a:avLst>
              <a:gd name="adj" fmla="val 10566"/>
            </a:avLst>
          </a:prstGeom>
          <a:solidFill>
            <a:schemeClr val="bg1"/>
          </a:solidFill>
          <a:ln w="6350">
            <a:solidFill>
              <a:srgbClr val="00206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tIns="0" rIns="0" bIns="0" rtlCol="0" anchor="ctr"/>
          <a:lstStyle/>
          <a:p>
            <a:r>
              <a:rPr lang="en-US" sz="1000" b="1">
                <a:solidFill>
                  <a:schemeClr val="tx1"/>
                </a:solidFill>
                <a:latin typeface="Montserrat" panose="00000500000000000000" pitchFamily="2" charset="0"/>
              </a:rPr>
              <a:t>Configurable &amp; Extensible</a:t>
            </a:r>
          </a:p>
          <a:p>
            <a:r>
              <a:rPr lang="en-US" sz="1000">
                <a:solidFill>
                  <a:schemeClr val="tx1"/>
                </a:solidFill>
                <a:latin typeface="Montserrat" panose="00000500000000000000" pitchFamily="2" charset="0"/>
              </a:rPr>
              <a:t>Adaptable to unique needs</a:t>
            </a:r>
          </a:p>
        </p:txBody>
      </p:sp>
      <p:sp>
        <p:nvSpPr>
          <p:cNvPr id="92" name="Rectangle: Rounded Corners 91">
            <a:extLst>
              <a:ext uri="{FF2B5EF4-FFF2-40B4-BE49-F238E27FC236}">
                <a16:creationId xmlns:a16="http://schemas.microsoft.com/office/drawing/2014/main" id="{80AF6253-8DEE-8BE8-D016-60A0F77A7B0D}"/>
              </a:ext>
            </a:extLst>
          </p:cNvPr>
          <p:cNvSpPr/>
          <p:nvPr/>
        </p:nvSpPr>
        <p:spPr>
          <a:xfrm>
            <a:off x="770021" y="1455963"/>
            <a:ext cx="2016000" cy="684000"/>
          </a:xfrm>
          <a:prstGeom prst="roundRect">
            <a:avLst>
              <a:gd name="adj" fmla="val 10566"/>
            </a:avLst>
          </a:prstGeom>
          <a:solidFill>
            <a:schemeClr val="bg1"/>
          </a:solidFill>
          <a:ln w="6350">
            <a:solidFill>
              <a:srgbClr val="002060"/>
            </a:solidFill>
          </a:ln>
          <a:effectLst>
            <a:outerShdw blurRad="50800" dist="38100" dir="2700000" algn="tl" rotWithShape="0">
              <a:prstClr val="black">
                <a:alpha val="2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r>
              <a:rPr lang="en-US" sz="1000" b="1">
                <a:solidFill>
                  <a:schemeClr val="tx1"/>
                </a:solidFill>
                <a:latin typeface="Montserrat" panose="00000500000000000000" pitchFamily="2" charset="0"/>
              </a:rPr>
              <a:t>Proven Accelerators</a:t>
            </a:r>
          </a:p>
          <a:p>
            <a:r>
              <a:rPr lang="en-US" sz="1000">
                <a:solidFill>
                  <a:schemeClr val="tx1"/>
                </a:solidFill>
                <a:latin typeface="Montserrat" panose="00000500000000000000" pitchFamily="2" charset="0"/>
              </a:rPr>
              <a:t>Reusable building blocks</a:t>
            </a:r>
          </a:p>
        </p:txBody>
      </p:sp>
      <p:grpSp>
        <p:nvGrpSpPr>
          <p:cNvPr id="117" name="Group 116">
            <a:extLst>
              <a:ext uri="{FF2B5EF4-FFF2-40B4-BE49-F238E27FC236}">
                <a16:creationId xmlns:a16="http://schemas.microsoft.com/office/drawing/2014/main" id="{8843E933-90E2-B0D1-39E1-5ED14A3B13F6}"/>
              </a:ext>
            </a:extLst>
          </p:cNvPr>
          <p:cNvGrpSpPr/>
          <p:nvPr/>
        </p:nvGrpSpPr>
        <p:grpSpPr>
          <a:xfrm>
            <a:off x="1212742" y="2313704"/>
            <a:ext cx="9766517" cy="2668198"/>
            <a:chOff x="849743" y="2313704"/>
            <a:chExt cx="9766517" cy="2668198"/>
          </a:xfrm>
        </p:grpSpPr>
        <p:sp>
          <p:nvSpPr>
            <p:cNvPr id="89" name="Rectangle: Rounded Corners 88">
              <a:extLst>
                <a:ext uri="{FF2B5EF4-FFF2-40B4-BE49-F238E27FC236}">
                  <a16:creationId xmlns:a16="http://schemas.microsoft.com/office/drawing/2014/main" id="{37AA1B0A-D166-F4C2-B26F-617CA69735DD}"/>
                </a:ext>
              </a:extLst>
            </p:cNvPr>
            <p:cNvSpPr/>
            <p:nvPr/>
          </p:nvSpPr>
          <p:spPr>
            <a:xfrm>
              <a:off x="853128" y="2314630"/>
              <a:ext cx="3641754" cy="2647539"/>
            </a:xfrm>
            <a:prstGeom prst="roundRect">
              <a:avLst>
                <a:gd name="adj" fmla="val 5415"/>
              </a:avLst>
            </a:prstGeom>
            <a:solidFill>
              <a:schemeClr val="bg1"/>
            </a:solidFill>
            <a:ln w="635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Top Corners Rounded 10">
              <a:extLst>
                <a:ext uri="{FF2B5EF4-FFF2-40B4-BE49-F238E27FC236}">
                  <a16:creationId xmlns:a16="http://schemas.microsoft.com/office/drawing/2014/main" id="{8AA3380E-F3E5-E39A-EF8E-DE1340D10D88}"/>
                </a:ext>
              </a:extLst>
            </p:cNvPr>
            <p:cNvSpPr/>
            <p:nvPr/>
          </p:nvSpPr>
          <p:spPr>
            <a:xfrm>
              <a:off x="849743" y="2313705"/>
              <a:ext cx="3645445" cy="277885"/>
            </a:xfrm>
            <a:prstGeom prst="round2SameRect">
              <a:avLst>
                <a:gd name="adj1" fmla="val 50000"/>
                <a:gd name="adj2"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Montserrat "/>
                </a:rPr>
                <a:t>Solution Approach (Phased)</a:t>
              </a:r>
              <a:endParaRPr lang="en-US" sz="1200">
                <a:solidFill>
                  <a:schemeClr val="bg1"/>
                </a:solidFill>
                <a:latin typeface="Montserrat "/>
              </a:endParaRPr>
            </a:p>
          </p:txBody>
        </p:sp>
        <p:sp>
          <p:nvSpPr>
            <p:cNvPr id="15" name="TextBox 14">
              <a:extLst>
                <a:ext uri="{FF2B5EF4-FFF2-40B4-BE49-F238E27FC236}">
                  <a16:creationId xmlns:a16="http://schemas.microsoft.com/office/drawing/2014/main" id="{35D2B858-DAE1-83E2-E783-21FF2A93287B}"/>
                </a:ext>
              </a:extLst>
            </p:cNvPr>
            <p:cNvSpPr txBox="1"/>
            <p:nvPr/>
          </p:nvSpPr>
          <p:spPr>
            <a:xfrm>
              <a:off x="1116147" y="2647117"/>
              <a:ext cx="3312603" cy="2259593"/>
            </a:xfrm>
            <a:prstGeom prst="rect">
              <a:avLst/>
            </a:prstGeom>
            <a:noFill/>
          </p:spPr>
          <p:txBody>
            <a:bodyPr wrap="square">
              <a:spAutoFit/>
            </a:bodyPr>
            <a:lstStyle/>
            <a:p>
              <a:pPr>
                <a:spcAft>
                  <a:spcPts val="500"/>
                </a:spcAft>
              </a:pPr>
              <a:r>
                <a:rPr lang="en-US" sz="1000" b="1">
                  <a:latin typeface="Montserrat" panose="00000500000000000000" pitchFamily="2" charset="0"/>
                </a:rPr>
                <a:t>Discover &amp; Assess</a:t>
              </a:r>
              <a:br>
                <a:rPr lang="en-US" sz="1000">
                  <a:latin typeface="Montserrat" panose="00000500000000000000" pitchFamily="2" charset="0"/>
                </a:rPr>
              </a:br>
              <a:r>
                <a:rPr lang="en-US" sz="1000">
                  <a:latin typeface="Montserrat" panose="00000500000000000000" pitchFamily="2" charset="0"/>
                </a:rPr>
                <a:t>Understand current state, and goals,</a:t>
              </a:r>
            </a:p>
            <a:p>
              <a:pPr>
                <a:spcAft>
                  <a:spcPts val="500"/>
                </a:spcAft>
              </a:pPr>
              <a:r>
                <a:rPr lang="en-US" sz="1000" b="1">
                  <a:latin typeface="Montserrat" panose="00000500000000000000" pitchFamily="2" charset="0"/>
                </a:rPr>
                <a:t>Design &amp; Plan</a:t>
              </a:r>
              <a:br>
                <a:rPr lang="en-US" sz="1000">
                  <a:latin typeface="Montserrat" panose="00000500000000000000" pitchFamily="2" charset="0"/>
                </a:rPr>
              </a:br>
              <a:r>
                <a:rPr lang="en-US" sz="1000">
                  <a:latin typeface="Montserrat" panose="00000500000000000000" pitchFamily="2" charset="0"/>
                </a:rPr>
                <a:t>Define future state and roadmap</a:t>
              </a:r>
            </a:p>
            <a:p>
              <a:pPr>
                <a:spcAft>
                  <a:spcPts val="500"/>
                </a:spcAft>
              </a:pPr>
              <a:r>
                <a:rPr lang="en-US" sz="1000" b="1">
                  <a:latin typeface="Montserrat" panose="00000500000000000000" pitchFamily="2" charset="0"/>
                </a:rPr>
                <a:t>Build &amp; Configure</a:t>
              </a:r>
              <a:br>
                <a:rPr lang="en-US" sz="1000">
                  <a:latin typeface="Montserrat" panose="00000500000000000000" pitchFamily="2" charset="0"/>
                </a:rPr>
              </a:br>
              <a:r>
                <a:rPr lang="en-US" sz="1000" err="1">
                  <a:latin typeface="Montserrat" panose="00000500000000000000" pitchFamily="2" charset="0"/>
                </a:rPr>
                <a:t>Configure</a:t>
              </a:r>
              <a:r>
                <a:rPr lang="en-US" sz="1000">
                  <a:latin typeface="Montserrat" panose="00000500000000000000" pitchFamily="2" charset="0"/>
                </a:rPr>
                <a:t>  accelerators and extend as needed</a:t>
              </a:r>
            </a:p>
            <a:p>
              <a:pPr>
                <a:spcAft>
                  <a:spcPts val="500"/>
                </a:spcAft>
              </a:pPr>
              <a:r>
                <a:rPr lang="en-US" sz="1000" b="1">
                  <a:latin typeface="Montserrat" panose="00000500000000000000" pitchFamily="2" charset="0"/>
                </a:rPr>
                <a:t>Test &amp; Validate</a:t>
              </a:r>
              <a:br>
                <a:rPr lang="en-US" sz="1000">
                  <a:latin typeface="Montserrat" panose="00000500000000000000" pitchFamily="2" charset="0"/>
                </a:rPr>
              </a:br>
              <a:r>
                <a:rPr lang="en-US" sz="1000" err="1">
                  <a:latin typeface="Montserrat" panose="00000500000000000000" pitchFamily="2" charset="0"/>
                </a:rPr>
                <a:t>Validate</a:t>
              </a:r>
              <a:r>
                <a:rPr lang="en-US" sz="1000">
                  <a:latin typeface="Montserrat" panose="00000500000000000000" pitchFamily="2" charset="0"/>
                </a:rPr>
                <a:t> function, integration, and performance</a:t>
              </a:r>
            </a:p>
            <a:p>
              <a:pPr>
                <a:spcAft>
                  <a:spcPts val="500"/>
                </a:spcAft>
              </a:pPr>
              <a:r>
                <a:rPr lang="en-US" sz="1000" b="1">
                  <a:latin typeface="Montserrat" panose="00000500000000000000" pitchFamily="2" charset="0"/>
                </a:rPr>
                <a:t>Deploy &amp; Transition</a:t>
              </a:r>
              <a:br>
                <a:rPr lang="en-US" sz="1000">
                  <a:latin typeface="Montserrat" panose="00000500000000000000" pitchFamily="2" charset="0"/>
                </a:rPr>
              </a:br>
              <a:r>
                <a:rPr lang="en-US" sz="1000">
                  <a:latin typeface="Montserrat" panose="00000500000000000000" pitchFamily="2" charset="0"/>
                </a:rPr>
                <a:t>Roll out with training and support</a:t>
              </a:r>
            </a:p>
            <a:p>
              <a:pPr>
                <a:spcAft>
                  <a:spcPts val="500"/>
                </a:spcAft>
              </a:pPr>
              <a:r>
                <a:rPr lang="en-US" sz="1000" b="1">
                  <a:latin typeface="Montserrat" panose="00000500000000000000" pitchFamily="2" charset="0"/>
                </a:rPr>
                <a:t>Operate &amp; Improve</a:t>
              </a:r>
              <a:br>
                <a:rPr lang="en-US" sz="1000">
                  <a:latin typeface="Montserrat" panose="00000500000000000000" pitchFamily="2" charset="0"/>
                </a:rPr>
              </a:br>
              <a:r>
                <a:rPr lang="en-US" sz="1000">
                  <a:latin typeface="Montserrat" panose="00000500000000000000" pitchFamily="2" charset="0"/>
                </a:rPr>
                <a:t>Monitor outcomes and optimize continuously</a:t>
              </a:r>
            </a:p>
          </p:txBody>
        </p:sp>
        <p:sp>
          <p:nvSpPr>
            <p:cNvPr id="90" name="Rectangle: Rounded Corners 89">
              <a:extLst>
                <a:ext uri="{FF2B5EF4-FFF2-40B4-BE49-F238E27FC236}">
                  <a16:creationId xmlns:a16="http://schemas.microsoft.com/office/drawing/2014/main" id="{4A4D76C4-9973-FA80-1249-A6219C9DA706}"/>
                </a:ext>
              </a:extLst>
            </p:cNvPr>
            <p:cNvSpPr/>
            <p:nvPr/>
          </p:nvSpPr>
          <p:spPr>
            <a:xfrm>
              <a:off x="4836286" y="2313704"/>
              <a:ext cx="2736000" cy="2647539"/>
            </a:xfrm>
            <a:prstGeom prst="roundRect">
              <a:avLst>
                <a:gd name="adj" fmla="val 5415"/>
              </a:avLst>
            </a:prstGeom>
            <a:solidFill>
              <a:schemeClr val="bg1"/>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ctangle: Top Corners Rounded 29">
              <a:extLst>
                <a:ext uri="{FF2B5EF4-FFF2-40B4-BE49-F238E27FC236}">
                  <a16:creationId xmlns:a16="http://schemas.microsoft.com/office/drawing/2014/main" id="{D38C0673-0F7C-1673-7E58-2DA4622B2E4D}"/>
                </a:ext>
              </a:extLst>
            </p:cNvPr>
            <p:cNvSpPr/>
            <p:nvPr/>
          </p:nvSpPr>
          <p:spPr>
            <a:xfrm>
              <a:off x="4836286" y="2313705"/>
              <a:ext cx="2736000" cy="280248"/>
            </a:xfrm>
            <a:prstGeom prst="round2SameRect">
              <a:avLst>
                <a:gd name="adj1" fmla="val 50000"/>
                <a:gd name="adj2" fmla="val 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Montserrat "/>
                </a:rPr>
                <a:t>Solution (What We Deliver)</a:t>
              </a:r>
            </a:p>
          </p:txBody>
        </p:sp>
        <p:sp>
          <p:nvSpPr>
            <p:cNvPr id="32" name="TextBox 31">
              <a:extLst>
                <a:ext uri="{FF2B5EF4-FFF2-40B4-BE49-F238E27FC236}">
                  <a16:creationId xmlns:a16="http://schemas.microsoft.com/office/drawing/2014/main" id="{AE1555D1-3CBF-C3AB-BB20-F28D988A97C6}"/>
                </a:ext>
              </a:extLst>
            </p:cNvPr>
            <p:cNvSpPr txBox="1"/>
            <p:nvPr/>
          </p:nvSpPr>
          <p:spPr>
            <a:xfrm>
              <a:off x="4932303" y="2716215"/>
              <a:ext cx="2494690" cy="1785104"/>
            </a:xfrm>
            <a:prstGeom prst="rect">
              <a:avLst/>
            </a:prstGeom>
            <a:noFill/>
          </p:spPr>
          <p:txBody>
            <a:bodyPr wrap="square">
              <a:spAutoFit/>
            </a:bodyPr>
            <a:lstStyle/>
            <a:p>
              <a:pPr marL="171450" lvl="0" indent="-171450">
                <a:buFont typeface="Arial" panose="020B0604020202020204" pitchFamily="34" charset="0"/>
                <a:buChar char="•"/>
              </a:pPr>
              <a:r>
                <a:rPr lang="en-US" sz="1000">
                  <a:latin typeface="Montserrat" panose="00000500000000000000" pitchFamily="2" charset="0"/>
                </a:rPr>
                <a:t>Unified curriculum platform for content, standards, workflow, and analytics </a:t>
              </a:r>
            </a:p>
            <a:p>
              <a:pPr marL="171450" lvl="0" indent="-171450">
                <a:buFont typeface="Arial" panose="020B0604020202020204" pitchFamily="34" charset="0"/>
                <a:buChar char="•"/>
              </a:pPr>
              <a:r>
                <a:rPr lang="en-US" sz="1000">
                  <a:latin typeface="Montserrat" panose="00000500000000000000" pitchFamily="2" charset="0"/>
                </a:rPr>
                <a:t>Standardized processes and automation </a:t>
              </a:r>
            </a:p>
            <a:p>
              <a:pPr marL="171450" lvl="0" indent="-171450">
                <a:buFont typeface="Arial" panose="020B0604020202020204" pitchFamily="34" charset="0"/>
                <a:buChar char="•"/>
              </a:pPr>
              <a:r>
                <a:rPr lang="en-US" sz="1000">
                  <a:latin typeface="Montserrat" panose="00000500000000000000" pitchFamily="2" charset="0"/>
                </a:rPr>
                <a:t>Data-driven insights and reporting </a:t>
              </a:r>
            </a:p>
            <a:p>
              <a:pPr marL="171450" lvl="0" indent="-171450">
                <a:buFont typeface="Arial" panose="020B0604020202020204" pitchFamily="34" charset="0"/>
                <a:buChar char="•"/>
              </a:pPr>
              <a:r>
                <a:rPr lang="en-US" sz="1000">
                  <a:latin typeface="Montserrat" panose="00000500000000000000" pitchFamily="2" charset="0"/>
                </a:rPr>
                <a:t>Secure, scalable, future-ready architecture </a:t>
              </a:r>
            </a:p>
            <a:p>
              <a:pPr marL="171450" lvl="0" indent="-171450">
                <a:buFont typeface="Arial" panose="020B0604020202020204" pitchFamily="34" charset="0"/>
                <a:buChar char="•"/>
              </a:pPr>
              <a:r>
                <a:rPr lang="en-US" sz="1000">
                  <a:latin typeface="Montserrat" panose="00000500000000000000" pitchFamily="2" charset="0"/>
                </a:rPr>
                <a:t>Governance and continuous improvement</a:t>
              </a:r>
            </a:p>
          </p:txBody>
        </p:sp>
        <p:sp>
          <p:nvSpPr>
            <p:cNvPr id="13" name="Rectangle: Rounded Corners 12">
              <a:extLst>
                <a:ext uri="{FF2B5EF4-FFF2-40B4-BE49-F238E27FC236}">
                  <a16:creationId xmlns:a16="http://schemas.microsoft.com/office/drawing/2014/main" id="{6F0BA899-4D90-7F40-4F3A-EB97342E5FC8}"/>
                </a:ext>
              </a:extLst>
            </p:cNvPr>
            <p:cNvSpPr/>
            <p:nvPr/>
          </p:nvSpPr>
          <p:spPr>
            <a:xfrm>
              <a:off x="7880260" y="2334363"/>
              <a:ext cx="2736000" cy="2647539"/>
            </a:xfrm>
            <a:prstGeom prst="roundRect">
              <a:avLst>
                <a:gd name="adj" fmla="val 4462"/>
              </a:avLst>
            </a:prstGeom>
            <a:solidFill>
              <a:schemeClr val="bg1"/>
            </a:solidFill>
            <a:ln w="6350">
              <a:solidFill>
                <a:schemeClr val="accent5">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E8315B1-95C1-FE92-C7F4-D484790728EF}"/>
                </a:ext>
              </a:extLst>
            </p:cNvPr>
            <p:cNvSpPr txBox="1"/>
            <p:nvPr/>
          </p:nvSpPr>
          <p:spPr>
            <a:xfrm>
              <a:off x="7967701" y="2716215"/>
              <a:ext cx="2544895" cy="861774"/>
            </a:xfrm>
            <a:prstGeom prst="rect">
              <a:avLst/>
            </a:prstGeom>
            <a:noFill/>
          </p:spPr>
          <p:txBody>
            <a:bodyPr wrap="square">
              <a:spAutoFit/>
            </a:bodyPr>
            <a:lstStyle/>
            <a:p>
              <a:pPr marL="171450" lvl="0" indent="-171450">
                <a:buFont typeface="Arial" panose="020B0604020202020204" pitchFamily="34" charset="0"/>
                <a:buChar char="•"/>
              </a:pPr>
              <a:r>
                <a:rPr lang="en-US" sz="1000">
                  <a:latin typeface="Montserrat" panose="00000500000000000000" pitchFamily="2" charset="0"/>
                </a:rPr>
                <a:t>Cloud-native and scalable </a:t>
              </a:r>
            </a:p>
            <a:p>
              <a:pPr marL="171450" lvl="0" indent="-171450">
                <a:buFont typeface="Arial" panose="020B0604020202020204" pitchFamily="34" charset="0"/>
                <a:buChar char="•"/>
              </a:pPr>
              <a:r>
                <a:rPr lang="en-US" sz="1000">
                  <a:latin typeface="Montserrat" panose="00000500000000000000" pitchFamily="2" charset="0"/>
                </a:rPr>
                <a:t>Modular microservices </a:t>
              </a:r>
            </a:p>
            <a:p>
              <a:pPr marL="171450" lvl="0" indent="-171450">
                <a:buFont typeface="Arial" panose="020B0604020202020204" pitchFamily="34" charset="0"/>
                <a:buChar char="•"/>
              </a:pPr>
              <a:r>
                <a:rPr lang="en-US" sz="1000">
                  <a:latin typeface="Montserrat" panose="00000500000000000000" pitchFamily="2" charset="0"/>
                </a:rPr>
                <a:t>API-first integration </a:t>
              </a:r>
            </a:p>
            <a:p>
              <a:pPr marL="171450" lvl="0" indent="-171450">
                <a:buFont typeface="Arial" panose="020B0604020202020204" pitchFamily="34" charset="0"/>
                <a:buChar char="•"/>
              </a:pPr>
              <a:r>
                <a:rPr lang="en-US" sz="1000">
                  <a:latin typeface="Montserrat" panose="00000500000000000000" pitchFamily="2" charset="0"/>
                </a:rPr>
                <a:t>Data and analytics </a:t>
              </a:r>
            </a:p>
            <a:p>
              <a:pPr marL="171450" lvl="0" indent="-171450">
                <a:buFont typeface="Arial" panose="020B0604020202020204" pitchFamily="34" charset="0"/>
                <a:buChar char="•"/>
              </a:pPr>
              <a:r>
                <a:rPr lang="en-US" sz="1000">
                  <a:latin typeface="Montserrat" panose="00000500000000000000" pitchFamily="2" charset="0"/>
                </a:rPr>
                <a:t>Security by design</a:t>
              </a:r>
            </a:p>
          </p:txBody>
        </p:sp>
        <p:sp>
          <p:nvSpPr>
            <p:cNvPr id="38" name="Rectangle: Top Corners Rounded 37">
              <a:extLst>
                <a:ext uri="{FF2B5EF4-FFF2-40B4-BE49-F238E27FC236}">
                  <a16:creationId xmlns:a16="http://schemas.microsoft.com/office/drawing/2014/main" id="{385E5522-5258-DBF9-D0DD-9C2724C6BEB6}"/>
                </a:ext>
              </a:extLst>
            </p:cNvPr>
            <p:cNvSpPr/>
            <p:nvPr/>
          </p:nvSpPr>
          <p:spPr>
            <a:xfrm>
              <a:off x="7880260" y="2313705"/>
              <a:ext cx="2736000" cy="280248"/>
            </a:xfrm>
            <a:prstGeom prst="round2SameRect">
              <a:avLst>
                <a:gd name="adj1" fmla="val 50000"/>
                <a:gd name="adj2" fmla="val 0"/>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latin typeface="Montserrat "/>
                </a:rPr>
                <a:t>Technology Foundation</a:t>
              </a:r>
            </a:p>
          </p:txBody>
        </p:sp>
        <p:sp>
          <p:nvSpPr>
            <p:cNvPr id="99" name="Oval 98">
              <a:extLst>
                <a:ext uri="{FF2B5EF4-FFF2-40B4-BE49-F238E27FC236}">
                  <a16:creationId xmlns:a16="http://schemas.microsoft.com/office/drawing/2014/main" id="{0E6147C9-BE83-7B1F-32AA-FBBE240A3C14}"/>
                </a:ext>
              </a:extLst>
            </p:cNvPr>
            <p:cNvSpPr/>
            <p:nvPr/>
          </p:nvSpPr>
          <p:spPr>
            <a:xfrm>
              <a:off x="933351" y="2748611"/>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01</a:t>
              </a:r>
            </a:p>
          </p:txBody>
        </p:sp>
        <p:sp>
          <p:nvSpPr>
            <p:cNvPr id="103" name="Oval 102">
              <a:extLst>
                <a:ext uri="{FF2B5EF4-FFF2-40B4-BE49-F238E27FC236}">
                  <a16:creationId xmlns:a16="http://schemas.microsoft.com/office/drawing/2014/main" id="{1E6F5F00-9F4B-440F-FDBC-00A272BDE6A8}"/>
                </a:ext>
              </a:extLst>
            </p:cNvPr>
            <p:cNvSpPr/>
            <p:nvPr/>
          </p:nvSpPr>
          <p:spPr>
            <a:xfrm>
              <a:off x="933351" y="3117795"/>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02</a:t>
              </a:r>
            </a:p>
          </p:txBody>
        </p:sp>
        <p:sp>
          <p:nvSpPr>
            <p:cNvPr id="105" name="Oval 104">
              <a:extLst>
                <a:ext uri="{FF2B5EF4-FFF2-40B4-BE49-F238E27FC236}">
                  <a16:creationId xmlns:a16="http://schemas.microsoft.com/office/drawing/2014/main" id="{E389FCD6-4029-85A6-3874-A7CF83BA661D}"/>
                </a:ext>
              </a:extLst>
            </p:cNvPr>
            <p:cNvSpPr/>
            <p:nvPr/>
          </p:nvSpPr>
          <p:spPr>
            <a:xfrm>
              <a:off x="933351" y="3486979"/>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03</a:t>
              </a:r>
            </a:p>
          </p:txBody>
        </p:sp>
        <p:sp>
          <p:nvSpPr>
            <p:cNvPr id="107" name="Oval 106">
              <a:extLst>
                <a:ext uri="{FF2B5EF4-FFF2-40B4-BE49-F238E27FC236}">
                  <a16:creationId xmlns:a16="http://schemas.microsoft.com/office/drawing/2014/main" id="{B8478611-36C2-4A5D-50BA-9E7221A0E7A0}"/>
                </a:ext>
              </a:extLst>
            </p:cNvPr>
            <p:cNvSpPr/>
            <p:nvPr/>
          </p:nvSpPr>
          <p:spPr>
            <a:xfrm>
              <a:off x="933351" y="3856163"/>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04</a:t>
              </a:r>
            </a:p>
          </p:txBody>
        </p:sp>
        <p:sp>
          <p:nvSpPr>
            <p:cNvPr id="109" name="Oval 108">
              <a:extLst>
                <a:ext uri="{FF2B5EF4-FFF2-40B4-BE49-F238E27FC236}">
                  <a16:creationId xmlns:a16="http://schemas.microsoft.com/office/drawing/2014/main" id="{3A0EE3AB-89DF-8B57-796D-F39F0E3001DF}"/>
                </a:ext>
              </a:extLst>
            </p:cNvPr>
            <p:cNvSpPr/>
            <p:nvPr/>
          </p:nvSpPr>
          <p:spPr>
            <a:xfrm>
              <a:off x="933351" y="4225347"/>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05</a:t>
              </a:r>
            </a:p>
          </p:txBody>
        </p:sp>
        <p:sp>
          <p:nvSpPr>
            <p:cNvPr id="111" name="Oval 110">
              <a:extLst>
                <a:ext uri="{FF2B5EF4-FFF2-40B4-BE49-F238E27FC236}">
                  <a16:creationId xmlns:a16="http://schemas.microsoft.com/office/drawing/2014/main" id="{4FA1CC4C-6B3E-43E3-ED7E-DD84B4478D7E}"/>
                </a:ext>
              </a:extLst>
            </p:cNvPr>
            <p:cNvSpPr/>
            <p:nvPr/>
          </p:nvSpPr>
          <p:spPr>
            <a:xfrm>
              <a:off x="933351" y="4594533"/>
              <a:ext cx="189513" cy="189513"/>
            </a:xfrm>
            <a:prstGeom prst="ellipse">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800">
                  <a:solidFill>
                    <a:schemeClr val="bg1"/>
                  </a:solidFill>
                  <a:latin typeface="Montserrat" panose="00000500000000000000" pitchFamily="2" charset="0"/>
                </a:rPr>
                <a:t>06</a:t>
              </a:r>
            </a:p>
          </p:txBody>
        </p:sp>
      </p:grpSp>
      <p:sp>
        <p:nvSpPr>
          <p:cNvPr id="137" name="Rectangle: Rounded Corners 136">
            <a:extLst>
              <a:ext uri="{FF2B5EF4-FFF2-40B4-BE49-F238E27FC236}">
                <a16:creationId xmlns:a16="http://schemas.microsoft.com/office/drawing/2014/main" id="{17D7C1DF-3921-18F4-88BA-CD080B1E7C22}"/>
              </a:ext>
            </a:extLst>
          </p:cNvPr>
          <p:cNvSpPr/>
          <p:nvPr/>
        </p:nvSpPr>
        <p:spPr>
          <a:xfrm>
            <a:off x="3753885" y="5113474"/>
            <a:ext cx="2182952" cy="619506"/>
          </a:xfrm>
          <a:prstGeom prst="roundRect">
            <a:avLst>
              <a:gd name="adj" fmla="val 12250"/>
            </a:avLst>
          </a:prstGeom>
          <a:solidFill>
            <a:schemeClr val="bg1"/>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lIns="548640" rtlCol="0" anchor="ctr"/>
          <a:lstStyle/>
          <a:p>
            <a:r>
              <a:rPr lang="en-US" sz="1200">
                <a:solidFill>
                  <a:schemeClr val="tx1"/>
                </a:solidFill>
                <a:latin typeface="Montserrat" panose="00000500000000000000" pitchFamily="2" charset="0"/>
              </a:rPr>
              <a:t>Lower Development Cost</a:t>
            </a:r>
            <a:endParaRPr lang="en-US" sz="1200">
              <a:solidFill>
                <a:schemeClr val="tx1"/>
              </a:solidFill>
            </a:endParaRPr>
          </a:p>
        </p:txBody>
      </p:sp>
      <p:sp>
        <p:nvSpPr>
          <p:cNvPr id="139" name="Rectangle: Rounded Corners 138">
            <a:extLst>
              <a:ext uri="{FF2B5EF4-FFF2-40B4-BE49-F238E27FC236}">
                <a16:creationId xmlns:a16="http://schemas.microsoft.com/office/drawing/2014/main" id="{9AFED302-CD3B-C1C3-33D2-7EA7240987E8}"/>
              </a:ext>
            </a:extLst>
          </p:cNvPr>
          <p:cNvSpPr/>
          <p:nvPr/>
        </p:nvSpPr>
        <p:spPr>
          <a:xfrm>
            <a:off x="6274616" y="5113474"/>
            <a:ext cx="2182952" cy="619506"/>
          </a:xfrm>
          <a:prstGeom prst="roundRect">
            <a:avLst>
              <a:gd name="adj" fmla="val 12250"/>
            </a:avLst>
          </a:prstGeom>
          <a:solidFill>
            <a:schemeClr val="bg1"/>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lIns="548640" rtlCol="0" anchor="ctr"/>
          <a:lstStyle/>
          <a:p>
            <a:r>
              <a:rPr lang="en-US" sz="1200">
                <a:solidFill>
                  <a:schemeClr val="tx1"/>
                </a:solidFill>
                <a:latin typeface="Montserrat" panose="00000500000000000000" pitchFamily="2" charset="0"/>
              </a:rPr>
              <a:t>Reduced Risk</a:t>
            </a:r>
            <a:endParaRPr lang="en-US" sz="1200">
              <a:solidFill>
                <a:schemeClr val="tx1"/>
              </a:solidFill>
            </a:endParaRPr>
          </a:p>
        </p:txBody>
      </p:sp>
      <p:sp>
        <p:nvSpPr>
          <p:cNvPr id="141" name="Rectangle: Rounded Corners 140">
            <a:extLst>
              <a:ext uri="{FF2B5EF4-FFF2-40B4-BE49-F238E27FC236}">
                <a16:creationId xmlns:a16="http://schemas.microsoft.com/office/drawing/2014/main" id="{AB58D7F4-06FC-125F-DE35-0E50A456886A}"/>
              </a:ext>
            </a:extLst>
          </p:cNvPr>
          <p:cNvSpPr/>
          <p:nvPr/>
        </p:nvSpPr>
        <p:spPr>
          <a:xfrm>
            <a:off x="8795346" y="5113474"/>
            <a:ext cx="2182952" cy="619506"/>
          </a:xfrm>
          <a:prstGeom prst="roundRect">
            <a:avLst>
              <a:gd name="adj" fmla="val 12250"/>
            </a:avLst>
          </a:prstGeom>
          <a:solidFill>
            <a:schemeClr val="bg1"/>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lIns="548640" rtlCol="0" anchor="ctr"/>
          <a:lstStyle/>
          <a:p>
            <a:r>
              <a:rPr lang="en-US" sz="1200">
                <a:solidFill>
                  <a:schemeClr val="tx1"/>
                </a:solidFill>
                <a:latin typeface="Montserrat" panose="00000500000000000000" pitchFamily="2" charset="0"/>
              </a:rPr>
              <a:t>High Quality &amp; Consistency</a:t>
            </a:r>
            <a:endParaRPr lang="en-US" sz="1200">
              <a:solidFill>
                <a:schemeClr val="tx1"/>
              </a:solidFill>
            </a:endParaRPr>
          </a:p>
        </p:txBody>
      </p:sp>
      <p:pic>
        <p:nvPicPr>
          <p:cNvPr id="143" name="Picture 142">
            <a:extLst>
              <a:ext uri="{FF2B5EF4-FFF2-40B4-BE49-F238E27FC236}">
                <a16:creationId xmlns:a16="http://schemas.microsoft.com/office/drawing/2014/main" id="{EE828068-9B1C-844D-2993-4E23BB9882E2}"/>
              </a:ext>
            </a:extLst>
          </p:cNvPr>
          <p:cNvPicPr>
            <a:picLocks noChangeAspect="1"/>
          </p:cNvPicPr>
          <p:nvPr/>
        </p:nvPicPr>
        <p:blipFill>
          <a:blip r:embed="rId3"/>
          <a:srcRect/>
          <a:stretch/>
        </p:blipFill>
        <p:spPr>
          <a:xfrm>
            <a:off x="1372496" y="5276541"/>
            <a:ext cx="293372" cy="293372"/>
          </a:xfrm>
          <a:prstGeom prst="rect">
            <a:avLst/>
          </a:prstGeom>
        </p:spPr>
      </p:pic>
      <p:pic>
        <p:nvPicPr>
          <p:cNvPr id="145" name="Picture 144">
            <a:extLst>
              <a:ext uri="{FF2B5EF4-FFF2-40B4-BE49-F238E27FC236}">
                <a16:creationId xmlns:a16="http://schemas.microsoft.com/office/drawing/2014/main" id="{1E2453E2-2728-BB58-90D7-97C831CF98BD}"/>
              </a:ext>
            </a:extLst>
          </p:cNvPr>
          <p:cNvPicPr>
            <a:picLocks noChangeAspect="1"/>
          </p:cNvPicPr>
          <p:nvPr/>
        </p:nvPicPr>
        <p:blipFill>
          <a:blip r:embed="rId4"/>
          <a:srcRect/>
          <a:stretch/>
        </p:blipFill>
        <p:spPr>
          <a:xfrm>
            <a:off x="3890254" y="5266612"/>
            <a:ext cx="313230" cy="313230"/>
          </a:xfrm>
          <a:prstGeom prst="rect">
            <a:avLst/>
          </a:prstGeom>
        </p:spPr>
      </p:pic>
      <p:pic>
        <p:nvPicPr>
          <p:cNvPr id="147" name="Picture 146">
            <a:extLst>
              <a:ext uri="{FF2B5EF4-FFF2-40B4-BE49-F238E27FC236}">
                <a16:creationId xmlns:a16="http://schemas.microsoft.com/office/drawing/2014/main" id="{140D1AA4-C519-F888-BBF6-C4DC4EFCCDF8}"/>
              </a:ext>
            </a:extLst>
          </p:cNvPr>
          <p:cNvPicPr>
            <a:picLocks noChangeAspect="1"/>
          </p:cNvPicPr>
          <p:nvPr/>
        </p:nvPicPr>
        <p:blipFill>
          <a:blip r:embed="rId5"/>
          <a:srcRect/>
          <a:stretch/>
        </p:blipFill>
        <p:spPr>
          <a:xfrm>
            <a:off x="6400800" y="5253621"/>
            <a:ext cx="339213" cy="339213"/>
          </a:xfrm>
          <a:prstGeom prst="rect">
            <a:avLst/>
          </a:prstGeom>
        </p:spPr>
      </p:pic>
      <p:pic>
        <p:nvPicPr>
          <p:cNvPr id="149" name="Picture 148">
            <a:extLst>
              <a:ext uri="{FF2B5EF4-FFF2-40B4-BE49-F238E27FC236}">
                <a16:creationId xmlns:a16="http://schemas.microsoft.com/office/drawing/2014/main" id="{CC20EE08-AA49-C9CA-2A5C-8A4912B36FE3}"/>
              </a:ext>
            </a:extLst>
          </p:cNvPr>
          <p:cNvPicPr>
            <a:picLocks noChangeAspect="1"/>
          </p:cNvPicPr>
          <p:nvPr/>
        </p:nvPicPr>
        <p:blipFill>
          <a:blip r:embed="rId6"/>
          <a:srcRect/>
          <a:stretch/>
        </p:blipFill>
        <p:spPr>
          <a:xfrm>
            <a:off x="8936660" y="5249503"/>
            <a:ext cx="347449" cy="347449"/>
          </a:xfrm>
          <a:prstGeom prst="rect">
            <a:avLst/>
          </a:prstGeom>
        </p:spPr>
      </p:pic>
      <p:sp>
        <p:nvSpPr>
          <p:cNvPr id="151" name="Rectangle: Rounded Corners 150">
            <a:extLst>
              <a:ext uri="{FF2B5EF4-FFF2-40B4-BE49-F238E27FC236}">
                <a16:creationId xmlns:a16="http://schemas.microsoft.com/office/drawing/2014/main" id="{18D97647-8B94-1109-CC6C-B6B112566C36}"/>
              </a:ext>
            </a:extLst>
          </p:cNvPr>
          <p:cNvSpPr/>
          <p:nvPr/>
        </p:nvSpPr>
        <p:spPr>
          <a:xfrm>
            <a:off x="1220972" y="813668"/>
            <a:ext cx="9750056" cy="466169"/>
          </a:xfrm>
          <a:prstGeom prst="roundRect">
            <a:avLst>
              <a:gd name="adj" fmla="val 17756"/>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bg1"/>
                </a:solidFill>
                <a:latin typeface="Montserrat" panose="00000500000000000000" pitchFamily="2" charset="0"/>
              </a:rPr>
              <a:t>Our approach combines proven accelerators, best practices, and phased delivery to build a unified curriculum intelligence platform.</a:t>
            </a:r>
          </a:p>
        </p:txBody>
      </p:sp>
    </p:spTree>
    <p:extLst>
      <p:ext uri="{BB962C8B-B14F-4D97-AF65-F5344CB8AC3E}">
        <p14:creationId xmlns:p14="http://schemas.microsoft.com/office/powerpoint/2010/main" val="2629490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13227-E9FA-CDCD-2BCA-96AFFE7A1981}"/>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7919D2EE-833F-F31B-A9B5-13F5210E3A45}"/>
              </a:ext>
            </a:extLst>
          </p:cNvPr>
          <p:cNvSpPr/>
          <p:nvPr/>
        </p:nvSpPr>
        <p:spPr>
          <a:xfrm>
            <a:off x="1220972" y="877464"/>
            <a:ext cx="9750056" cy="466169"/>
          </a:xfrm>
          <a:prstGeom prst="roundRect">
            <a:avLst>
              <a:gd name="adj" fmla="val 17756"/>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latin typeface="Montserrat" panose="00000500000000000000" pitchFamily="2" charset="0"/>
              </a:rPr>
              <a:t>A unified, scalable, and intelligent platform that modernizes curriculum management through reusable accelerators, standardized processes, and data-driven insights.</a:t>
            </a:r>
            <a:endParaRPr lang="en-US" sz="1200">
              <a:latin typeface="Montserrat" panose="00000500000000000000" pitchFamily="2" charset="0"/>
            </a:endParaRPr>
          </a:p>
        </p:txBody>
      </p:sp>
      <p:sp>
        <p:nvSpPr>
          <p:cNvPr id="16" name="Rectangle: Rounded Corners 15">
            <a:extLst>
              <a:ext uri="{FF2B5EF4-FFF2-40B4-BE49-F238E27FC236}">
                <a16:creationId xmlns:a16="http://schemas.microsoft.com/office/drawing/2014/main" id="{7770B4D5-7558-68CB-26B3-6961A6C159BE}"/>
              </a:ext>
            </a:extLst>
          </p:cNvPr>
          <p:cNvSpPr/>
          <p:nvPr/>
        </p:nvSpPr>
        <p:spPr>
          <a:xfrm>
            <a:off x="9572685" y="1557981"/>
            <a:ext cx="2160053" cy="3811491"/>
          </a:xfrm>
          <a:prstGeom prst="roundRect">
            <a:avLst>
              <a:gd name="adj" fmla="val 4201"/>
            </a:avLst>
          </a:prstGeom>
          <a:solidFill>
            <a:schemeClr val="bg1"/>
          </a:solidFill>
          <a:ln w="6350">
            <a:solidFill>
              <a:schemeClr val="accent5">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D16F20B2-E852-2E5A-BFE9-B0DE0939BE2A}"/>
              </a:ext>
            </a:extLst>
          </p:cNvPr>
          <p:cNvSpPr txBox="1"/>
          <p:nvPr/>
        </p:nvSpPr>
        <p:spPr>
          <a:xfrm>
            <a:off x="9604961" y="1913818"/>
            <a:ext cx="2095501" cy="3339376"/>
          </a:xfrm>
          <a:prstGeom prst="rect">
            <a:avLst/>
          </a:prstGeom>
          <a:noFill/>
        </p:spPr>
        <p:txBody>
          <a:bodyPr wrap="square">
            <a:spAutoFit/>
          </a:bodyPr>
          <a:lstStyle/>
          <a:p>
            <a:pPr>
              <a:spcBef>
                <a:spcPts val="600"/>
              </a:spcBef>
            </a:pPr>
            <a:r>
              <a:rPr lang="en-US" sz="900" b="1">
                <a:latin typeface="Montserrat" panose="00000500000000000000" pitchFamily="2" charset="0"/>
              </a:rPr>
              <a:t>Reuse Proven Accelerators</a:t>
            </a:r>
            <a:br>
              <a:rPr lang="en-US" sz="900">
                <a:latin typeface="Montserrat" panose="00000500000000000000" pitchFamily="2" charset="0"/>
              </a:rPr>
            </a:br>
            <a:r>
              <a:rPr lang="en-US" sz="900">
                <a:latin typeface="Montserrat" panose="00000500000000000000" pitchFamily="2" charset="0"/>
              </a:rPr>
              <a:t>Reduce efforts and risk</a:t>
            </a:r>
          </a:p>
          <a:p>
            <a:pPr>
              <a:spcBef>
                <a:spcPts val="600"/>
              </a:spcBef>
            </a:pPr>
            <a:endParaRPr lang="en-US" sz="900">
              <a:latin typeface="Montserrat" panose="00000500000000000000" pitchFamily="2" charset="0"/>
            </a:endParaRPr>
          </a:p>
          <a:p>
            <a:pPr>
              <a:spcBef>
                <a:spcPts val="600"/>
              </a:spcBef>
            </a:pPr>
            <a:r>
              <a:rPr lang="en-US" sz="900" b="1">
                <a:latin typeface="Montserrat" panose="00000500000000000000" pitchFamily="2" charset="0"/>
              </a:rPr>
              <a:t>Build Once, Use Across Scenarios</a:t>
            </a:r>
            <a:br>
              <a:rPr lang="en-US" sz="900">
                <a:latin typeface="Montserrat" panose="00000500000000000000" pitchFamily="2" charset="0"/>
              </a:rPr>
            </a:br>
            <a:r>
              <a:rPr lang="en-US" sz="900">
                <a:latin typeface="Montserrat" panose="00000500000000000000" pitchFamily="2" charset="0"/>
              </a:rPr>
              <a:t>One platform many workflows</a:t>
            </a:r>
          </a:p>
          <a:p>
            <a:pPr>
              <a:spcBef>
                <a:spcPts val="600"/>
              </a:spcBef>
            </a:pPr>
            <a:r>
              <a:rPr lang="en-US" sz="900" b="1">
                <a:latin typeface="Montserrat" panose="00000500000000000000" pitchFamily="2" charset="0"/>
              </a:rPr>
              <a:t>Fill Capability Gaps</a:t>
            </a:r>
            <a:br>
              <a:rPr lang="en-US" sz="900">
                <a:latin typeface="Montserrat" panose="00000500000000000000" pitchFamily="2" charset="0"/>
              </a:rPr>
            </a:br>
            <a:r>
              <a:rPr lang="en-US" sz="900">
                <a:latin typeface="Montserrat" panose="00000500000000000000" pitchFamily="2" charset="0"/>
              </a:rPr>
              <a:t>Build only what is needed</a:t>
            </a:r>
          </a:p>
          <a:p>
            <a:pPr>
              <a:spcBef>
                <a:spcPts val="600"/>
              </a:spcBef>
            </a:pPr>
            <a:endParaRPr lang="en-US" sz="900">
              <a:latin typeface="Montserrat" panose="00000500000000000000" pitchFamily="2" charset="0"/>
            </a:endParaRPr>
          </a:p>
          <a:p>
            <a:pPr>
              <a:spcBef>
                <a:spcPts val="600"/>
              </a:spcBef>
            </a:pPr>
            <a:r>
              <a:rPr lang="en-US" sz="900" b="1">
                <a:latin typeface="Montserrat" panose="00000500000000000000" pitchFamily="2" charset="0"/>
              </a:rPr>
              <a:t>Faster Time to Value</a:t>
            </a:r>
            <a:br>
              <a:rPr lang="en-US" sz="900">
                <a:latin typeface="Montserrat" panose="00000500000000000000" pitchFamily="2" charset="0"/>
              </a:rPr>
            </a:br>
            <a:r>
              <a:rPr lang="en-US" sz="900">
                <a:latin typeface="Montserrat" panose="00000500000000000000" pitchFamily="2" charset="0"/>
              </a:rPr>
              <a:t>Pre-built blocks accelerate delivery </a:t>
            </a:r>
          </a:p>
          <a:p>
            <a:pPr>
              <a:spcBef>
                <a:spcPts val="600"/>
              </a:spcBef>
            </a:pPr>
            <a:r>
              <a:rPr lang="en-US" sz="900" b="1">
                <a:latin typeface="Montserrat" panose="00000500000000000000" pitchFamily="2" charset="0"/>
              </a:rPr>
              <a:t>Better Quality &amp; Governance</a:t>
            </a:r>
            <a:br>
              <a:rPr lang="en-US" sz="900">
                <a:latin typeface="Montserrat" panose="00000500000000000000" pitchFamily="2" charset="0"/>
              </a:rPr>
            </a:br>
            <a:r>
              <a:rPr lang="en-US" sz="900">
                <a:latin typeface="Montserrat" panose="00000500000000000000" pitchFamily="2" charset="0"/>
              </a:rPr>
              <a:t>Built-in quality, traceability, and security at every step.</a:t>
            </a:r>
          </a:p>
          <a:p>
            <a:pPr>
              <a:spcBef>
                <a:spcPts val="600"/>
              </a:spcBef>
            </a:pPr>
            <a:endParaRPr lang="en-US" sz="900">
              <a:latin typeface="Montserrat" panose="00000500000000000000" pitchFamily="2" charset="0"/>
            </a:endParaRPr>
          </a:p>
          <a:p>
            <a:pPr>
              <a:spcBef>
                <a:spcPts val="600"/>
              </a:spcBef>
            </a:pPr>
            <a:r>
              <a:rPr lang="en-US" sz="900" b="1">
                <a:latin typeface="Montserrat" panose="00000500000000000000" pitchFamily="2" charset="0"/>
              </a:rPr>
              <a:t>Scalable &amp; Future-Ready</a:t>
            </a:r>
            <a:br>
              <a:rPr lang="en-US" sz="900">
                <a:latin typeface="Montserrat" panose="00000500000000000000" pitchFamily="2" charset="0"/>
              </a:rPr>
            </a:br>
            <a:r>
              <a:rPr lang="en-US" sz="900">
                <a:latin typeface="Montserrat" panose="00000500000000000000" pitchFamily="2" charset="0"/>
              </a:rPr>
              <a:t>Extend to new needs and scale easily on the same platform.</a:t>
            </a:r>
          </a:p>
        </p:txBody>
      </p:sp>
      <p:sp>
        <p:nvSpPr>
          <p:cNvPr id="26" name="Rectangle: Rounded Corners 25">
            <a:extLst>
              <a:ext uri="{FF2B5EF4-FFF2-40B4-BE49-F238E27FC236}">
                <a16:creationId xmlns:a16="http://schemas.microsoft.com/office/drawing/2014/main" id="{1AC0F180-1195-7AEA-D252-EB0647208F2D}"/>
              </a:ext>
            </a:extLst>
          </p:cNvPr>
          <p:cNvSpPr/>
          <p:nvPr/>
        </p:nvSpPr>
        <p:spPr>
          <a:xfrm>
            <a:off x="7498180" y="1560372"/>
            <a:ext cx="1914332" cy="1944000"/>
          </a:xfrm>
          <a:prstGeom prst="roundRect">
            <a:avLst>
              <a:gd name="adj" fmla="val 5268"/>
            </a:avLst>
          </a:prstGeom>
          <a:solidFill>
            <a:schemeClr val="bg1"/>
          </a:solidFill>
          <a:ln w="63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Rectangle: Top Corners Rounded 27">
            <a:extLst>
              <a:ext uri="{FF2B5EF4-FFF2-40B4-BE49-F238E27FC236}">
                <a16:creationId xmlns:a16="http://schemas.microsoft.com/office/drawing/2014/main" id="{5D7BA22F-7816-2538-37EC-9AA61C8E9D63}"/>
              </a:ext>
            </a:extLst>
          </p:cNvPr>
          <p:cNvSpPr/>
          <p:nvPr/>
        </p:nvSpPr>
        <p:spPr>
          <a:xfrm>
            <a:off x="7498881" y="1561526"/>
            <a:ext cx="1912930" cy="258661"/>
          </a:xfrm>
          <a:prstGeom prst="round2SameRect">
            <a:avLst>
              <a:gd name="adj1" fmla="val 31490"/>
              <a:gd name="adj2" fmla="val 0"/>
            </a:avLst>
          </a:prstGeom>
          <a:solidFill>
            <a:schemeClr val="accent5">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latin typeface="Montserrat" panose="00000500000000000000" pitchFamily="2" charset="0"/>
              </a:rPr>
              <a:t>Workflow &amp; Orchestration</a:t>
            </a:r>
          </a:p>
        </p:txBody>
      </p:sp>
      <p:sp>
        <p:nvSpPr>
          <p:cNvPr id="30" name="Rectangle: Rounded Corners 29">
            <a:extLst>
              <a:ext uri="{FF2B5EF4-FFF2-40B4-BE49-F238E27FC236}">
                <a16:creationId xmlns:a16="http://schemas.microsoft.com/office/drawing/2014/main" id="{75ACEE78-79A4-60CD-6424-3EEF3A84B60E}"/>
              </a:ext>
            </a:extLst>
          </p:cNvPr>
          <p:cNvSpPr/>
          <p:nvPr/>
        </p:nvSpPr>
        <p:spPr>
          <a:xfrm>
            <a:off x="7644718" y="1885376"/>
            <a:ext cx="1640306" cy="216494"/>
          </a:xfrm>
          <a:prstGeom prst="roundRect">
            <a:avLst>
              <a:gd name="adj" fmla="val 50000"/>
            </a:avLst>
          </a:prstGeom>
          <a:solidFill>
            <a:schemeClr val="accent5">
              <a:lumMod val="75000"/>
              <a:alpha val="6000"/>
            </a:schemeClr>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tx1"/>
                </a:solidFill>
                <a:latin typeface="Montserrat" panose="00000500000000000000" pitchFamily="2" charset="0"/>
              </a:rPr>
              <a:t>Configure Scenarios</a:t>
            </a:r>
            <a:endParaRPr lang="en-US" sz="900">
              <a:solidFill>
                <a:schemeClr val="tx1"/>
              </a:solidFill>
              <a:latin typeface="Montserrat" panose="00000500000000000000" pitchFamily="2" charset="0"/>
            </a:endParaRPr>
          </a:p>
        </p:txBody>
      </p:sp>
      <p:sp>
        <p:nvSpPr>
          <p:cNvPr id="32" name="Rectangle: Rounded Corners 31">
            <a:extLst>
              <a:ext uri="{FF2B5EF4-FFF2-40B4-BE49-F238E27FC236}">
                <a16:creationId xmlns:a16="http://schemas.microsoft.com/office/drawing/2014/main" id="{B358E0BB-9578-A2FE-5DBE-FF174C13F417}"/>
              </a:ext>
            </a:extLst>
          </p:cNvPr>
          <p:cNvSpPr/>
          <p:nvPr/>
        </p:nvSpPr>
        <p:spPr>
          <a:xfrm>
            <a:off x="7644718" y="2327463"/>
            <a:ext cx="1640306" cy="216494"/>
          </a:xfrm>
          <a:prstGeom prst="roundRect">
            <a:avLst>
              <a:gd name="adj" fmla="val 50000"/>
            </a:avLst>
          </a:prstGeom>
          <a:solidFill>
            <a:schemeClr val="accent5">
              <a:lumMod val="75000"/>
              <a:alpha val="6000"/>
            </a:schemeClr>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tx1"/>
                </a:solidFill>
                <a:latin typeface="Montserrat" panose="00000500000000000000" pitchFamily="2" charset="0"/>
              </a:rPr>
              <a:t>Execute &amp; Process</a:t>
            </a:r>
          </a:p>
        </p:txBody>
      </p:sp>
      <p:sp>
        <p:nvSpPr>
          <p:cNvPr id="34" name="Rectangle: Rounded Corners 33">
            <a:extLst>
              <a:ext uri="{FF2B5EF4-FFF2-40B4-BE49-F238E27FC236}">
                <a16:creationId xmlns:a16="http://schemas.microsoft.com/office/drawing/2014/main" id="{EACC8A81-417C-D0D8-49A6-747C1C64403A}"/>
              </a:ext>
            </a:extLst>
          </p:cNvPr>
          <p:cNvSpPr/>
          <p:nvPr/>
        </p:nvSpPr>
        <p:spPr>
          <a:xfrm>
            <a:off x="7644718" y="2769550"/>
            <a:ext cx="1640306" cy="216494"/>
          </a:xfrm>
          <a:prstGeom prst="roundRect">
            <a:avLst>
              <a:gd name="adj" fmla="val 50000"/>
            </a:avLst>
          </a:prstGeom>
          <a:solidFill>
            <a:schemeClr val="accent5">
              <a:lumMod val="75000"/>
              <a:alpha val="6000"/>
            </a:schemeClr>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tx1"/>
                </a:solidFill>
                <a:latin typeface="Montserrat" panose="00000500000000000000" pitchFamily="2" charset="0"/>
              </a:rPr>
              <a:t>Review &amp; Approve</a:t>
            </a:r>
          </a:p>
        </p:txBody>
      </p:sp>
      <p:sp>
        <p:nvSpPr>
          <p:cNvPr id="36" name="Rectangle: Rounded Corners 35">
            <a:extLst>
              <a:ext uri="{FF2B5EF4-FFF2-40B4-BE49-F238E27FC236}">
                <a16:creationId xmlns:a16="http://schemas.microsoft.com/office/drawing/2014/main" id="{455D476C-84BB-1CC2-E21A-D8964C9BE6C5}"/>
              </a:ext>
            </a:extLst>
          </p:cNvPr>
          <p:cNvSpPr/>
          <p:nvPr/>
        </p:nvSpPr>
        <p:spPr>
          <a:xfrm>
            <a:off x="7644718" y="3211636"/>
            <a:ext cx="1640306" cy="216494"/>
          </a:xfrm>
          <a:prstGeom prst="roundRect">
            <a:avLst>
              <a:gd name="adj" fmla="val 50000"/>
            </a:avLst>
          </a:prstGeom>
          <a:solidFill>
            <a:schemeClr val="accent5">
              <a:lumMod val="75000"/>
              <a:alpha val="6000"/>
            </a:schemeClr>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tx1"/>
                </a:solidFill>
                <a:latin typeface="Montserrat" panose="00000500000000000000" pitchFamily="2" charset="0"/>
              </a:rPr>
              <a:t>Publish &amp; Deliver</a:t>
            </a:r>
          </a:p>
        </p:txBody>
      </p:sp>
      <p:cxnSp>
        <p:nvCxnSpPr>
          <p:cNvPr id="38" name="Straight Arrow Connector 37">
            <a:extLst>
              <a:ext uri="{FF2B5EF4-FFF2-40B4-BE49-F238E27FC236}">
                <a16:creationId xmlns:a16="http://schemas.microsoft.com/office/drawing/2014/main" id="{B54F795D-20BE-8025-39C9-9F04760E073A}"/>
              </a:ext>
            </a:extLst>
          </p:cNvPr>
          <p:cNvCxnSpPr>
            <a:cxnSpLocks/>
          </p:cNvCxnSpPr>
          <p:nvPr/>
        </p:nvCxnSpPr>
        <p:spPr>
          <a:xfrm>
            <a:off x="8464871" y="2142630"/>
            <a:ext cx="0" cy="144073"/>
          </a:xfrm>
          <a:prstGeom prst="straightConnector1">
            <a:avLst/>
          </a:prstGeom>
          <a:ln w="6350">
            <a:solidFill>
              <a:schemeClr val="tx1">
                <a:lumMod val="65000"/>
                <a:lumOff val="35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818CD4A6-CD6B-9500-229A-8000178294F5}"/>
              </a:ext>
            </a:extLst>
          </p:cNvPr>
          <p:cNvCxnSpPr>
            <a:cxnSpLocks/>
          </p:cNvCxnSpPr>
          <p:nvPr/>
        </p:nvCxnSpPr>
        <p:spPr>
          <a:xfrm>
            <a:off x="8464871" y="2584717"/>
            <a:ext cx="0" cy="144073"/>
          </a:xfrm>
          <a:prstGeom prst="straightConnector1">
            <a:avLst/>
          </a:prstGeom>
          <a:ln w="6350">
            <a:solidFill>
              <a:schemeClr val="tx1">
                <a:lumMod val="65000"/>
                <a:lumOff val="35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76FAFC3E-917E-1D09-BE5E-FA1D10029E5C}"/>
              </a:ext>
            </a:extLst>
          </p:cNvPr>
          <p:cNvCxnSpPr>
            <a:cxnSpLocks/>
          </p:cNvCxnSpPr>
          <p:nvPr/>
        </p:nvCxnSpPr>
        <p:spPr>
          <a:xfrm>
            <a:off x="8458521" y="3026804"/>
            <a:ext cx="0" cy="144073"/>
          </a:xfrm>
          <a:prstGeom prst="straightConnector1">
            <a:avLst/>
          </a:prstGeom>
          <a:ln w="6350">
            <a:solidFill>
              <a:schemeClr val="tx1">
                <a:lumMod val="65000"/>
                <a:lumOff val="35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0" name="Rectangle: Rounded Corners 69">
            <a:extLst>
              <a:ext uri="{FF2B5EF4-FFF2-40B4-BE49-F238E27FC236}">
                <a16:creationId xmlns:a16="http://schemas.microsoft.com/office/drawing/2014/main" id="{7C41A589-BB7E-58D9-4F08-BB232C3D82F3}"/>
              </a:ext>
            </a:extLst>
          </p:cNvPr>
          <p:cNvSpPr/>
          <p:nvPr/>
        </p:nvSpPr>
        <p:spPr>
          <a:xfrm>
            <a:off x="519314" y="3647238"/>
            <a:ext cx="8884702" cy="815313"/>
          </a:xfrm>
          <a:prstGeom prst="roundRect">
            <a:avLst>
              <a:gd name="adj" fmla="val 11605"/>
            </a:avLst>
          </a:prstGeom>
          <a:solidFill>
            <a:srgbClr val="EDF6F9"/>
          </a:solidFill>
          <a:ln w="6350">
            <a:solidFill>
              <a:schemeClr val="accent5">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b="1"/>
          </a:p>
        </p:txBody>
      </p:sp>
      <p:sp>
        <p:nvSpPr>
          <p:cNvPr id="86" name="TextBox 85">
            <a:extLst>
              <a:ext uri="{FF2B5EF4-FFF2-40B4-BE49-F238E27FC236}">
                <a16:creationId xmlns:a16="http://schemas.microsoft.com/office/drawing/2014/main" id="{0B1BDA40-F348-BD34-DF56-9843C4FD7D09}"/>
              </a:ext>
            </a:extLst>
          </p:cNvPr>
          <p:cNvSpPr txBox="1"/>
          <p:nvPr/>
        </p:nvSpPr>
        <p:spPr>
          <a:xfrm>
            <a:off x="543299" y="3658423"/>
            <a:ext cx="3248025" cy="246221"/>
          </a:xfrm>
          <a:prstGeom prst="rect">
            <a:avLst/>
          </a:prstGeom>
          <a:noFill/>
        </p:spPr>
        <p:txBody>
          <a:bodyPr wrap="square">
            <a:spAutoFit/>
          </a:bodyPr>
          <a:lstStyle/>
          <a:p>
            <a:r>
              <a:rPr lang="en-US" sz="1000" b="1">
                <a:latin typeface="Montserrat" panose="00000500000000000000" pitchFamily="2" charset="0"/>
              </a:rPr>
              <a:t>Shared Knowledge &amp; Data Foundation</a:t>
            </a:r>
          </a:p>
        </p:txBody>
      </p:sp>
      <p:sp>
        <p:nvSpPr>
          <p:cNvPr id="89" name="Rectangle: Rounded Corners 88">
            <a:extLst>
              <a:ext uri="{FF2B5EF4-FFF2-40B4-BE49-F238E27FC236}">
                <a16:creationId xmlns:a16="http://schemas.microsoft.com/office/drawing/2014/main" id="{451AC2F0-14D9-6945-97D9-73406D7FC322}"/>
              </a:ext>
            </a:extLst>
          </p:cNvPr>
          <p:cNvSpPr/>
          <p:nvPr/>
        </p:nvSpPr>
        <p:spPr>
          <a:xfrm>
            <a:off x="519314" y="4554159"/>
            <a:ext cx="8884033" cy="815313"/>
          </a:xfrm>
          <a:prstGeom prst="roundRect">
            <a:avLst>
              <a:gd name="adj" fmla="val 9906"/>
            </a:avLst>
          </a:prstGeom>
          <a:solidFill>
            <a:srgbClr val="EDF2F8"/>
          </a:solidFill>
          <a:ln w="6350">
            <a:solidFill>
              <a:schemeClr val="accent1">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b="1"/>
          </a:p>
        </p:txBody>
      </p:sp>
      <p:sp>
        <p:nvSpPr>
          <p:cNvPr id="91" name="Rectangle: Rounded Corners 90">
            <a:extLst>
              <a:ext uri="{FF2B5EF4-FFF2-40B4-BE49-F238E27FC236}">
                <a16:creationId xmlns:a16="http://schemas.microsoft.com/office/drawing/2014/main" id="{6542EAF3-02F4-EFA7-2AB6-A876FFE9EEB0}"/>
              </a:ext>
            </a:extLst>
          </p:cNvPr>
          <p:cNvSpPr/>
          <p:nvPr/>
        </p:nvSpPr>
        <p:spPr>
          <a:xfrm>
            <a:off x="599341"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Security &amp; IAM</a:t>
            </a:r>
          </a:p>
        </p:txBody>
      </p:sp>
      <p:sp>
        <p:nvSpPr>
          <p:cNvPr id="93" name="Rectangle: Rounded Corners 92">
            <a:extLst>
              <a:ext uri="{FF2B5EF4-FFF2-40B4-BE49-F238E27FC236}">
                <a16:creationId xmlns:a16="http://schemas.microsoft.com/office/drawing/2014/main" id="{8A76D603-1CF3-B58D-5BCF-2E8E381132E7}"/>
              </a:ext>
            </a:extLst>
          </p:cNvPr>
          <p:cNvSpPr/>
          <p:nvPr/>
        </p:nvSpPr>
        <p:spPr>
          <a:xfrm>
            <a:off x="1866180"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Data Privacy &amp; Compliance</a:t>
            </a:r>
          </a:p>
        </p:txBody>
      </p:sp>
      <p:sp>
        <p:nvSpPr>
          <p:cNvPr id="95" name="Rectangle: Rounded Corners 94">
            <a:extLst>
              <a:ext uri="{FF2B5EF4-FFF2-40B4-BE49-F238E27FC236}">
                <a16:creationId xmlns:a16="http://schemas.microsoft.com/office/drawing/2014/main" id="{39C90E67-5A1E-AD52-D44F-E6DE56A2423F}"/>
              </a:ext>
            </a:extLst>
          </p:cNvPr>
          <p:cNvSpPr/>
          <p:nvPr/>
        </p:nvSpPr>
        <p:spPr>
          <a:xfrm>
            <a:off x="3133019"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AI Guardrails &amp; Responsible AI</a:t>
            </a:r>
          </a:p>
        </p:txBody>
      </p:sp>
      <p:sp>
        <p:nvSpPr>
          <p:cNvPr id="97" name="Rectangle: Rounded Corners 96">
            <a:extLst>
              <a:ext uri="{FF2B5EF4-FFF2-40B4-BE49-F238E27FC236}">
                <a16:creationId xmlns:a16="http://schemas.microsoft.com/office/drawing/2014/main" id="{A9E8030F-4430-DC5F-DD90-60F3E013476B}"/>
              </a:ext>
            </a:extLst>
          </p:cNvPr>
          <p:cNvSpPr/>
          <p:nvPr/>
        </p:nvSpPr>
        <p:spPr>
          <a:xfrm>
            <a:off x="4399858"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Observability &amp; Monitoring</a:t>
            </a:r>
          </a:p>
        </p:txBody>
      </p:sp>
      <p:sp>
        <p:nvSpPr>
          <p:cNvPr id="99" name="Rectangle: Rounded Corners 98">
            <a:extLst>
              <a:ext uri="{FF2B5EF4-FFF2-40B4-BE49-F238E27FC236}">
                <a16:creationId xmlns:a16="http://schemas.microsoft.com/office/drawing/2014/main" id="{10AD55F3-DF95-4870-1587-AA29A323FA56}"/>
              </a:ext>
            </a:extLst>
          </p:cNvPr>
          <p:cNvSpPr/>
          <p:nvPr/>
        </p:nvSpPr>
        <p:spPr>
          <a:xfrm>
            <a:off x="5666697"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Analytics &amp; Insights</a:t>
            </a:r>
          </a:p>
        </p:txBody>
      </p:sp>
      <p:sp>
        <p:nvSpPr>
          <p:cNvPr id="101" name="Rectangle: Rounded Corners 100">
            <a:extLst>
              <a:ext uri="{FF2B5EF4-FFF2-40B4-BE49-F238E27FC236}">
                <a16:creationId xmlns:a16="http://schemas.microsoft.com/office/drawing/2014/main" id="{B57EF7A9-4E20-595E-1CC4-B6E413B3F46F}"/>
              </a:ext>
            </a:extLst>
          </p:cNvPr>
          <p:cNvSpPr/>
          <p:nvPr/>
        </p:nvSpPr>
        <p:spPr>
          <a:xfrm>
            <a:off x="6933536"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API &amp; Integration Services</a:t>
            </a:r>
          </a:p>
        </p:txBody>
      </p:sp>
      <p:sp>
        <p:nvSpPr>
          <p:cNvPr id="103" name="Rectangle: Rounded Corners 102">
            <a:extLst>
              <a:ext uri="{FF2B5EF4-FFF2-40B4-BE49-F238E27FC236}">
                <a16:creationId xmlns:a16="http://schemas.microsoft.com/office/drawing/2014/main" id="{2559AB39-FDC7-2BC5-285C-3A39FE845CD2}"/>
              </a:ext>
            </a:extLst>
          </p:cNvPr>
          <p:cNvSpPr/>
          <p:nvPr/>
        </p:nvSpPr>
        <p:spPr>
          <a:xfrm>
            <a:off x="8200374" y="4814821"/>
            <a:ext cx="1155700" cy="471434"/>
          </a:xfrm>
          <a:prstGeom prst="roundRect">
            <a:avLst>
              <a:gd name="adj" fmla="val 11604"/>
            </a:avLst>
          </a:prstGeom>
          <a:solidFill>
            <a:schemeClr val="bg1"/>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Platform Admin &amp; Configuration</a:t>
            </a:r>
          </a:p>
        </p:txBody>
      </p:sp>
      <p:sp>
        <p:nvSpPr>
          <p:cNvPr id="105" name="TextBox 104">
            <a:extLst>
              <a:ext uri="{FF2B5EF4-FFF2-40B4-BE49-F238E27FC236}">
                <a16:creationId xmlns:a16="http://schemas.microsoft.com/office/drawing/2014/main" id="{348148BF-9F56-CDDC-299F-5C2D2DF4C24F}"/>
              </a:ext>
            </a:extLst>
          </p:cNvPr>
          <p:cNvSpPr txBox="1"/>
          <p:nvPr/>
        </p:nvSpPr>
        <p:spPr>
          <a:xfrm>
            <a:off x="530599" y="4566152"/>
            <a:ext cx="3248025" cy="246221"/>
          </a:xfrm>
          <a:prstGeom prst="rect">
            <a:avLst/>
          </a:prstGeom>
          <a:noFill/>
        </p:spPr>
        <p:txBody>
          <a:bodyPr wrap="square">
            <a:spAutoFit/>
          </a:bodyPr>
          <a:lstStyle/>
          <a:p>
            <a:r>
              <a:rPr lang="en-US" sz="1000" b="1">
                <a:latin typeface="Montserrat" panose="00000500000000000000" pitchFamily="2" charset="0"/>
              </a:rPr>
              <a:t>Cross-cutting Platform Services</a:t>
            </a:r>
          </a:p>
        </p:txBody>
      </p:sp>
      <p:sp>
        <p:nvSpPr>
          <p:cNvPr id="107" name="Rectangle: Rounded Corners 106">
            <a:extLst>
              <a:ext uri="{FF2B5EF4-FFF2-40B4-BE49-F238E27FC236}">
                <a16:creationId xmlns:a16="http://schemas.microsoft.com/office/drawing/2014/main" id="{FFFC8CEE-DC13-2817-E948-2A2C587F93A0}"/>
              </a:ext>
            </a:extLst>
          </p:cNvPr>
          <p:cNvSpPr/>
          <p:nvPr/>
        </p:nvSpPr>
        <p:spPr>
          <a:xfrm>
            <a:off x="519314" y="5461081"/>
            <a:ext cx="8881360" cy="815313"/>
          </a:xfrm>
          <a:prstGeom prst="roundRect">
            <a:avLst>
              <a:gd name="adj" fmla="val 8207"/>
            </a:avLst>
          </a:prstGeom>
          <a:solidFill>
            <a:srgbClr val="F2F2F2"/>
          </a:solidFill>
          <a:ln w="6350">
            <a:solidFill>
              <a:schemeClr val="bg1">
                <a:lumMod val="65000"/>
              </a:schemeClr>
            </a:solidFill>
          </a:ln>
        </p:spPr>
        <p:style>
          <a:lnRef idx="1">
            <a:schemeClr val="accent1"/>
          </a:lnRef>
          <a:fillRef idx="3">
            <a:schemeClr val="accent1"/>
          </a:fillRef>
          <a:effectRef idx="2">
            <a:schemeClr val="accent1"/>
          </a:effectRef>
          <a:fontRef idx="minor">
            <a:schemeClr val="lt1"/>
          </a:fontRef>
        </p:style>
        <p:txBody>
          <a:bodyPr rtlCol="0" anchor="ctr"/>
          <a:lstStyle/>
          <a:p>
            <a:endParaRPr lang="en-US" b="1"/>
          </a:p>
        </p:txBody>
      </p:sp>
      <p:sp>
        <p:nvSpPr>
          <p:cNvPr id="109" name="Rectangle: Rounded Corners 108">
            <a:extLst>
              <a:ext uri="{FF2B5EF4-FFF2-40B4-BE49-F238E27FC236}">
                <a16:creationId xmlns:a16="http://schemas.microsoft.com/office/drawing/2014/main" id="{F581E1F0-D464-AF3B-868C-00F85DD1F475}"/>
              </a:ext>
            </a:extLst>
          </p:cNvPr>
          <p:cNvSpPr/>
          <p:nvPr/>
        </p:nvSpPr>
        <p:spPr>
          <a:xfrm>
            <a:off x="599341"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Accurate, Standards-Aligned High-Quality Content</a:t>
            </a:r>
          </a:p>
        </p:txBody>
      </p:sp>
      <p:sp>
        <p:nvSpPr>
          <p:cNvPr id="111" name="Rectangle: Rounded Corners 110">
            <a:extLst>
              <a:ext uri="{FF2B5EF4-FFF2-40B4-BE49-F238E27FC236}">
                <a16:creationId xmlns:a16="http://schemas.microsoft.com/office/drawing/2014/main" id="{A34C45A4-83BA-507A-83A7-0928845D76B7}"/>
              </a:ext>
            </a:extLst>
          </p:cNvPr>
          <p:cNvSpPr/>
          <p:nvPr/>
        </p:nvSpPr>
        <p:spPr>
          <a:xfrm>
            <a:off x="2081194"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Improved Instructional Effectiveness</a:t>
            </a:r>
          </a:p>
        </p:txBody>
      </p:sp>
      <p:sp>
        <p:nvSpPr>
          <p:cNvPr id="113" name="Rectangle: Rounded Corners 112">
            <a:extLst>
              <a:ext uri="{FF2B5EF4-FFF2-40B4-BE49-F238E27FC236}">
                <a16:creationId xmlns:a16="http://schemas.microsoft.com/office/drawing/2014/main" id="{BDB3407D-C4DB-8CE5-6711-8D9821AC720E}"/>
              </a:ext>
            </a:extLst>
          </p:cNvPr>
          <p:cNvSpPr/>
          <p:nvPr/>
        </p:nvSpPr>
        <p:spPr>
          <a:xfrm>
            <a:off x="3563047"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Reduced Manual Effort &amp; Turnaround Time</a:t>
            </a:r>
          </a:p>
        </p:txBody>
      </p:sp>
      <p:sp>
        <p:nvSpPr>
          <p:cNvPr id="115" name="Rectangle: Rounded Corners 114">
            <a:extLst>
              <a:ext uri="{FF2B5EF4-FFF2-40B4-BE49-F238E27FC236}">
                <a16:creationId xmlns:a16="http://schemas.microsoft.com/office/drawing/2014/main" id="{317C618F-A130-01DB-CD19-4A30646B3563}"/>
              </a:ext>
            </a:extLst>
          </p:cNvPr>
          <p:cNvSpPr/>
          <p:nvPr/>
        </p:nvSpPr>
        <p:spPr>
          <a:xfrm>
            <a:off x="5044900"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Data-Driven Decisions with Traceability</a:t>
            </a:r>
          </a:p>
        </p:txBody>
      </p:sp>
      <p:sp>
        <p:nvSpPr>
          <p:cNvPr id="117" name="Rectangle: Rounded Corners 116">
            <a:extLst>
              <a:ext uri="{FF2B5EF4-FFF2-40B4-BE49-F238E27FC236}">
                <a16:creationId xmlns:a16="http://schemas.microsoft.com/office/drawing/2014/main" id="{2B1861FA-A6DA-79EE-5C93-F92A792D9647}"/>
              </a:ext>
            </a:extLst>
          </p:cNvPr>
          <p:cNvSpPr/>
          <p:nvPr/>
        </p:nvSpPr>
        <p:spPr>
          <a:xfrm>
            <a:off x="6526753"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Consistent Quality at Scale</a:t>
            </a:r>
          </a:p>
        </p:txBody>
      </p:sp>
      <p:sp>
        <p:nvSpPr>
          <p:cNvPr id="119" name="Rectangle: Rounded Corners 118">
            <a:extLst>
              <a:ext uri="{FF2B5EF4-FFF2-40B4-BE49-F238E27FC236}">
                <a16:creationId xmlns:a16="http://schemas.microsoft.com/office/drawing/2014/main" id="{E0F09381-555E-7F27-8646-55C69F389F06}"/>
              </a:ext>
            </a:extLst>
          </p:cNvPr>
          <p:cNvSpPr/>
          <p:nvPr/>
        </p:nvSpPr>
        <p:spPr>
          <a:xfrm>
            <a:off x="8008606" y="5720935"/>
            <a:ext cx="1347468" cy="471434"/>
          </a:xfrm>
          <a:prstGeom prst="roundRect">
            <a:avLst>
              <a:gd name="adj" fmla="val 11604"/>
            </a:avLst>
          </a:prstGeom>
          <a:solidFill>
            <a:schemeClr val="bg1"/>
          </a:solidFill>
          <a:ln w="6350">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Long-Term Value with Reusable Platform</a:t>
            </a:r>
          </a:p>
        </p:txBody>
      </p:sp>
      <p:sp>
        <p:nvSpPr>
          <p:cNvPr id="123" name="TextBox 122">
            <a:extLst>
              <a:ext uri="{FF2B5EF4-FFF2-40B4-BE49-F238E27FC236}">
                <a16:creationId xmlns:a16="http://schemas.microsoft.com/office/drawing/2014/main" id="{9AE6769E-F8A3-245B-D1E8-67410A655211}"/>
              </a:ext>
            </a:extLst>
          </p:cNvPr>
          <p:cNvSpPr txBox="1"/>
          <p:nvPr/>
        </p:nvSpPr>
        <p:spPr>
          <a:xfrm>
            <a:off x="530599" y="5472266"/>
            <a:ext cx="3248025" cy="246221"/>
          </a:xfrm>
          <a:prstGeom prst="rect">
            <a:avLst/>
          </a:prstGeom>
          <a:noFill/>
        </p:spPr>
        <p:txBody>
          <a:bodyPr wrap="square">
            <a:spAutoFit/>
          </a:bodyPr>
          <a:lstStyle/>
          <a:p>
            <a:r>
              <a:rPr lang="en-US" sz="1000" b="1">
                <a:solidFill>
                  <a:srgbClr val="092D69"/>
                </a:solidFill>
                <a:latin typeface="Montserrat" panose="00000500000000000000" pitchFamily="2" charset="0"/>
              </a:rPr>
              <a:t>EXPECTED OUTCOMES</a:t>
            </a:r>
          </a:p>
        </p:txBody>
      </p:sp>
      <p:sp>
        <p:nvSpPr>
          <p:cNvPr id="9" name="Rectangle: Rounded Corners 8">
            <a:extLst>
              <a:ext uri="{FF2B5EF4-FFF2-40B4-BE49-F238E27FC236}">
                <a16:creationId xmlns:a16="http://schemas.microsoft.com/office/drawing/2014/main" id="{53425FED-3316-808E-9CCA-0D7A53F4A2CC}"/>
              </a:ext>
            </a:extLst>
          </p:cNvPr>
          <p:cNvSpPr/>
          <p:nvPr/>
        </p:nvSpPr>
        <p:spPr>
          <a:xfrm>
            <a:off x="532509" y="1560372"/>
            <a:ext cx="2274993" cy="1944000"/>
          </a:xfrm>
          <a:prstGeom prst="roundRect">
            <a:avLst>
              <a:gd name="adj" fmla="val 4740"/>
            </a:avLst>
          </a:prstGeom>
          <a:solidFill>
            <a:schemeClr val="bg1"/>
          </a:solidFill>
          <a:ln w="6350">
            <a:solidFill>
              <a:schemeClr val="accent3">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Top Corners Rounded 9">
            <a:extLst>
              <a:ext uri="{FF2B5EF4-FFF2-40B4-BE49-F238E27FC236}">
                <a16:creationId xmlns:a16="http://schemas.microsoft.com/office/drawing/2014/main" id="{89D94B97-051B-8937-63C9-5E4734022E10}"/>
              </a:ext>
            </a:extLst>
          </p:cNvPr>
          <p:cNvSpPr/>
          <p:nvPr/>
        </p:nvSpPr>
        <p:spPr>
          <a:xfrm>
            <a:off x="533909" y="1557980"/>
            <a:ext cx="2273327" cy="258661"/>
          </a:xfrm>
          <a:prstGeom prst="round2SameRect">
            <a:avLst>
              <a:gd name="adj1" fmla="val 36602"/>
              <a:gd name="adj2" fmla="val 0"/>
            </a:avLst>
          </a:prstGeom>
          <a:solidFill>
            <a:schemeClr val="accent3">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b="1">
                <a:latin typeface="Montserrat" panose="00000500000000000000" pitchFamily="2" charset="0"/>
              </a:rPr>
              <a:t>Accelerator Layer (Reusable)</a:t>
            </a:r>
          </a:p>
        </p:txBody>
      </p:sp>
      <p:sp>
        <p:nvSpPr>
          <p:cNvPr id="12" name="TextBox 11">
            <a:extLst>
              <a:ext uri="{FF2B5EF4-FFF2-40B4-BE49-F238E27FC236}">
                <a16:creationId xmlns:a16="http://schemas.microsoft.com/office/drawing/2014/main" id="{582B6FA1-9F23-2116-5272-1AE5F98C482D}"/>
              </a:ext>
            </a:extLst>
          </p:cNvPr>
          <p:cNvSpPr txBox="1"/>
          <p:nvPr/>
        </p:nvSpPr>
        <p:spPr>
          <a:xfrm>
            <a:off x="519314" y="1816897"/>
            <a:ext cx="2259292" cy="1677382"/>
          </a:xfrm>
          <a:prstGeom prst="rect">
            <a:avLst/>
          </a:prstGeom>
          <a:noFill/>
          <a:ln>
            <a:noFill/>
          </a:ln>
        </p:spPr>
        <p:txBody>
          <a:bodyPr wrap="square">
            <a:spAutoFit/>
          </a:bodyPr>
          <a:lstStyle/>
          <a:p>
            <a:pPr algn="ctr">
              <a:spcBef>
                <a:spcPts val="800"/>
              </a:spcBef>
            </a:pPr>
            <a:r>
              <a:rPr lang="en-US" sz="900">
                <a:latin typeface="Montserrat" panose="00000500000000000000" pitchFamily="2" charset="0"/>
              </a:rPr>
              <a:t>Content Ingestion &amp; Understanding</a:t>
            </a:r>
          </a:p>
          <a:p>
            <a:pPr algn="ctr">
              <a:spcBef>
                <a:spcPts val="800"/>
              </a:spcBef>
            </a:pPr>
            <a:r>
              <a:rPr lang="en-US" sz="900">
                <a:latin typeface="Montserrat" panose="00000500000000000000" pitchFamily="2" charset="0"/>
              </a:rPr>
              <a:t>Workflow &amp; Orchestration</a:t>
            </a:r>
          </a:p>
          <a:p>
            <a:pPr algn="ctr">
              <a:spcBef>
                <a:spcPts val="800"/>
              </a:spcBef>
            </a:pPr>
            <a:r>
              <a:rPr lang="en-US" sz="900">
                <a:latin typeface="Montserrat" panose="00000500000000000000" pitchFamily="2" charset="0"/>
              </a:rPr>
              <a:t>Standards &amp; Alignment</a:t>
            </a:r>
          </a:p>
          <a:p>
            <a:pPr algn="ctr">
              <a:spcBef>
                <a:spcPts val="800"/>
              </a:spcBef>
            </a:pPr>
            <a:r>
              <a:rPr lang="en-US" sz="900">
                <a:latin typeface="Montserrat" panose="00000500000000000000" pitchFamily="2" charset="0"/>
              </a:rPr>
              <a:t>Analytics &amp; Insights</a:t>
            </a:r>
          </a:p>
          <a:p>
            <a:pPr algn="ctr">
              <a:spcBef>
                <a:spcPts val="800"/>
              </a:spcBef>
            </a:pPr>
            <a:r>
              <a:rPr lang="en-US" sz="900">
                <a:latin typeface="Montserrat" panose="00000500000000000000" pitchFamily="2" charset="0"/>
              </a:rPr>
              <a:t>Reporting &amp; Dashboards</a:t>
            </a:r>
          </a:p>
          <a:p>
            <a:pPr algn="ctr">
              <a:spcBef>
                <a:spcPts val="800"/>
              </a:spcBef>
            </a:pPr>
            <a:r>
              <a:rPr lang="en-US" sz="900">
                <a:latin typeface="Montserrat" panose="00000500000000000000" pitchFamily="2" charset="0"/>
              </a:rPr>
              <a:t>AI Utilities</a:t>
            </a:r>
          </a:p>
          <a:p>
            <a:pPr algn="ctr">
              <a:spcBef>
                <a:spcPts val="800"/>
              </a:spcBef>
            </a:pPr>
            <a:r>
              <a:rPr lang="en-US" sz="900">
                <a:latin typeface="Montserrat" panose="00000500000000000000" pitchFamily="2" charset="0"/>
              </a:rPr>
              <a:t>User &amp; Access Management</a:t>
            </a:r>
          </a:p>
        </p:txBody>
      </p:sp>
      <p:cxnSp>
        <p:nvCxnSpPr>
          <p:cNvPr id="127" name="Straight Connector 126">
            <a:extLst>
              <a:ext uri="{FF2B5EF4-FFF2-40B4-BE49-F238E27FC236}">
                <a16:creationId xmlns:a16="http://schemas.microsoft.com/office/drawing/2014/main" id="{8CE62C6B-E654-2342-9556-7ED60907761E}"/>
              </a:ext>
            </a:extLst>
          </p:cNvPr>
          <p:cNvCxnSpPr>
            <a:cxnSpLocks/>
          </p:cNvCxnSpPr>
          <p:nvPr/>
        </p:nvCxnSpPr>
        <p:spPr>
          <a:xfrm>
            <a:off x="626005" y="2053357"/>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8" name="Straight Connector 127">
            <a:extLst>
              <a:ext uri="{FF2B5EF4-FFF2-40B4-BE49-F238E27FC236}">
                <a16:creationId xmlns:a16="http://schemas.microsoft.com/office/drawing/2014/main" id="{9B3B2390-E0D1-75D8-EFCE-ACAA3CE9D6C9}"/>
              </a:ext>
            </a:extLst>
          </p:cNvPr>
          <p:cNvCxnSpPr>
            <a:cxnSpLocks/>
          </p:cNvCxnSpPr>
          <p:nvPr/>
        </p:nvCxnSpPr>
        <p:spPr>
          <a:xfrm>
            <a:off x="626005" y="2301007"/>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29" name="Straight Connector 128">
            <a:extLst>
              <a:ext uri="{FF2B5EF4-FFF2-40B4-BE49-F238E27FC236}">
                <a16:creationId xmlns:a16="http://schemas.microsoft.com/office/drawing/2014/main" id="{8B801865-7138-604A-2420-3546BB06904C}"/>
              </a:ext>
            </a:extLst>
          </p:cNvPr>
          <p:cNvCxnSpPr>
            <a:cxnSpLocks/>
          </p:cNvCxnSpPr>
          <p:nvPr/>
        </p:nvCxnSpPr>
        <p:spPr>
          <a:xfrm>
            <a:off x="626005" y="2529607"/>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0" name="Straight Connector 129">
            <a:extLst>
              <a:ext uri="{FF2B5EF4-FFF2-40B4-BE49-F238E27FC236}">
                <a16:creationId xmlns:a16="http://schemas.microsoft.com/office/drawing/2014/main" id="{724DB958-69BF-7C7E-2486-F793964E9D16}"/>
              </a:ext>
            </a:extLst>
          </p:cNvPr>
          <p:cNvCxnSpPr>
            <a:cxnSpLocks/>
          </p:cNvCxnSpPr>
          <p:nvPr/>
        </p:nvCxnSpPr>
        <p:spPr>
          <a:xfrm>
            <a:off x="626005" y="2772495"/>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763B27AC-C69C-C494-179B-DFBD4F1C46A8}"/>
              </a:ext>
            </a:extLst>
          </p:cNvPr>
          <p:cNvCxnSpPr>
            <a:cxnSpLocks/>
          </p:cNvCxnSpPr>
          <p:nvPr/>
        </p:nvCxnSpPr>
        <p:spPr>
          <a:xfrm>
            <a:off x="626005" y="3020145"/>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D3F3785C-68BF-AFA6-8907-55B06CDF1C41}"/>
              </a:ext>
            </a:extLst>
          </p:cNvPr>
          <p:cNvCxnSpPr>
            <a:cxnSpLocks/>
          </p:cNvCxnSpPr>
          <p:nvPr/>
        </p:nvCxnSpPr>
        <p:spPr>
          <a:xfrm>
            <a:off x="626005" y="3253507"/>
            <a:ext cx="2088000" cy="0"/>
          </a:xfrm>
          <a:prstGeom prst="line">
            <a:avLst/>
          </a:prstGeom>
          <a:ln w="6350">
            <a:solidFill>
              <a:schemeClr val="accent3">
                <a:lumMod val="50000"/>
              </a:schemeClr>
            </a:solidFill>
          </a:ln>
          <a:effectLst/>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4CF8A580-54BB-0FD2-A0D1-67AC261E267F}"/>
              </a:ext>
            </a:extLst>
          </p:cNvPr>
          <p:cNvSpPr/>
          <p:nvPr/>
        </p:nvSpPr>
        <p:spPr>
          <a:xfrm>
            <a:off x="3092851" y="1560372"/>
            <a:ext cx="4119980" cy="1944000"/>
          </a:xfrm>
          <a:prstGeom prst="roundRect">
            <a:avLst>
              <a:gd name="adj" fmla="val 4808"/>
            </a:avLst>
          </a:prstGeom>
          <a:solidFill>
            <a:schemeClr val="bg1"/>
          </a:solidFill>
          <a:ln w="6350">
            <a:solidFill>
              <a:schemeClr val="tx2">
                <a:lumMod val="60000"/>
                <a:lumOff val="4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DB05F99F-3C93-7F35-AD31-0A80FBFDCB55}"/>
              </a:ext>
            </a:extLst>
          </p:cNvPr>
          <p:cNvSpPr/>
          <p:nvPr/>
        </p:nvSpPr>
        <p:spPr>
          <a:xfrm>
            <a:off x="3222957" y="193794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Content Management</a:t>
            </a:r>
          </a:p>
        </p:txBody>
      </p:sp>
      <p:sp>
        <p:nvSpPr>
          <p:cNvPr id="47" name="Rectangle: Rounded Corners 46">
            <a:extLst>
              <a:ext uri="{FF2B5EF4-FFF2-40B4-BE49-F238E27FC236}">
                <a16:creationId xmlns:a16="http://schemas.microsoft.com/office/drawing/2014/main" id="{4A1A1DB3-3AEB-4EED-1A14-73A60AD16297}"/>
              </a:ext>
            </a:extLst>
          </p:cNvPr>
          <p:cNvSpPr/>
          <p:nvPr/>
        </p:nvSpPr>
        <p:spPr>
          <a:xfrm>
            <a:off x="4553976" y="193794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Standards Management</a:t>
            </a:r>
          </a:p>
        </p:txBody>
      </p:sp>
      <p:sp>
        <p:nvSpPr>
          <p:cNvPr id="49" name="Rectangle: Rounded Corners 48">
            <a:extLst>
              <a:ext uri="{FF2B5EF4-FFF2-40B4-BE49-F238E27FC236}">
                <a16:creationId xmlns:a16="http://schemas.microsoft.com/office/drawing/2014/main" id="{412318BE-8EF2-BAD0-8FE7-F8C274C0CBCA}"/>
              </a:ext>
            </a:extLst>
          </p:cNvPr>
          <p:cNvSpPr/>
          <p:nvPr/>
        </p:nvSpPr>
        <p:spPr>
          <a:xfrm>
            <a:off x="5878039" y="193794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Workflow Engine</a:t>
            </a:r>
          </a:p>
        </p:txBody>
      </p:sp>
      <p:sp>
        <p:nvSpPr>
          <p:cNvPr id="52" name="Rectangle: Rounded Corners 51">
            <a:extLst>
              <a:ext uri="{FF2B5EF4-FFF2-40B4-BE49-F238E27FC236}">
                <a16:creationId xmlns:a16="http://schemas.microsoft.com/office/drawing/2014/main" id="{55D61E21-2D27-761F-FB0C-E62C659A0043}"/>
              </a:ext>
            </a:extLst>
          </p:cNvPr>
          <p:cNvSpPr/>
          <p:nvPr/>
        </p:nvSpPr>
        <p:spPr>
          <a:xfrm>
            <a:off x="3222957" y="2460415"/>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Gap &amp; Surplus Analysis</a:t>
            </a:r>
          </a:p>
        </p:txBody>
      </p:sp>
      <p:sp>
        <p:nvSpPr>
          <p:cNvPr id="54" name="Rectangle: Rounded Corners 53">
            <a:extLst>
              <a:ext uri="{FF2B5EF4-FFF2-40B4-BE49-F238E27FC236}">
                <a16:creationId xmlns:a16="http://schemas.microsoft.com/office/drawing/2014/main" id="{573BEF15-5C86-02E9-E38C-C988EA7024FC}"/>
              </a:ext>
            </a:extLst>
          </p:cNvPr>
          <p:cNvSpPr/>
          <p:nvPr/>
        </p:nvSpPr>
        <p:spPr>
          <a:xfrm>
            <a:off x="4553976" y="2460415"/>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Recommendations &amp; Revisions</a:t>
            </a:r>
          </a:p>
        </p:txBody>
      </p:sp>
      <p:sp>
        <p:nvSpPr>
          <p:cNvPr id="56" name="Rectangle: Rounded Corners 55">
            <a:extLst>
              <a:ext uri="{FF2B5EF4-FFF2-40B4-BE49-F238E27FC236}">
                <a16:creationId xmlns:a16="http://schemas.microsoft.com/office/drawing/2014/main" id="{4ED57D37-B3F3-8653-213A-273007741C33}"/>
              </a:ext>
            </a:extLst>
          </p:cNvPr>
          <p:cNvSpPr/>
          <p:nvPr/>
        </p:nvSpPr>
        <p:spPr>
          <a:xfrm>
            <a:off x="5878039" y="2460415"/>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Impact </a:t>
            </a:r>
          </a:p>
          <a:p>
            <a:pPr algn="ctr"/>
            <a:r>
              <a:rPr lang="en-US" sz="900">
                <a:solidFill>
                  <a:schemeClr val="tx1"/>
                </a:solidFill>
                <a:latin typeface="Montserrat" panose="00000500000000000000" pitchFamily="2" charset="0"/>
              </a:rPr>
              <a:t>Analysis</a:t>
            </a:r>
          </a:p>
        </p:txBody>
      </p:sp>
      <p:sp>
        <p:nvSpPr>
          <p:cNvPr id="58" name="Rectangle: Rounded Corners 57">
            <a:extLst>
              <a:ext uri="{FF2B5EF4-FFF2-40B4-BE49-F238E27FC236}">
                <a16:creationId xmlns:a16="http://schemas.microsoft.com/office/drawing/2014/main" id="{D0422C07-4984-5FB0-DE48-BCEDB33A1F24}"/>
              </a:ext>
            </a:extLst>
          </p:cNvPr>
          <p:cNvSpPr/>
          <p:nvPr/>
        </p:nvSpPr>
        <p:spPr>
          <a:xfrm>
            <a:off x="3222957" y="297268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Quality &amp; Compliance</a:t>
            </a:r>
          </a:p>
        </p:txBody>
      </p:sp>
      <p:sp>
        <p:nvSpPr>
          <p:cNvPr id="60" name="Rectangle: Rounded Corners 59">
            <a:extLst>
              <a:ext uri="{FF2B5EF4-FFF2-40B4-BE49-F238E27FC236}">
                <a16:creationId xmlns:a16="http://schemas.microsoft.com/office/drawing/2014/main" id="{4F1BF24D-96B6-7FD4-777B-2809EB1BB565}"/>
              </a:ext>
            </a:extLst>
          </p:cNvPr>
          <p:cNvSpPr/>
          <p:nvPr/>
        </p:nvSpPr>
        <p:spPr>
          <a:xfrm>
            <a:off x="4553976" y="297268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Audit &amp; Traceability</a:t>
            </a:r>
          </a:p>
        </p:txBody>
      </p:sp>
      <p:sp>
        <p:nvSpPr>
          <p:cNvPr id="62" name="Rectangle: Rounded Corners 61">
            <a:extLst>
              <a:ext uri="{FF2B5EF4-FFF2-40B4-BE49-F238E27FC236}">
                <a16:creationId xmlns:a16="http://schemas.microsoft.com/office/drawing/2014/main" id="{24D01385-A378-ABFA-C502-D2DE11338416}"/>
              </a:ext>
            </a:extLst>
          </p:cNvPr>
          <p:cNvSpPr/>
          <p:nvPr/>
        </p:nvSpPr>
        <p:spPr>
          <a:xfrm>
            <a:off x="5878039" y="2972688"/>
            <a:ext cx="1207255" cy="432000"/>
          </a:xfrm>
          <a:prstGeom prst="roundRect">
            <a:avLst>
              <a:gd name="adj" fmla="val 11604"/>
            </a:avLst>
          </a:prstGeom>
          <a:solidFill>
            <a:srgbClr val="0070C0">
              <a:alpha val="6000"/>
            </a:srgbClr>
          </a:solidFill>
          <a:ln w="6350">
            <a:solidFill>
              <a:schemeClr val="tx2">
                <a:lumMod val="60000"/>
                <a:lumOff val="40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Notifications &amp; Alerts</a:t>
            </a:r>
          </a:p>
        </p:txBody>
      </p:sp>
      <p:cxnSp>
        <p:nvCxnSpPr>
          <p:cNvPr id="140" name="Straight Arrow Connector 139">
            <a:extLst>
              <a:ext uri="{FF2B5EF4-FFF2-40B4-BE49-F238E27FC236}">
                <a16:creationId xmlns:a16="http://schemas.microsoft.com/office/drawing/2014/main" id="{A7193A00-4605-068E-A0A8-660E5085937B}"/>
              </a:ext>
            </a:extLst>
          </p:cNvPr>
          <p:cNvCxnSpPr>
            <a:cxnSpLocks/>
            <a:stCxn id="9" idx="3"/>
            <a:endCxn id="14" idx="1"/>
          </p:cNvCxnSpPr>
          <p:nvPr/>
        </p:nvCxnSpPr>
        <p:spPr>
          <a:xfrm>
            <a:off x="2807502" y="2532372"/>
            <a:ext cx="285349" cy="0"/>
          </a:xfrm>
          <a:prstGeom prst="straightConnector1">
            <a:avLst/>
          </a:prstGeom>
          <a:ln w="635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3" name="Straight Arrow Connector 142">
            <a:extLst>
              <a:ext uri="{FF2B5EF4-FFF2-40B4-BE49-F238E27FC236}">
                <a16:creationId xmlns:a16="http://schemas.microsoft.com/office/drawing/2014/main" id="{AFD28685-4AD2-9885-AF57-C9F6CBD9FE1B}"/>
              </a:ext>
            </a:extLst>
          </p:cNvPr>
          <p:cNvCxnSpPr>
            <a:cxnSpLocks/>
            <a:stCxn id="14" idx="3"/>
            <a:endCxn id="26" idx="1"/>
          </p:cNvCxnSpPr>
          <p:nvPr/>
        </p:nvCxnSpPr>
        <p:spPr>
          <a:xfrm>
            <a:off x="7212831" y="2532372"/>
            <a:ext cx="285349" cy="0"/>
          </a:xfrm>
          <a:prstGeom prst="straightConnector1">
            <a:avLst/>
          </a:prstGeom>
          <a:ln w="6350">
            <a:solidFill>
              <a:schemeClr val="bg1">
                <a:lumMod val="50000"/>
              </a:schemeClr>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5E770562-9BC2-9729-417C-E45E25F1B300}"/>
              </a:ext>
            </a:extLst>
          </p:cNvPr>
          <p:cNvCxnSpPr>
            <a:cxnSpLocks/>
          </p:cNvCxnSpPr>
          <p:nvPr/>
        </p:nvCxnSpPr>
        <p:spPr>
          <a:xfrm>
            <a:off x="9604961" y="2369948"/>
            <a:ext cx="1872000" cy="0"/>
          </a:xfrm>
          <a:prstGeom prst="line">
            <a:avLst/>
          </a:prstGeom>
          <a:ln w="6350">
            <a:solidFill>
              <a:srgbClr val="215968"/>
            </a:solidFill>
          </a:ln>
          <a:effectLst/>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3C1B3642-823B-B2A0-99F5-22F9D15E17B2}"/>
              </a:ext>
            </a:extLst>
          </p:cNvPr>
          <p:cNvCxnSpPr>
            <a:cxnSpLocks/>
          </p:cNvCxnSpPr>
          <p:nvPr/>
        </p:nvCxnSpPr>
        <p:spPr>
          <a:xfrm>
            <a:off x="9716711" y="2986044"/>
            <a:ext cx="1872000" cy="0"/>
          </a:xfrm>
          <a:prstGeom prst="line">
            <a:avLst/>
          </a:prstGeom>
          <a:ln w="6350">
            <a:solidFill>
              <a:srgbClr val="215968"/>
            </a:solidFill>
          </a:ln>
          <a:effectLst/>
        </p:spPr>
        <p:style>
          <a:lnRef idx="2">
            <a:schemeClr val="accent1"/>
          </a:lnRef>
          <a:fillRef idx="0">
            <a:schemeClr val="accent1"/>
          </a:fillRef>
          <a:effectRef idx="1">
            <a:schemeClr val="accent1"/>
          </a:effectRef>
          <a:fontRef idx="minor">
            <a:schemeClr val="tx1"/>
          </a:fontRef>
        </p:style>
      </p:cxnSp>
      <p:cxnSp>
        <p:nvCxnSpPr>
          <p:cNvPr id="149" name="Straight Connector 148">
            <a:extLst>
              <a:ext uri="{FF2B5EF4-FFF2-40B4-BE49-F238E27FC236}">
                <a16:creationId xmlns:a16="http://schemas.microsoft.com/office/drawing/2014/main" id="{818D55CD-D548-071B-C850-107B42C3DF10}"/>
              </a:ext>
            </a:extLst>
          </p:cNvPr>
          <p:cNvCxnSpPr>
            <a:cxnSpLocks/>
          </p:cNvCxnSpPr>
          <p:nvPr/>
        </p:nvCxnSpPr>
        <p:spPr>
          <a:xfrm>
            <a:off x="9716711" y="4020505"/>
            <a:ext cx="1872000" cy="0"/>
          </a:xfrm>
          <a:prstGeom prst="line">
            <a:avLst/>
          </a:prstGeom>
          <a:ln w="6350">
            <a:solidFill>
              <a:srgbClr val="215968"/>
            </a:solidFill>
          </a:ln>
          <a:effectLst/>
        </p:spPr>
        <p:style>
          <a:lnRef idx="2">
            <a:schemeClr val="accent1"/>
          </a:lnRef>
          <a:fillRef idx="0">
            <a:schemeClr val="accent1"/>
          </a:fillRef>
          <a:effectRef idx="1">
            <a:schemeClr val="accent1"/>
          </a:effectRef>
          <a:fontRef idx="minor">
            <a:schemeClr val="tx1"/>
          </a:fontRef>
        </p:style>
      </p:cxnSp>
      <p:cxnSp>
        <p:nvCxnSpPr>
          <p:cNvPr id="151" name="Straight Connector 150">
            <a:extLst>
              <a:ext uri="{FF2B5EF4-FFF2-40B4-BE49-F238E27FC236}">
                <a16:creationId xmlns:a16="http://schemas.microsoft.com/office/drawing/2014/main" id="{885FA0A4-5EF8-492B-BF02-EA60DA1A9B1D}"/>
              </a:ext>
            </a:extLst>
          </p:cNvPr>
          <p:cNvCxnSpPr>
            <a:cxnSpLocks/>
          </p:cNvCxnSpPr>
          <p:nvPr/>
        </p:nvCxnSpPr>
        <p:spPr>
          <a:xfrm>
            <a:off x="9716711" y="4726928"/>
            <a:ext cx="1872000" cy="0"/>
          </a:xfrm>
          <a:prstGeom prst="line">
            <a:avLst/>
          </a:prstGeom>
          <a:ln w="6350">
            <a:solidFill>
              <a:srgbClr val="215968"/>
            </a:solidFill>
          </a:ln>
          <a:effectLst/>
        </p:spPr>
        <p:style>
          <a:lnRef idx="2">
            <a:schemeClr val="accent1"/>
          </a:lnRef>
          <a:fillRef idx="0">
            <a:schemeClr val="accent1"/>
          </a:fillRef>
          <a:effectRef idx="1">
            <a:schemeClr val="accent1"/>
          </a:effectRef>
          <a:fontRef idx="minor">
            <a:schemeClr val="tx1"/>
          </a:fontRef>
        </p:style>
      </p:cxnSp>
      <p:sp>
        <p:nvSpPr>
          <p:cNvPr id="3" name="Rectangle: Top Corners Rounded 2">
            <a:extLst>
              <a:ext uri="{FF2B5EF4-FFF2-40B4-BE49-F238E27FC236}">
                <a16:creationId xmlns:a16="http://schemas.microsoft.com/office/drawing/2014/main" id="{60CF24AB-A62A-8D4A-839D-6457E42558A5}"/>
              </a:ext>
            </a:extLst>
          </p:cNvPr>
          <p:cNvSpPr/>
          <p:nvPr/>
        </p:nvSpPr>
        <p:spPr>
          <a:xfrm>
            <a:off x="9575327" y="1557981"/>
            <a:ext cx="2156626" cy="258661"/>
          </a:xfrm>
          <a:prstGeom prst="round2SameRect">
            <a:avLst>
              <a:gd name="adj1" fmla="val 38855"/>
              <a:gd name="adj2" fmla="val 0"/>
            </a:avLst>
          </a:prstGeom>
          <a:solidFill>
            <a:schemeClr val="accent5">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a:solidFill>
                  <a:schemeClr val="bg1"/>
                </a:solidFill>
                <a:latin typeface="Montserrat" panose="00000500000000000000" pitchFamily="2" charset="0"/>
              </a:rPr>
              <a:t>Solution Benefits</a:t>
            </a:r>
          </a:p>
        </p:txBody>
      </p:sp>
      <p:sp>
        <p:nvSpPr>
          <p:cNvPr id="39" name="Rectangle: Top Corners Rounded 38">
            <a:extLst>
              <a:ext uri="{FF2B5EF4-FFF2-40B4-BE49-F238E27FC236}">
                <a16:creationId xmlns:a16="http://schemas.microsoft.com/office/drawing/2014/main" id="{9209B35B-877C-6AE3-40A2-8AE96339BEA5}"/>
              </a:ext>
            </a:extLst>
          </p:cNvPr>
          <p:cNvSpPr/>
          <p:nvPr/>
        </p:nvSpPr>
        <p:spPr>
          <a:xfrm>
            <a:off x="3100117" y="1560372"/>
            <a:ext cx="4112714" cy="258661"/>
          </a:xfrm>
          <a:prstGeom prst="round2SameRect">
            <a:avLst>
              <a:gd name="adj1" fmla="val 36602"/>
              <a:gd name="adj2" fmla="val 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800" b="1">
                <a:solidFill>
                  <a:schemeClr val="bg1"/>
                </a:solidFill>
                <a:latin typeface="Montserrat" panose="00000500000000000000" pitchFamily="2" charset="0"/>
              </a:rPr>
              <a:t>Shared Platform Capabilities</a:t>
            </a:r>
          </a:p>
        </p:txBody>
      </p:sp>
      <p:cxnSp>
        <p:nvCxnSpPr>
          <p:cNvPr id="2" name="Straight Connector 1">
            <a:extLst>
              <a:ext uri="{FF2B5EF4-FFF2-40B4-BE49-F238E27FC236}">
                <a16:creationId xmlns:a16="http://schemas.microsoft.com/office/drawing/2014/main" id="{0644F4D1-BF19-325F-78A0-CEAB4BA4390B}"/>
              </a:ext>
            </a:extLst>
          </p:cNvPr>
          <p:cNvCxnSpPr>
            <a:cxnSpLocks/>
          </p:cNvCxnSpPr>
          <p:nvPr/>
        </p:nvCxnSpPr>
        <p:spPr>
          <a:xfrm>
            <a:off x="9716711" y="3464980"/>
            <a:ext cx="1872000" cy="0"/>
          </a:xfrm>
          <a:prstGeom prst="line">
            <a:avLst/>
          </a:prstGeom>
          <a:ln w="6350">
            <a:solidFill>
              <a:srgbClr val="215968"/>
            </a:solidFill>
          </a:ln>
          <a:effectLst/>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D04E8DF-9379-8AC7-6AD2-C392EC80E95F}"/>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Proposed Solution—Unified Curriculum Intelligence Platform</a:t>
            </a:r>
          </a:p>
        </p:txBody>
      </p:sp>
      <p:sp>
        <p:nvSpPr>
          <p:cNvPr id="72" name="Rectangle: Rounded Corners 71">
            <a:extLst>
              <a:ext uri="{FF2B5EF4-FFF2-40B4-BE49-F238E27FC236}">
                <a16:creationId xmlns:a16="http://schemas.microsoft.com/office/drawing/2014/main" id="{4D53A549-A363-6C95-B9E5-1B5B2C7C85FF}"/>
              </a:ext>
            </a:extLst>
          </p:cNvPr>
          <p:cNvSpPr/>
          <p:nvPr/>
        </p:nvSpPr>
        <p:spPr>
          <a:xfrm>
            <a:off x="599341"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Curriculum Content</a:t>
            </a:r>
          </a:p>
        </p:txBody>
      </p:sp>
      <p:sp>
        <p:nvSpPr>
          <p:cNvPr id="74" name="Rectangle: Rounded Corners 73">
            <a:extLst>
              <a:ext uri="{FF2B5EF4-FFF2-40B4-BE49-F238E27FC236}">
                <a16:creationId xmlns:a16="http://schemas.microsoft.com/office/drawing/2014/main" id="{5C505380-9F2B-D22A-4379-EE15296B48C8}"/>
              </a:ext>
            </a:extLst>
          </p:cNvPr>
          <p:cNvSpPr/>
          <p:nvPr/>
        </p:nvSpPr>
        <p:spPr>
          <a:xfrm>
            <a:off x="1866180"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Standards Management</a:t>
            </a:r>
          </a:p>
        </p:txBody>
      </p:sp>
      <p:sp>
        <p:nvSpPr>
          <p:cNvPr id="76" name="Rectangle: Rounded Corners 75">
            <a:extLst>
              <a:ext uri="{FF2B5EF4-FFF2-40B4-BE49-F238E27FC236}">
                <a16:creationId xmlns:a16="http://schemas.microsoft.com/office/drawing/2014/main" id="{0418C024-459D-9DFA-A620-B27A6D23D9CE}"/>
              </a:ext>
            </a:extLst>
          </p:cNvPr>
          <p:cNvSpPr/>
          <p:nvPr/>
        </p:nvSpPr>
        <p:spPr>
          <a:xfrm>
            <a:off x="3133019"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Evidence &amp; </a:t>
            </a:r>
          </a:p>
          <a:p>
            <a:pPr algn="ctr"/>
            <a:r>
              <a:rPr lang="en-US" sz="900">
                <a:solidFill>
                  <a:schemeClr val="tx1"/>
                </a:solidFill>
                <a:latin typeface="Montserrat" panose="00000500000000000000" pitchFamily="2" charset="0"/>
              </a:rPr>
              <a:t>Sources</a:t>
            </a:r>
          </a:p>
        </p:txBody>
      </p:sp>
      <p:sp>
        <p:nvSpPr>
          <p:cNvPr id="78" name="Rectangle: Rounded Corners 77">
            <a:extLst>
              <a:ext uri="{FF2B5EF4-FFF2-40B4-BE49-F238E27FC236}">
                <a16:creationId xmlns:a16="http://schemas.microsoft.com/office/drawing/2014/main" id="{7604D783-363A-8042-5E9D-788B896B70B2}"/>
              </a:ext>
            </a:extLst>
          </p:cNvPr>
          <p:cNvSpPr/>
          <p:nvPr/>
        </p:nvSpPr>
        <p:spPr>
          <a:xfrm>
            <a:off x="4399858"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Recommendations &amp; Revisions</a:t>
            </a:r>
          </a:p>
        </p:txBody>
      </p:sp>
      <p:sp>
        <p:nvSpPr>
          <p:cNvPr id="80" name="Rectangle: Rounded Corners 79">
            <a:extLst>
              <a:ext uri="{FF2B5EF4-FFF2-40B4-BE49-F238E27FC236}">
                <a16:creationId xmlns:a16="http://schemas.microsoft.com/office/drawing/2014/main" id="{0C785D26-82D8-9095-237D-21CF1F54B9F1}"/>
              </a:ext>
            </a:extLst>
          </p:cNvPr>
          <p:cNvSpPr/>
          <p:nvPr/>
        </p:nvSpPr>
        <p:spPr>
          <a:xfrm>
            <a:off x="5666697"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Rationale &amp; Approvals</a:t>
            </a:r>
          </a:p>
        </p:txBody>
      </p:sp>
      <p:sp>
        <p:nvSpPr>
          <p:cNvPr id="82" name="Rectangle: Rounded Corners 81">
            <a:extLst>
              <a:ext uri="{FF2B5EF4-FFF2-40B4-BE49-F238E27FC236}">
                <a16:creationId xmlns:a16="http://schemas.microsoft.com/office/drawing/2014/main" id="{18436FB9-0207-4C9B-E9AF-2ACC61643267}"/>
              </a:ext>
            </a:extLst>
          </p:cNvPr>
          <p:cNvSpPr/>
          <p:nvPr/>
        </p:nvSpPr>
        <p:spPr>
          <a:xfrm>
            <a:off x="6933536"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Metadata &amp; Taxonomy</a:t>
            </a:r>
          </a:p>
        </p:txBody>
      </p:sp>
      <p:sp>
        <p:nvSpPr>
          <p:cNvPr id="84" name="Rectangle: Rounded Corners 83">
            <a:extLst>
              <a:ext uri="{FF2B5EF4-FFF2-40B4-BE49-F238E27FC236}">
                <a16:creationId xmlns:a16="http://schemas.microsoft.com/office/drawing/2014/main" id="{77B1FC62-33BE-9079-6C06-B96947ACAD22}"/>
              </a:ext>
            </a:extLst>
          </p:cNvPr>
          <p:cNvSpPr/>
          <p:nvPr/>
        </p:nvSpPr>
        <p:spPr>
          <a:xfrm>
            <a:off x="8200374" y="3907092"/>
            <a:ext cx="1155700" cy="471434"/>
          </a:xfrm>
          <a:prstGeom prst="roundRect">
            <a:avLst>
              <a:gd name="adj" fmla="val 11604"/>
            </a:avLst>
          </a:prstGeom>
          <a:solidFill>
            <a:schemeClr val="bg1"/>
          </a:solidFill>
          <a:ln w="6350">
            <a:solidFill>
              <a:schemeClr val="accent5">
                <a:lumMod val="75000"/>
              </a:schemeClr>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900">
                <a:solidFill>
                  <a:schemeClr val="tx1"/>
                </a:solidFill>
                <a:latin typeface="Montserrat" panose="00000500000000000000" pitchFamily="2" charset="0"/>
              </a:rPr>
              <a:t>Audit &amp; </a:t>
            </a:r>
          </a:p>
          <a:p>
            <a:pPr algn="ctr"/>
            <a:r>
              <a:rPr lang="en-US" sz="900">
                <a:solidFill>
                  <a:schemeClr val="tx1"/>
                </a:solidFill>
                <a:latin typeface="Montserrat" panose="00000500000000000000" pitchFamily="2" charset="0"/>
              </a:rPr>
              <a:t>Traceability</a:t>
            </a:r>
          </a:p>
        </p:txBody>
      </p:sp>
    </p:spTree>
    <p:extLst>
      <p:ext uri="{BB962C8B-B14F-4D97-AF65-F5344CB8AC3E}">
        <p14:creationId xmlns:p14="http://schemas.microsoft.com/office/powerpoint/2010/main" val="2599688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E8DAD-3821-B93A-96B9-8E183AB5670B}"/>
            </a:ext>
          </a:extLst>
        </p:cNvPr>
        <p:cNvGrpSpPr/>
        <p:nvPr/>
      </p:nvGrpSpPr>
      <p:grpSpPr>
        <a:xfrm>
          <a:off x="0" y="0"/>
          <a:ext cx="0" cy="0"/>
          <a:chOff x="0" y="0"/>
          <a:chExt cx="0" cy="0"/>
        </a:xfrm>
      </p:grpSpPr>
      <p:sp>
        <p:nvSpPr>
          <p:cNvPr id="125" name="Shape 52">
            <a:extLst>
              <a:ext uri="{FF2B5EF4-FFF2-40B4-BE49-F238E27FC236}">
                <a16:creationId xmlns:a16="http://schemas.microsoft.com/office/drawing/2014/main" id="{0EFB2F7B-2F37-2149-9075-B466544D067A}"/>
              </a:ext>
            </a:extLst>
          </p:cNvPr>
          <p:cNvSpPr/>
          <p:nvPr/>
        </p:nvSpPr>
        <p:spPr>
          <a:xfrm>
            <a:off x="534572" y="4862355"/>
            <a:ext cx="11113477" cy="815114"/>
          </a:xfrm>
          <a:prstGeom prst="roundRect">
            <a:avLst>
              <a:gd name="adj" fmla="val 19213"/>
            </a:avLst>
          </a:prstGeom>
          <a:solidFill>
            <a:srgbClr val="EDF6F9"/>
          </a:solidFill>
          <a:ln w="6350">
            <a:solidFill>
              <a:schemeClr val="accent5">
                <a:lumMod val="75000"/>
              </a:schemeClr>
            </a:solidFill>
            <a:prstDash val="solid"/>
          </a:ln>
        </p:spPr>
        <p:txBody>
          <a:bodyPr/>
          <a:lstStyle/>
          <a:p>
            <a:endParaRPr lang="en-US">
              <a:latin typeface="Montserrat" panose="00000500000000000000" pitchFamily="2" charset="0"/>
            </a:endParaRPr>
          </a:p>
        </p:txBody>
      </p:sp>
      <p:sp>
        <p:nvSpPr>
          <p:cNvPr id="127" name="Text 55">
            <a:extLst>
              <a:ext uri="{FF2B5EF4-FFF2-40B4-BE49-F238E27FC236}">
                <a16:creationId xmlns:a16="http://schemas.microsoft.com/office/drawing/2014/main" id="{131C29C8-3D62-AB89-5D89-519D24F00AAA}"/>
              </a:ext>
            </a:extLst>
          </p:cNvPr>
          <p:cNvSpPr/>
          <p:nvPr/>
        </p:nvSpPr>
        <p:spPr>
          <a:xfrm>
            <a:off x="654302" y="5251516"/>
            <a:ext cx="1215441"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Faster Delivery</a:t>
            </a:r>
          </a:p>
          <a:p>
            <a:pPr algn="ctr"/>
            <a:r>
              <a:rPr lang="en-US" sz="1200">
                <a:latin typeface="Montserrat" panose="00000500000000000000" pitchFamily="2" charset="0"/>
                <a:ea typeface="Aptos" pitchFamily="34" charset="-122"/>
                <a:cs typeface="Aptos" pitchFamily="34" charset="-120"/>
              </a:rPr>
              <a:t>Quick wins</a:t>
            </a:r>
            <a:endParaRPr lang="en-US" sz="1200">
              <a:latin typeface="Montserrat" panose="00000500000000000000" pitchFamily="2" charset="0"/>
            </a:endParaRPr>
          </a:p>
        </p:txBody>
      </p:sp>
      <p:sp>
        <p:nvSpPr>
          <p:cNvPr id="129" name="Shape 57">
            <a:extLst>
              <a:ext uri="{FF2B5EF4-FFF2-40B4-BE49-F238E27FC236}">
                <a16:creationId xmlns:a16="http://schemas.microsoft.com/office/drawing/2014/main" id="{EDCC67AC-4E45-1BAC-58BE-3803AE245B3E}"/>
              </a:ext>
            </a:extLst>
          </p:cNvPr>
          <p:cNvSpPr/>
          <p:nvPr/>
        </p:nvSpPr>
        <p:spPr>
          <a:xfrm>
            <a:off x="2125384" y="5189616"/>
            <a:ext cx="0" cy="301752"/>
          </a:xfrm>
          <a:prstGeom prst="line">
            <a:avLst/>
          </a:prstGeom>
          <a:noFill/>
          <a:ln w="12700">
            <a:solidFill>
              <a:schemeClr val="tx1">
                <a:lumMod val="95000"/>
                <a:lumOff val="5000"/>
              </a:schemeClr>
            </a:solidFill>
            <a:prstDash val="solid"/>
          </a:ln>
        </p:spPr>
        <p:txBody>
          <a:bodyPr/>
          <a:lstStyle/>
          <a:p>
            <a:endParaRPr lang="en-US"/>
          </a:p>
        </p:txBody>
      </p:sp>
      <p:sp>
        <p:nvSpPr>
          <p:cNvPr id="130" name="Text 58">
            <a:extLst>
              <a:ext uri="{FF2B5EF4-FFF2-40B4-BE49-F238E27FC236}">
                <a16:creationId xmlns:a16="http://schemas.microsoft.com/office/drawing/2014/main" id="{2A083CF8-5844-B26C-9379-7020AE8C4302}"/>
              </a:ext>
            </a:extLst>
          </p:cNvPr>
          <p:cNvSpPr/>
          <p:nvPr/>
        </p:nvSpPr>
        <p:spPr>
          <a:xfrm>
            <a:off x="2272352" y="5251516"/>
            <a:ext cx="1338950"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Lower Cost</a:t>
            </a:r>
          </a:p>
          <a:p>
            <a:pPr algn="ctr"/>
            <a:r>
              <a:rPr lang="en-US" sz="1200">
                <a:latin typeface="Montserrat" panose="00000500000000000000" pitchFamily="2" charset="0"/>
                <a:ea typeface="Aptos" pitchFamily="34" charset="-122"/>
                <a:cs typeface="Aptos" pitchFamily="34" charset="-120"/>
              </a:rPr>
              <a:t>Optimized effort</a:t>
            </a:r>
            <a:endParaRPr lang="en-US" sz="1200">
              <a:latin typeface="Montserrat" panose="00000500000000000000" pitchFamily="2" charset="0"/>
            </a:endParaRPr>
          </a:p>
        </p:txBody>
      </p:sp>
      <p:sp>
        <p:nvSpPr>
          <p:cNvPr id="131" name="Text 59">
            <a:extLst>
              <a:ext uri="{FF2B5EF4-FFF2-40B4-BE49-F238E27FC236}">
                <a16:creationId xmlns:a16="http://schemas.microsoft.com/office/drawing/2014/main" id="{928D38A8-2C77-1955-EC7B-64328D6F6522}"/>
              </a:ext>
            </a:extLst>
          </p:cNvPr>
          <p:cNvSpPr/>
          <p:nvPr/>
        </p:nvSpPr>
        <p:spPr>
          <a:xfrm>
            <a:off x="2252472" y="5381640"/>
            <a:ext cx="1880616" cy="201168"/>
          </a:xfrm>
          <a:prstGeom prst="rect">
            <a:avLst/>
          </a:prstGeom>
          <a:noFill/>
          <a:ln/>
        </p:spPr>
        <p:txBody>
          <a:bodyPr wrap="square" lIns="0" tIns="0" rIns="0" bIns="0" rtlCol="0" anchor="ctr">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endParaRPr lang="en-US" sz="1100">
              <a:latin typeface="Montserrat" panose="00000500000000000000" pitchFamily="2" charset="0"/>
            </a:endParaRPr>
          </a:p>
        </p:txBody>
      </p:sp>
      <p:sp>
        <p:nvSpPr>
          <p:cNvPr id="132" name="Shape 60">
            <a:extLst>
              <a:ext uri="{FF2B5EF4-FFF2-40B4-BE49-F238E27FC236}">
                <a16:creationId xmlns:a16="http://schemas.microsoft.com/office/drawing/2014/main" id="{4F79D183-4402-537C-2A0A-FF8117B7F431}"/>
              </a:ext>
            </a:extLst>
          </p:cNvPr>
          <p:cNvSpPr/>
          <p:nvPr/>
        </p:nvSpPr>
        <p:spPr>
          <a:xfrm>
            <a:off x="3781364" y="5189616"/>
            <a:ext cx="0" cy="301752"/>
          </a:xfrm>
          <a:prstGeom prst="line">
            <a:avLst/>
          </a:prstGeom>
          <a:noFill/>
          <a:ln w="12700">
            <a:solidFill>
              <a:schemeClr val="tx1">
                <a:lumMod val="95000"/>
                <a:lumOff val="5000"/>
              </a:schemeClr>
            </a:solidFill>
            <a:prstDash val="solid"/>
          </a:ln>
        </p:spPr>
        <p:txBody>
          <a:bodyPr/>
          <a:lstStyle/>
          <a:p>
            <a:endParaRPr lang="en-US"/>
          </a:p>
        </p:txBody>
      </p:sp>
      <p:sp>
        <p:nvSpPr>
          <p:cNvPr id="133" name="Text 61">
            <a:extLst>
              <a:ext uri="{FF2B5EF4-FFF2-40B4-BE49-F238E27FC236}">
                <a16:creationId xmlns:a16="http://schemas.microsoft.com/office/drawing/2014/main" id="{C4991A38-E5C2-2E54-A0AB-6BA5817CE612}"/>
              </a:ext>
            </a:extLst>
          </p:cNvPr>
          <p:cNvSpPr/>
          <p:nvPr/>
        </p:nvSpPr>
        <p:spPr>
          <a:xfrm>
            <a:off x="3885244" y="5251516"/>
            <a:ext cx="1880616"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Higher Quality</a:t>
            </a:r>
          </a:p>
          <a:p>
            <a:pPr algn="ctr"/>
            <a:r>
              <a:rPr lang="en-US" sz="1200">
                <a:latin typeface="Montserrat" panose="00000500000000000000" pitchFamily="2" charset="0"/>
                <a:ea typeface="Aptos" pitchFamily="34" charset="-122"/>
                <a:cs typeface="Aptos" pitchFamily="34" charset="-120"/>
              </a:rPr>
              <a:t>Consistent outcomes</a:t>
            </a:r>
            <a:endParaRPr lang="en-US" sz="1200">
              <a:latin typeface="Montserrat" panose="00000500000000000000" pitchFamily="2" charset="0"/>
            </a:endParaRPr>
          </a:p>
        </p:txBody>
      </p:sp>
      <p:sp>
        <p:nvSpPr>
          <p:cNvPr id="135" name="Shape 63">
            <a:extLst>
              <a:ext uri="{FF2B5EF4-FFF2-40B4-BE49-F238E27FC236}">
                <a16:creationId xmlns:a16="http://schemas.microsoft.com/office/drawing/2014/main" id="{70E76095-9874-757D-E19E-C2D91075AC88}"/>
              </a:ext>
            </a:extLst>
          </p:cNvPr>
          <p:cNvSpPr/>
          <p:nvPr/>
        </p:nvSpPr>
        <p:spPr>
          <a:xfrm>
            <a:off x="5880022" y="5189616"/>
            <a:ext cx="0" cy="301752"/>
          </a:xfrm>
          <a:prstGeom prst="line">
            <a:avLst/>
          </a:prstGeom>
          <a:noFill/>
          <a:ln w="12700">
            <a:solidFill>
              <a:schemeClr val="tx1">
                <a:lumMod val="95000"/>
                <a:lumOff val="5000"/>
              </a:schemeClr>
            </a:solidFill>
            <a:prstDash val="solid"/>
          </a:ln>
        </p:spPr>
        <p:txBody>
          <a:bodyPr/>
          <a:lstStyle/>
          <a:p>
            <a:endParaRPr lang="en-US"/>
          </a:p>
        </p:txBody>
      </p:sp>
      <p:sp>
        <p:nvSpPr>
          <p:cNvPr id="136" name="Text 64">
            <a:extLst>
              <a:ext uri="{FF2B5EF4-FFF2-40B4-BE49-F238E27FC236}">
                <a16:creationId xmlns:a16="http://schemas.microsoft.com/office/drawing/2014/main" id="{74A6A210-2AE5-E3F9-A334-C854CFDE7C29}"/>
              </a:ext>
            </a:extLst>
          </p:cNvPr>
          <p:cNvSpPr/>
          <p:nvPr/>
        </p:nvSpPr>
        <p:spPr>
          <a:xfrm>
            <a:off x="5851036" y="5251516"/>
            <a:ext cx="1880616"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Scalable Platform</a:t>
            </a:r>
          </a:p>
          <a:p>
            <a:pPr algn="ctr"/>
            <a:r>
              <a:rPr lang="en-US" sz="1200">
                <a:latin typeface="Montserrat" panose="00000500000000000000" pitchFamily="2" charset="0"/>
                <a:ea typeface="Aptos" pitchFamily="34" charset="-122"/>
                <a:cs typeface="Aptos" pitchFamily="34" charset="-120"/>
              </a:rPr>
              <a:t>Built to grow</a:t>
            </a:r>
            <a:endParaRPr lang="en-US" sz="1200">
              <a:latin typeface="Montserrat" panose="00000500000000000000" pitchFamily="2" charset="0"/>
            </a:endParaRPr>
          </a:p>
        </p:txBody>
      </p:sp>
      <p:sp>
        <p:nvSpPr>
          <p:cNvPr id="138" name="Shape 66">
            <a:extLst>
              <a:ext uri="{FF2B5EF4-FFF2-40B4-BE49-F238E27FC236}">
                <a16:creationId xmlns:a16="http://schemas.microsoft.com/office/drawing/2014/main" id="{BFEB36EB-59AB-93E0-F2EF-868CBF51367E}"/>
              </a:ext>
            </a:extLst>
          </p:cNvPr>
          <p:cNvSpPr/>
          <p:nvPr/>
        </p:nvSpPr>
        <p:spPr>
          <a:xfrm>
            <a:off x="7720890" y="5189616"/>
            <a:ext cx="0" cy="301752"/>
          </a:xfrm>
          <a:prstGeom prst="line">
            <a:avLst/>
          </a:prstGeom>
          <a:noFill/>
          <a:ln w="12700">
            <a:solidFill>
              <a:schemeClr val="tx1">
                <a:lumMod val="95000"/>
                <a:lumOff val="5000"/>
              </a:schemeClr>
            </a:solidFill>
            <a:prstDash val="solid"/>
          </a:ln>
        </p:spPr>
        <p:txBody>
          <a:bodyPr/>
          <a:lstStyle/>
          <a:p>
            <a:endParaRPr lang="en-US"/>
          </a:p>
        </p:txBody>
      </p:sp>
      <p:sp>
        <p:nvSpPr>
          <p:cNvPr id="139" name="Text 67">
            <a:extLst>
              <a:ext uri="{FF2B5EF4-FFF2-40B4-BE49-F238E27FC236}">
                <a16:creationId xmlns:a16="http://schemas.microsoft.com/office/drawing/2014/main" id="{AD2D052C-6062-EACF-86D0-2A5BD2F7A27D}"/>
              </a:ext>
            </a:extLst>
          </p:cNvPr>
          <p:cNvSpPr/>
          <p:nvPr/>
        </p:nvSpPr>
        <p:spPr>
          <a:xfrm>
            <a:off x="7783505" y="5251516"/>
            <a:ext cx="1880616"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Stronger Trust</a:t>
            </a:r>
          </a:p>
          <a:p>
            <a:pPr algn="ctr"/>
            <a:r>
              <a:rPr lang="en-US" sz="1200">
                <a:latin typeface="Montserrat" panose="00000500000000000000" pitchFamily="2" charset="0"/>
                <a:ea typeface="Aptos" pitchFamily="34" charset="-122"/>
                <a:cs typeface="Aptos" pitchFamily="34" charset="-120"/>
              </a:rPr>
              <a:t>Aligned stakeholders</a:t>
            </a:r>
            <a:endParaRPr lang="en-US" sz="1200">
              <a:latin typeface="Montserrat" panose="00000500000000000000" pitchFamily="2" charset="0"/>
            </a:endParaRPr>
          </a:p>
        </p:txBody>
      </p:sp>
      <p:sp>
        <p:nvSpPr>
          <p:cNvPr id="141" name="Shape 69">
            <a:extLst>
              <a:ext uri="{FF2B5EF4-FFF2-40B4-BE49-F238E27FC236}">
                <a16:creationId xmlns:a16="http://schemas.microsoft.com/office/drawing/2014/main" id="{4ADC5502-9BC2-3E8B-C414-46ACD4422175}"/>
              </a:ext>
            </a:extLst>
          </p:cNvPr>
          <p:cNvSpPr/>
          <p:nvPr/>
        </p:nvSpPr>
        <p:spPr>
          <a:xfrm>
            <a:off x="9728090" y="5189616"/>
            <a:ext cx="0" cy="301752"/>
          </a:xfrm>
          <a:prstGeom prst="line">
            <a:avLst/>
          </a:prstGeom>
          <a:noFill/>
          <a:ln w="12700">
            <a:solidFill>
              <a:schemeClr val="tx1">
                <a:lumMod val="95000"/>
                <a:lumOff val="5000"/>
              </a:schemeClr>
            </a:solidFill>
            <a:prstDash val="solid"/>
          </a:ln>
        </p:spPr>
        <p:txBody>
          <a:bodyPr/>
          <a:lstStyle/>
          <a:p>
            <a:endParaRPr lang="en-US"/>
          </a:p>
        </p:txBody>
      </p:sp>
      <p:sp>
        <p:nvSpPr>
          <p:cNvPr id="142" name="Text 70">
            <a:extLst>
              <a:ext uri="{FF2B5EF4-FFF2-40B4-BE49-F238E27FC236}">
                <a16:creationId xmlns:a16="http://schemas.microsoft.com/office/drawing/2014/main" id="{2769A1F1-1CBA-399E-0395-84C08A4B0779}"/>
              </a:ext>
            </a:extLst>
          </p:cNvPr>
          <p:cNvSpPr/>
          <p:nvPr/>
        </p:nvSpPr>
        <p:spPr>
          <a:xfrm>
            <a:off x="9763656" y="5251516"/>
            <a:ext cx="1880616" cy="201168"/>
          </a:xfrm>
          <a:prstGeom prst="rect">
            <a:avLst/>
          </a:prstGeom>
          <a:noFill/>
          <a:ln/>
        </p:spPr>
        <p:txBody>
          <a:bodyPr wrap="square" lIns="0" tIns="0" rIns="0" bIns="0" rtlCol="0" anchor="ctr">
            <a:no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1200" b="1">
                <a:latin typeface="Montserrat" panose="00000500000000000000" pitchFamily="2" charset="0"/>
                <a:ea typeface="Aptos" pitchFamily="34" charset="-122"/>
                <a:cs typeface="Aptos" pitchFamily="34" charset="-120"/>
              </a:rPr>
              <a:t>Measurable Impact</a:t>
            </a:r>
          </a:p>
          <a:p>
            <a:pPr algn="ctr"/>
            <a:r>
              <a:rPr lang="en-US" sz="1200">
                <a:latin typeface="Montserrat" panose="00000500000000000000" pitchFamily="2" charset="0"/>
                <a:ea typeface="Aptos" pitchFamily="34" charset="-122"/>
                <a:cs typeface="Aptos" pitchFamily="34" charset="-120"/>
              </a:rPr>
              <a:t>Trusted decisions</a:t>
            </a:r>
            <a:endParaRPr lang="en-US" sz="1200">
              <a:latin typeface="Montserrat" panose="00000500000000000000" pitchFamily="2" charset="0"/>
            </a:endParaRPr>
          </a:p>
        </p:txBody>
      </p:sp>
      <p:sp>
        <p:nvSpPr>
          <p:cNvPr id="9" name="TextBox 8">
            <a:extLst>
              <a:ext uri="{FF2B5EF4-FFF2-40B4-BE49-F238E27FC236}">
                <a16:creationId xmlns:a16="http://schemas.microsoft.com/office/drawing/2014/main" id="{AA2ACF56-4DEE-E6BE-4F56-7907D42EA063}"/>
              </a:ext>
            </a:extLst>
          </p:cNvPr>
          <p:cNvSpPr txBox="1"/>
          <p:nvPr/>
        </p:nvSpPr>
        <p:spPr>
          <a:xfrm>
            <a:off x="1076497" y="160412"/>
            <a:ext cx="11281757" cy="461665"/>
          </a:xfrm>
          <a:prstGeom prst="rect">
            <a:avLst/>
          </a:prstGeom>
          <a:noFill/>
        </p:spPr>
        <p:txBody>
          <a:bodyPr wrap="square">
            <a:spAutoFit/>
          </a:bodyPr>
          <a:lstStyle/>
          <a:p>
            <a:r>
              <a:rPr lang="en-US" sz="2400" b="1">
                <a:solidFill>
                  <a:srgbClr val="092D69"/>
                </a:solidFill>
                <a:latin typeface="Montserrat "/>
              </a:rPr>
              <a:t>Solution Benefits &amp; Business Impact</a:t>
            </a:r>
          </a:p>
        </p:txBody>
      </p:sp>
      <p:sp>
        <p:nvSpPr>
          <p:cNvPr id="13" name="Shape 5">
            <a:extLst>
              <a:ext uri="{FF2B5EF4-FFF2-40B4-BE49-F238E27FC236}">
                <a16:creationId xmlns:a16="http://schemas.microsoft.com/office/drawing/2014/main" id="{F91E044E-4517-6417-7637-EA5C8350D83D}"/>
              </a:ext>
            </a:extLst>
          </p:cNvPr>
          <p:cNvSpPr/>
          <p:nvPr/>
        </p:nvSpPr>
        <p:spPr>
          <a:xfrm>
            <a:off x="524189" y="1002289"/>
            <a:ext cx="11143622" cy="3450541"/>
          </a:xfrm>
          <a:prstGeom prst="roundRect">
            <a:avLst>
              <a:gd name="adj" fmla="val 4984"/>
            </a:avLst>
          </a:prstGeom>
          <a:solidFill>
            <a:schemeClr val="accent1">
              <a:lumMod val="20000"/>
              <a:lumOff val="80000"/>
            </a:schemeClr>
          </a:solidFill>
          <a:ln w="6350">
            <a:solidFill>
              <a:schemeClr val="tx2">
                <a:lumMod val="60000"/>
                <a:lumOff val="40000"/>
              </a:schemeClr>
            </a:solidFill>
            <a:prstDash val="solid"/>
          </a:ln>
          <a:effectLst/>
        </p:spPr>
        <p:txBody>
          <a:bodyPr/>
          <a:lstStyle/>
          <a:p>
            <a:endParaRPr lang="en-US"/>
          </a:p>
        </p:txBody>
      </p:sp>
      <p:sp>
        <p:nvSpPr>
          <p:cNvPr id="45" name="Shape 7">
            <a:extLst>
              <a:ext uri="{FF2B5EF4-FFF2-40B4-BE49-F238E27FC236}">
                <a16:creationId xmlns:a16="http://schemas.microsoft.com/office/drawing/2014/main" id="{5E6E1F9A-DCB7-B26C-323B-80DA873EF5F8}"/>
              </a:ext>
            </a:extLst>
          </p:cNvPr>
          <p:cNvSpPr/>
          <p:nvPr/>
        </p:nvSpPr>
        <p:spPr>
          <a:xfrm>
            <a:off x="676379" y="1284393"/>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47" name="Shape 14">
            <a:extLst>
              <a:ext uri="{FF2B5EF4-FFF2-40B4-BE49-F238E27FC236}">
                <a16:creationId xmlns:a16="http://schemas.microsoft.com/office/drawing/2014/main" id="{D3F1D265-1F18-F87E-9DFA-1D686F0C5B8A}"/>
              </a:ext>
            </a:extLst>
          </p:cNvPr>
          <p:cNvSpPr/>
          <p:nvPr/>
        </p:nvSpPr>
        <p:spPr>
          <a:xfrm>
            <a:off x="2506703" y="1284393"/>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48" name="Shape 21">
            <a:extLst>
              <a:ext uri="{FF2B5EF4-FFF2-40B4-BE49-F238E27FC236}">
                <a16:creationId xmlns:a16="http://schemas.microsoft.com/office/drawing/2014/main" id="{E2956727-B789-B1D7-6E21-BCBCDC5597E3}"/>
              </a:ext>
            </a:extLst>
          </p:cNvPr>
          <p:cNvSpPr/>
          <p:nvPr/>
        </p:nvSpPr>
        <p:spPr>
          <a:xfrm>
            <a:off x="4337027" y="1284393"/>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49" name="Shape 28">
            <a:extLst>
              <a:ext uri="{FF2B5EF4-FFF2-40B4-BE49-F238E27FC236}">
                <a16:creationId xmlns:a16="http://schemas.microsoft.com/office/drawing/2014/main" id="{03AB07D4-6516-874B-9266-972CBF71ED88}"/>
              </a:ext>
            </a:extLst>
          </p:cNvPr>
          <p:cNvSpPr/>
          <p:nvPr/>
        </p:nvSpPr>
        <p:spPr>
          <a:xfrm>
            <a:off x="6167351" y="1284393"/>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51" name="Shape 35">
            <a:extLst>
              <a:ext uri="{FF2B5EF4-FFF2-40B4-BE49-F238E27FC236}">
                <a16:creationId xmlns:a16="http://schemas.microsoft.com/office/drawing/2014/main" id="{07D013E8-8A01-4E15-3230-AA52BE404387}"/>
              </a:ext>
            </a:extLst>
          </p:cNvPr>
          <p:cNvSpPr/>
          <p:nvPr/>
        </p:nvSpPr>
        <p:spPr>
          <a:xfrm>
            <a:off x="7997675" y="1284393"/>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52" name="Shape 42">
            <a:extLst>
              <a:ext uri="{FF2B5EF4-FFF2-40B4-BE49-F238E27FC236}">
                <a16:creationId xmlns:a16="http://schemas.microsoft.com/office/drawing/2014/main" id="{BB9490F0-30F8-EA8E-A896-8464B48E6606}"/>
              </a:ext>
            </a:extLst>
          </p:cNvPr>
          <p:cNvSpPr/>
          <p:nvPr/>
        </p:nvSpPr>
        <p:spPr>
          <a:xfrm>
            <a:off x="9827999" y="1284392"/>
            <a:ext cx="1684020" cy="3027761"/>
          </a:xfrm>
          <a:prstGeom prst="roundRect">
            <a:avLst>
              <a:gd name="adj" fmla="val 6516"/>
            </a:avLst>
          </a:prstGeom>
          <a:solidFill>
            <a:schemeClr val="bg1"/>
          </a:solidFill>
          <a:ln w="6350">
            <a:solidFill>
              <a:schemeClr val="tx2">
                <a:lumMod val="75000"/>
              </a:schemeClr>
            </a:solidFill>
            <a:prstDash val="solid"/>
          </a:ln>
          <a:effectLst>
            <a:outerShdw blurRad="50800" dist="38100" dir="2700000" algn="tl" rotWithShape="0">
              <a:prstClr val="black">
                <a:alpha val="10000"/>
              </a:prstClr>
            </a:outerShdw>
          </a:effectLst>
        </p:spPr>
        <p:txBody>
          <a:bodyPr/>
          <a:lstStyle/>
          <a:p>
            <a:endParaRPr lang="en-US"/>
          </a:p>
        </p:txBody>
      </p:sp>
      <p:sp>
        <p:nvSpPr>
          <p:cNvPr id="15" name="Text 9">
            <a:extLst>
              <a:ext uri="{FF2B5EF4-FFF2-40B4-BE49-F238E27FC236}">
                <a16:creationId xmlns:a16="http://schemas.microsoft.com/office/drawing/2014/main" id="{A82EBD4C-F933-FDF8-AF99-B9D94BC405ED}"/>
              </a:ext>
            </a:extLst>
          </p:cNvPr>
          <p:cNvSpPr/>
          <p:nvPr/>
        </p:nvSpPr>
        <p:spPr>
          <a:xfrm>
            <a:off x="1317498" y="1508764"/>
            <a:ext cx="402336" cy="164592"/>
          </a:xfrm>
          <a:prstGeom prst="rect">
            <a:avLst/>
          </a:prstGeom>
          <a:noFill/>
          <a:ln/>
        </p:spPr>
        <p:txBody>
          <a:bodyPr wrap="square" lIns="0" tIns="0" rIns="0" bIns="0" rtlCol="0" anchor="ctr">
            <a:normAutofit fontScale="85000" lnSpcReduction="20000"/>
          </a:bodyPr>
          <a:lstStyle/>
          <a:p>
            <a:pPr marL="0" indent="0" algn="ctr">
              <a:buNone/>
            </a:pPr>
            <a:endParaRPr lang="en-US" sz="1500"/>
          </a:p>
        </p:txBody>
      </p:sp>
      <p:sp>
        <p:nvSpPr>
          <p:cNvPr id="16" name="Text 10">
            <a:extLst>
              <a:ext uri="{FF2B5EF4-FFF2-40B4-BE49-F238E27FC236}">
                <a16:creationId xmlns:a16="http://schemas.microsoft.com/office/drawing/2014/main" id="{474D81CE-0FD0-5FA3-62C0-279EC6228464}"/>
              </a:ext>
            </a:extLst>
          </p:cNvPr>
          <p:cNvSpPr/>
          <p:nvPr/>
        </p:nvSpPr>
        <p:spPr>
          <a:xfrm>
            <a:off x="825602" y="2241537"/>
            <a:ext cx="1464564" cy="502920"/>
          </a:xfrm>
          <a:prstGeom prst="rect">
            <a:avLst/>
          </a:prstGeom>
          <a:noFill/>
          <a:ln/>
        </p:spPr>
        <p:txBody>
          <a:bodyPr wrap="square" lIns="0" tIns="0" rIns="0" bIns="0" rtlCol="0" anchor="ctr">
            <a:normAutofit/>
          </a:bodyPr>
          <a:lstStyle/>
          <a:p>
            <a:r>
              <a:rPr lang="en-US" sz="1200" b="1">
                <a:solidFill>
                  <a:srgbClr val="101820"/>
                </a:solidFill>
                <a:latin typeface="Montserrat" panose="00000500000000000000" pitchFamily="2" charset="0"/>
              </a:rPr>
              <a:t>Faster Time</a:t>
            </a:r>
          </a:p>
          <a:p>
            <a:r>
              <a:rPr lang="en-US" sz="1200" b="1">
                <a:solidFill>
                  <a:srgbClr val="101820"/>
                </a:solidFill>
                <a:latin typeface="Montserrat" panose="00000500000000000000" pitchFamily="2" charset="0"/>
              </a:rPr>
              <a:t>to Value</a:t>
            </a:r>
            <a:endParaRPr lang="en-US" sz="1200">
              <a:latin typeface="Montserrat" panose="00000500000000000000" pitchFamily="2" charset="0"/>
            </a:endParaRPr>
          </a:p>
        </p:txBody>
      </p:sp>
      <p:sp>
        <p:nvSpPr>
          <p:cNvPr id="17" name="Text 12">
            <a:extLst>
              <a:ext uri="{FF2B5EF4-FFF2-40B4-BE49-F238E27FC236}">
                <a16:creationId xmlns:a16="http://schemas.microsoft.com/office/drawing/2014/main" id="{916752B7-208C-029C-2E2D-0FAE1670624A}"/>
              </a:ext>
            </a:extLst>
          </p:cNvPr>
          <p:cNvSpPr/>
          <p:nvPr/>
        </p:nvSpPr>
        <p:spPr>
          <a:xfrm>
            <a:off x="825602" y="2920458"/>
            <a:ext cx="1354836" cy="1115568"/>
          </a:xfrm>
          <a:prstGeom prst="rect">
            <a:avLst/>
          </a:prstGeom>
          <a:noFill/>
          <a:ln/>
        </p:spPr>
        <p:txBody>
          <a:bodyPr wrap="square" lIns="0" tIns="0" rIns="0" bIns="0" rtlCol="0" anchor="t">
            <a:noAutofit/>
          </a:bodyPr>
          <a:lstStyle/>
          <a:p>
            <a:r>
              <a:rPr lang="en-US" sz="1200">
                <a:latin typeface="Montserrat" panose="00000500000000000000" pitchFamily="2" charset="0"/>
              </a:rPr>
              <a:t>Accelerate delivery with proven accelerators.</a:t>
            </a:r>
          </a:p>
        </p:txBody>
      </p:sp>
      <p:sp>
        <p:nvSpPr>
          <p:cNvPr id="18" name="Text 17">
            <a:extLst>
              <a:ext uri="{FF2B5EF4-FFF2-40B4-BE49-F238E27FC236}">
                <a16:creationId xmlns:a16="http://schemas.microsoft.com/office/drawing/2014/main" id="{F73BE6C0-2548-E2C1-C364-20A8FB6EFA28}"/>
              </a:ext>
            </a:extLst>
          </p:cNvPr>
          <p:cNvSpPr/>
          <p:nvPr/>
        </p:nvSpPr>
        <p:spPr>
          <a:xfrm>
            <a:off x="2645536" y="2264200"/>
            <a:ext cx="1695352" cy="502920"/>
          </a:xfrm>
          <a:prstGeom prst="rect">
            <a:avLst/>
          </a:prstGeom>
          <a:noFill/>
          <a:ln/>
        </p:spPr>
        <p:txBody>
          <a:bodyPr wrap="square" lIns="0" tIns="0" rIns="0" bIns="0" rtlCol="0" anchor="ctr">
            <a:noAutofit/>
          </a:bodyPr>
          <a:lstStyle/>
          <a:p>
            <a:r>
              <a:rPr lang="en-US" sz="1200" b="1">
                <a:solidFill>
                  <a:srgbClr val="101820"/>
                </a:solidFill>
                <a:latin typeface="Montserrat" panose="00000500000000000000" pitchFamily="2" charset="0"/>
              </a:rPr>
              <a:t>Reuse &amp; Efficiency</a:t>
            </a:r>
          </a:p>
          <a:p>
            <a:r>
              <a:rPr lang="en-US" sz="1200" b="1">
                <a:solidFill>
                  <a:srgbClr val="101820"/>
                </a:solidFill>
                <a:latin typeface="Montserrat" panose="00000500000000000000" pitchFamily="2" charset="0"/>
              </a:rPr>
              <a:t>at Scale</a:t>
            </a:r>
            <a:endParaRPr lang="en-US" sz="1200">
              <a:latin typeface="Montserrat" panose="00000500000000000000" pitchFamily="2" charset="0"/>
            </a:endParaRPr>
          </a:p>
        </p:txBody>
      </p:sp>
      <p:sp>
        <p:nvSpPr>
          <p:cNvPr id="19" name="Text 19">
            <a:extLst>
              <a:ext uri="{FF2B5EF4-FFF2-40B4-BE49-F238E27FC236}">
                <a16:creationId xmlns:a16="http://schemas.microsoft.com/office/drawing/2014/main" id="{604CFDB6-3EA2-90F5-177F-97A0A19CA4F8}"/>
              </a:ext>
            </a:extLst>
          </p:cNvPr>
          <p:cNvSpPr/>
          <p:nvPr/>
        </p:nvSpPr>
        <p:spPr>
          <a:xfrm>
            <a:off x="2645536" y="2920458"/>
            <a:ext cx="1354836" cy="1115568"/>
          </a:xfrm>
          <a:prstGeom prst="rect">
            <a:avLst/>
          </a:prstGeom>
          <a:noFill/>
          <a:ln/>
        </p:spPr>
        <p:txBody>
          <a:bodyPr wrap="square" lIns="0" tIns="0" rIns="0" bIns="0" rtlCol="0" anchor="t">
            <a:normAutofit/>
          </a:bodyPr>
          <a:lstStyle/>
          <a:p>
            <a:r>
              <a:rPr lang="en-US" sz="1200">
                <a:latin typeface="Montserrat" panose="00000500000000000000" pitchFamily="2" charset="0"/>
              </a:rPr>
              <a:t>Build once and reuse across scenarios.</a:t>
            </a:r>
          </a:p>
        </p:txBody>
      </p:sp>
      <p:sp>
        <p:nvSpPr>
          <p:cNvPr id="20" name="Text 24">
            <a:extLst>
              <a:ext uri="{FF2B5EF4-FFF2-40B4-BE49-F238E27FC236}">
                <a16:creationId xmlns:a16="http://schemas.microsoft.com/office/drawing/2014/main" id="{6309CAB1-8FBD-55A2-7AC5-F6C6EAE1A6F6}"/>
              </a:ext>
            </a:extLst>
          </p:cNvPr>
          <p:cNvSpPr/>
          <p:nvPr/>
        </p:nvSpPr>
        <p:spPr>
          <a:xfrm>
            <a:off x="4475611" y="2241537"/>
            <a:ext cx="1503158" cy="502920"/>
          </a:xfrm>
          <a:prstGeom prst="rect">
            <a:avLst/>
          </a:prstGeom>
          <a:noFill/>
          <a:ln/>
        </p:spPr>
        <p:txBody>
          <a:bodyPr wrap="square" lIns="0" tIns="0" rIns="0" bIns="0" rtlCol="0" anchor="ctr">
            <a:noAutofit/>
          </a:bodyPr>
          <a:lstStyle/>
          <a:p>
            <a:r>
              <a:rPr lang="en-US" sz="1200" b="1">
                <a:solidFill>
                  <a:srgbClr val="101820"/>
                </a:solidFill>
                <a:latin typeface="Montserrat" panose="00000500000000000000" pitchFamily="2" charset="0"/>
              </a:rPr>
              <a:t>Higher Quality</a:t>
            </a:r>
          </a:p>
          <a:p>
            <a:r>
              <a:rPr lang="en-US" sz="1200" b="1">
                <a:solidFill>
                  <a:srgbClr val="101820"/>
                </a:solidFill>
                <a:latin typeface="Montserrat" panose="00000500000000000000" pitchFamily="2" charset="0"/>
              </a:rPr>
              <a:t>&amp; Consistency</a:t>
            </a:r>
            <a:endParaRPr lang="en-US" sz="1200">
              <a:latin typeface="Montserrat" panose="00000500000000000000" pitchFamily="2" charset="0"/>
            </a:endParaRPr>
          </a:p>
        </p:txBody>
      </p:sp>
      <p:sp>
        <p:nvSpPr>
          <p:cNvPr id="21" name="Shape 25">
            <a:extLst>
              <a:ext uri="{FF2B5EF4-FFF2-40B4-BE49-F238E27FC236}">
                <a16:creationId xmlns:a16="http://schemas.microsoft.com/office/drawing/2014/main" id="{EF747A1B-2E50-D573-DE86-0B227FA8C4D0}"/>
              </a:ext>
            </a:extLst>
          </p:cNvPr>
          <p:cNvSpPr/>
          <p:nvPr/>
        </p:nvSpPr>
        <p:spPr>
          <a:xfrm>
            <a:off x="4475611" y="2807928"/>
            <a:ext cx="1406909" cy="0"/>
          </a:xfrm>
          <a:prstGeom prst="line">
            <a:avLst/>
          </a:prstGeom>
          <a:noFill/>
          <a:ln w="9525">
            <a:solidFill>
              <a:schemeClr val="bg1">
                <a:lumMod val="50000"/>
              </a:schemeClr>
            </a:solidFill>
            <a:prstDash val="solid"/>
          </a:ln>
        </p:spPr>
        <p:txBody>
          <a:bodyPr/>
          <a:lstStyle/>
          <a:p>
            <a:endParaRPr lang="en-US"/>
          </a:p>
        </p:txBody>
      </p:sp>
      <p:sp>
        <p:nvSpPr>
          <p:cNvPr id="22" name="Text 26">
            <a:extLst>
              <a:ext uri="{FF2B5EF4-FFF2-40B4-BE49-F238E27FC236}">
                <a16:creationId xmlns:a16="http://schemas.microsoft.com/office/drawing/2014/main" id="{0D0BCAFA-77E6-80DD-5125-052EF46A34D9}"/>
              </a:ext>
            </a:extLst>
          </p:cNvPr>
          <p:cNvSpPr/>
          <p:nvPr/>
        </p:nvSpPr>
        <p:spPr>
          <a:xfrm>
            <a:off x="4475611" y="2920458"/>
            <a:ext cx="1354836" cy="1115568"/>
          </a:xfrm>
          <a:prstGeom prst="rect">
            <a:avLst/>
          </a:prstGeom>
          <a:noFill/>
          <a:ln/>
        </p:spPr>
        <p:txBody>
          <a:bodyPr wrap="square" lIns="0" tIns="0" rIns="0" bIns="0" rtlCol="0" anchor="t">
            <a:normAutofit/>
          </a:bodyPr>
          <a:lstStyle/>
          <a:p>
            <a:r>
              <a:rPr lang="en-US" sz="1200">
                <a:latin typeface="Montserrat" panose="00000500000000000000" pitchFamily="2" charset="0"/>
              </a:rPr>
              <a:t>Standardized processes improve accuracy.</a:t>
            </a:r>
          </a:p>
        </p:txBody>
      </p:sp>
      <p:sp>
        <p:nvSpPr>
          <p:cNvPr id="23" name="Text 31">
            <a:extLst>
              <a:ext uri="{FF2B5EF4-FFF2-40B4-BE49-F238E27FC236}">
                <a16:creationId xmlns:a16="http://schemas.microsoft.com/office/drawing/2014/main" id="{7E8CB322-2F66-4F3C-8E45-584154760282}"/>
              </a:ext>
            </a:extLst>
          </p:cNvPr>
          <p:cNvSpPr/>
          <p:nvPr/>
        </p:nvSpPr>
        <p:spPr>
          <a:xfrm>
            <a:off x="6316574" y="2241537"/>
            <a:ext cx="1464564" cy="502920"/>
          </a:xfrm>
          <a:prstGeom prst="rect">
            <a:avLst/>
          </a:prstGeom>
          <a:noFill/>
          <a:ln/>
        </p:spPr>
        <p:txBody>
          <a:bodyPr wrap="square" lIns="0" tIns="0" rIns="0" bIns="0" rtlCol="0" anchor="ctr">
            <a:normAutofit/>
          </a:bodyPr>
          <a:lstStyle/>
          <a:p>
            <a:r>
              <a:rPr lang="en-US" sz="1200" b="1">
                <a:solidFill>
                  <a:srgbClr val="101820"/>
                </a:solidFill>
                <a:latin typeface="Montserrat" panose="00000500000000000000" pitchFamily="2" charset="0"/>
              </a:rPr>
              <a:t>Scalable &amp;</a:t>
            </a:r>
          </a:p>
          <a:p>
            <a:r>
              <a:rPr lang="en-US" sz="1200" b="1">
                <a:solidFill>
                  <a:srgbClr val="101820"/>
                </a:solidFill>
                <a:latin typeface="Montserrat" panose="00000500000000000000" pitchFamily="2" charset="0"/>
              </a:rPr>
              <a:t>Future-Ready</a:t>
            </a:r>
            <a:endParaRPr lang="en-US" sz="1200">
              <a:latin typeface="Montserrat" panose="00000500000000000000" pitchFamily="2" charset="0"/>
            </a:endParaRPr>
          </a:p>
        </p:txBody>
      </p:sp>
      <p:sp>
        <p:nvSpPr>
          <p:cNvPr id="24" name="Text 33">
            <a:extLst>
              <a:ext uri="{FF2B5EF4-FFF2-40B4-BE49-F238E27FC236}">
                <a16:creationId xmlns:a16="http://schemas.microsoft.com/office/drawing/2014/main" id="{48867E2A-B138-BC05-0018-485BE2F90283}"/>
              </a:ext>
            </a:extLst>
          </p:cNvPr>
          <p:cNvSpPr/>
          <p:nvPr/>
        </p:nvSpPr>
        <p:spPr>
          <a:xfrm>
            <a:off x="6316574" y="2920458"/>
            <a:ext cx="1354836" cy="1115568"/>
          </a:xfrm>
          <a:prstGeom prst="rect">
            <a:avLst/>
          </a:prstGeom>
          <a:noFill/>
          <a:ln/>
        </p:spPr>
        <p:txBody>
          <a:bodyPr wrap="square" lIns="0" tIns="0" rIns="0" bIns="0" rtlCol="0" anchor="t">
            <a:normAutofit/>
          </a:bodyPr>
          <a:lstStyle/>
          <a:p>
            <a:r>
              <a:rPr lang="en-US" sz="1200">
                <a:latin typeface="Montserrat" panose="00000500000000000000" pitchFamily="2" charset="0"/>
              </a:rPr>
              <a:t>Extend to new states, standards, and subjects.</a:t>
            </a:r>
          </a:p>
        </p:txBody>
      </p:sp>
      <p:sp>
        <p:nvSpPr>
          <p:cNvPr id="25" name="Text 38">
            <a:extLst>
              <a:ext uri="{FF2B5EF4-FFF2-40B4-BE49-F238E27FC236}">
                <a16:creationId xmlns:a16="http://schemas.microsoft.com/office/drawing/2014/main" id="{1EDE6C55-6A2F-C565-1157-FD0C4B6FFEEA}"/>
              </a:ext>
            </a:extLst>
          </p:cNvPr>
          <p:cNvSpPr/>
          <p:nvPr/>
        </p:nvSpPr>
        <p:spPr>
          <a:xfrm>
            <a:off x="8146898" y="2199333"/>
            <a:ext cx="1464564" cy="502920"/>
          </a:xfrm>
          <a:prstGeom prst="rect">
            <a:avLst/>
          </a:prstGeom>
          <a:noFill/>
          <a:ln/>
        </p:spPr>
        <p:txBody>
          <a:bodyPr wrap="square" lIns="0" tIns="0" rIns="0" bIns="0" rtlCol="0" anchor="ctr">
            <a:normAutofit lnSpcReduction="10000"/>
          </a:bodyPr>
          <a:lstStyle/>
          <a:p>
            <a:r>
              <a:rPr lang="en-US" sz="1200" b="1">
                <a:solidFill>
                  <a:srgbClr val="101820"/>
                </a:solidFill>
                <a:latin typeface="Montserrat" panose="00000500000000000000" pitchFamily="2" charset="0"/>
              </a:rPr>
              <a:t>Better Collaboration</a:t>
            </a:r>
          </a:p>
          <a:p>
            <a:r>
              <a:rPr lang="en-US" sz="1200" b="1">
                <a:solidFill>
                  <a:srgbClr val="101820"/>
                </a:solidFill>
                <a:latin typeface="Montserrat" panose="00000500000000000000" pitchFamily="2" charset="0"/>
              </a:rPr>
              <a:t>&amp; Transparency</a:t>
            </a:r>
            <a:endParaRPr lang="en-US" sz="1200">
              <a:latin typeface="Montserrat" panose="00000500000000000000" pitchFamily="2" charset="0"/>
            </a:endParaRPr>
          </a:p>
        </p:txBody>
      </p:sp>
      <p:sp>
        <p:nvSpPr>
          <p:cNvPr id="26" name="Text 40">
            <a:extLst>
              <a:ext uri="{FF2B5EF4-FFF2-40B4-BE49-F238E27FC236}">
                <a16:creationId xmlns:a16="http://schemas.microsoft.com/office/drawing/2014/main" id="{B66BA9B6-D013-BDD2-364F-560FE9C729E2}"/>
              </a:ext>
            </a:extLst>
          </p:cNvPr>
          <p:cNvSpPr/>
          <p:nvPr/>
        </p:nvSpPr>
        <p:spPr>
          <a:xfrm>
            <a:off x="8146898" y="2920458"/>
            <a:ext cx="1354836" cy="1115568"/>
          </a:xfrm>
          <a:prstGeom prst="rect">
            <a:avLst/>
          </a:prstGeom>
          <a:noFill/>
          <a:ln/>
        </p:spPr>
        <p:txBody>
          <a:bodyPr wrap="square" lIns="0" tIns="0" rIns="0" bIns="0" rtlCol="0" anchor="t">
            <a:normAutofit/>
          </a:bodyPr>
          <a:lstStyle/>
          <a:p>
            <a:r>
              <a:rPr lang="en-US" sz="1200">
                <a:latin typeface="Montserrat" panose="00000500000000000000" pitchFamily="2" charset="0"/>
              </a:rPr>
              <a:t>Human-in-the-loop reviews create trust.</a:t>
            </a:r>
          </a:p>
        </p:txBody>
      </p:sp>
      <p:sp>
        <p:nvSpPr>
          <p:cNvPr id="27" name="Text 45">
            <a:extLst>
              <a:ext uri="{FF2B5EF4-FFF2-40B4-BE49-F238E27FC236}">
                <a16:creationId xmlns:a16="http://schemas.microsoft.com/office/drawing/2014/main" id="{A0424089-4114-4C5A-9AEA-158AAECFCE5E}"/>
              </a:ext>
            </a:extLst>
          </p:cNvPr>
          <p:cNvSpPr/>
          <p:nvPr/>
        </p:nvSpPr>
        <p:spPr>
          <a:xfrm>
            <a:off x="9966832" y="2241537"/>
            <a:ext cx="1464564" cy="502920"/>
          </a:xfrm>
          <a:prstGeom prst="rect">
            <a:avLst/>
          </a:prstGeom>
          <a:noFill/>
          <a:ln/>
        </p:spPr>
        <p:txBody>
          <a:bodyPr wrap="square" lIns="0" tIns="0" rIns="0" bIns="0" rtlCol="0" anchor="ctr">
            <a:normAutofit/>
          </a:bodyPr>
          <a:lstStyle/>
          <a:p>
            <a:r>
              <a:rPr lang="en-US" sz="1200" b="1">
                <a:solidFill>
                  <a:srgbClr val="101820"/>
                </a:solidFill>
                <a:latin typeface="Montserrat" panose="00000500000000000000" pitchFamily="2" charset="0"/>
              </a:rPr>
              <a:t>Data-Driven</a:t>
            </a:r>
          </a:p>
          <a:p>
            <a:r>
              <a:rPr lang="en-US" sz="1200" b="1">
                <a:solidFill>
                  <a:srgbClr val="101820"/>
                </a:solidFill>
                <a:latin typeface="Montserrat" panose="00000500000000000000" pitchFamily="2" charset="0"/>
              </a:rPr>
              <a:t>Impact &amp; Insights</a:t>
            </a:r>
            <a:endParaRPr lang="en-US" sz="1200">
              <a:latin typeface="Montserrat" panose="00000500000000000000" pitchFamily="2" charset="0"/>
            </a:endParaRPr>
          </a:p>
        </p:txBody>
      </p:sp>
      <p:sp>
        <p:nvSpPr>
          <p:cNvPr id="28" name="Text 47">
            <a:extLst>
              <a:ext uri="{FF2B5EF4-FFF2-40B4-BE49-F238E27FC236}">
                <a16:creationId xmlns:a16="http://schemas.microsoft.com/office/drawing/2014/main" id="{6CDD79A3-389A-A67D-AFB3-4D7609A7FE40}"/>
              </a:ext>
            </a:extLst>
          </p:cNvPr>
          <p:cNvSpPr/>
          <p:nvPr/>
        </p:nvSpPr>
        <p:spPr>
          <a:xfrm>
            <a:off x="9966832" y="2920458"/>
            <a:ext cx="1484270" cy="508542"/>
          </a:xfrm>
          <a:prstGeom prst="rect">
            <a:avLst/>
          </a:prstGeom>
          <a:noFill/>
          <a:ln/>
        </p:spPr>
        <p:txBody>
          <a:bodyPr wrap="square" lIns="0" tIns="0" rIns="0" bIns="0" rtlCol="0" anchor="t">
            <a:normAutofit lnSpcReduction="10000"/>
          </a:bodyPr>
          <a:lstStyle/>
          <a:p>
            <a:r>
              <a:rPr lang="en-US" sz="1200">
                <a:latin typeface="Montserrat" panose="00000500000000000000" pitchFamily="2" charset="0"/>
              </a:rPr>
              <a:t>Dashboards guide decisions and improvements.</a:t>
            </a:r>
          </a:p>
        </p:txBody>
      </p:sp>
      <p:pic>
        <p:nvPicPr>
          <p:cNvPr id="29" name="Picture 28">
            <a:extLst>
              <a:ext uri="{FF2B5EF4-FFF2-40B4-BE49-F238E27FC236}">
                <a16:creationId xmlns:a16="http://schemas.microsoft.com/office/drawing/2014/main" id="{E8473FB1-C14E-A639-01C7-87DC734845FA}"/>
              </a:ext>
            </a:extLst>
          </p:cNvPr>
          <p:cNvPicPr>
            <a:picLocks noChangeAspect="1"/>
          </p:cNvPicPr>
          <p:nvPr/>
        </p:nvPicPr>
        <p:blipFill>
          <a:blip r:embed="rId4"/>
          <a:srcRect/>
          <a:stretch/>
        </p:blipFill>
        <p:spPr>
          <a:xfrm>
            <a:off x="1254811" y="1528670"/>
            <a:ext cx="486615" cy="486615"/>
          </a:xfrm>
          <a:prstGeom prst="rect">
            <a:avLst/>
          </a:prstGeom>
        </p:spPr>
      </p:pic>
      <p:pic>
        <p:nvPicPr>
          <p:cNvPr id="30" name="Picture 29">
            <a:extLst>
              <a:ext uri="{FF2B5EF4-FFF2-40B4-BE49-F238E27FC236}">
                <a16:creationId xmlns:a16="http://schemas.microsoft.com/office/drawing/2014/main" id="{39F64EBB-1B53-2BE3-07E8-235E3B1F22ED}"/>
              </a:ext>
            </a:extLst>
          </p:cNvPr>
          <p:cNvPicPr>
            <a:picLocks noChangeAspect="1"/>
          </p:cNvPicPr>
          <p:nvPr/>
        </p:nvPicPr>
        <p:blipFill>
          <a:blip r:embed="rId5"/>
          <a:srcRect/>
          <a:stretch/>
        </p:blipFill>
        <p:spPr>
          <a:xfrm>
            <a:off x="3085135" y="1539490"/>
            <a:ext cx="510820" cy="510820"/>
          </a:xfrm>
          <a:prstGeom prst="rect">
            <a:avLst/>
          </a:prstGeom>
        </p:spPr>
      </p:pic>
      <p:pic>
        <p:nvPicPr>
          <p:cNvPr id="32" name="Picture 31">
            <a:extLst>
              <a:ext uri="{FF2B5EF4-FFF2-40B4-BE49-F238E27FC236}">
                <a16:creationId xmlns:a16="http://schemas.microsoft.com/office/drawing/2014/main" id="{2C51E176-AD43-F168-00C0-B10E2DA1DB1B}"/>
              </a:ext>
            </a:extLst>
          </p:cNvPr>
          <p:cNvPicPr>
            <a:picLocks noChangeAspect="1"/>
          </p:cNvPicPr>
          <p:nvPr/>
        </p:nvPicPr>
        <p:blipFill>
          <a:blip r:embed="rId6"/>
          <a:srcRect/>
          <a:stretch/>
        </p:blipFill>
        <p:spPr>
          <a:xfrm>
            <a:off x="4874908" y="1518941"/>
            <a:ext cx="539573" cy="539573"/>
          </a:xfrm>
          <a:prstGeom prst="rect">
            <a:avLst/>
          </a:prstGeom>
        </p:spPr>
      </p:pic>
      <p:pic>
        <p:nvPicPr>
          <p:cNvPr id="33" name="Picture 32">
            <a:extLst>
              <a:ext uri="{FF2B5EF4-FFF2-40B4-BE49-F238E27FC236}">
                <a16:creationId xmlns:a16="http://schemas.microsoft.com/office/drawing/2014/main" id="{EA185757-128B-5492-68ED-6BE0FCD8E92A}"/>
              </a:ext>
            </a:extLst>
          </p:cNvPr>
          <p:cNvPicPr>
            <a:picLocks noChangeAspect="1"/>
          </p:cNvPicPr>
          <p:nvPr/>
        </p:nvPicPr>
        <p:blipFill>
          <a:blip r:embed="rId7"/>
          <a:srcRect/>
          <a:stretch/>
        </p:blipFill>
        <p:spPr>
          <a:xfrm>
            <a:off x="6737147" y="1517304"/>
            <a:ext cx="506705" cy="506705"/>
          </a:xfrm>
          <a:prstGeom prst="rect">
            <a:avLst/>
          </a:prstGeom>
        </p:spPr>
      </p:pic>
      <p:pic>
        <p:nvPicPr>
          <p:cNvPr id="34" name="Picture 33">
            <a:extLst>
              <a:ext uri="{FF2B5EF4-FFF2-40B4-BE49-F238E27FC236}">
                <a16:creationId xmlns:a16="http://schemas.microsoft.com/office/drawing/2014/main" id="{BE753437-D645-009C-6C94-70F1FEE615E3}"/>
              </a:ext>
            </a:extLst>
          </p:cNvPr>
          <p:cNvPicPr>
            <a:picLocks noChangeAspect="1"/>
          </p:cNvPicPr>
          <p:nvPr/>
        </p:nvPicPr>
        <p:blipFill>
          <a:blip r:embed="rId8"/>
          <a:srcRect/>
          <a:stretch/>
        </p:blipFill>
        <p:spPr>
          <a:xfrm>
            <a:off x="8555559" y="1509038"/>
            <a:ext cx="516522" cy="516522"/>
          </a:xfrm>
          <a:prstGeom prst="rect">
            <a:avLst/>
          </a:prstGeom>
        </p:spPr>
      </p:pic>
      <p:pic>
        <p:nvPicPr>
          <p:cNvPr id="35" name="Picture 34">
            <a:extLst>
              <a:ext uri="{FF2B5EF4-FFF2-40B4-BE49-F238E27FC236}">
                <a16:creationId xmlns:a16="http://schemas.microsoft.com/office/drawing/2014/main" id="{869ABB75-4DFB-4054-24A7-B55C4F00D19C}"/>
              </a:ext>
            </a:extLst>
          </p:cNvPr>
          <p:cNvPicPr>
            <a:picLocks noChangeAspect="1"/>
          </p:cNvPicPr>
          <p:nvPr/>
        </p:nvPicPr>
        <p:blipFill>
          <a:blip r:embed="rId9"/>
          <a:srcRect/>
          <a:stretch/>
        </p:blipFill>
        <p:spPr>
          <a:xfrm>
            <a:off x="10396157" y="1528670"/>
            <a:ext cx="486615" cy="486615"/>
          </a:xfrm>
          <a:prstGeom prst="rect">
            <a:avLst/>
          </a:prstGeom>
        </p:spPr>
      </p:pic>
      <p:sp>
        <p:nvSpPr>
          <p:cNvPr id="36" name="Shape 25">
            <a:extLst>
              <a:ext uri="{FF2B5EF4-FFF2-40B4-BE49-F238E27FC236}">
                <a16:creationId xmlns:a16="http://schemas.microsoft.com/office/drawing/2014/main" id="{1E279C1D-0E70-3C59-3DB5-E8B9DAB3C8BA}"/>
              </a:ext>
            </a:extLst>
          </p:cNvPr>
          <p:cNvSpPr/>
          <p:nvPr/>
        </p:nvSpPr>
        <p:spPr>
          <a:xfrm>
            <a:off x="2645536" y="2807928"/>
            <a:ext cx="1406909" cy="0"/>
          </a:xfrm>
          <a:prstGeom prst="line">
            <a:avLst/>
          </a:prstGeom>
          <a:noFill/>
          <a:ln w="9525">
            <a:solidFill>
              <a:schemeClr val="bg1">
                <a:lumMod val="50000"/>
              </a:schemeClr>
            </a:solidFill>
            <a:prstDash val="solid"/>
          </a:ln>
        </p:spPr>
        <p:txBody>
          <a:bodyPr/>
          <a:lstStyle/>
          <a:p>
            <a:endParaRPr lang="en-US"/>
          </a:p>
        </p:txBody>
      </p:sp>
      <p:sp>
        <p:nvSpPr>
          <p:cNvPr id="37" name="Shape 25">
            <a:extLst>
              <a:ext uri="{FF2B5EF4-FFF2-40B4-BE49-F238E27FC236}">
                <a16:creationId xmlns:a16="http://schemas.microsoft.com/office/drawing/2014/main" id="{170A9A20-19F2-7A5C-BBCD-EEE728ABDA3A}"/>
              </a:ext>
            </a:extLst>
          </p:cNvPr>
          <p:cNvSpPr/>
          <p:nvPr/>
        </p:nvSpPr>
        <p:spPr>
          <a:xfrm>
            <a:off x="825602" y="2807928"/>
            <a:ext cx="1406909" cy="0"/>
          </a:xfrm>
          <a:prstGeom prst="line">
            <a:avLst/>
          </a:prstGeom>
          <a:noFill/>
          <a:ln w="9525">
            <a:solidFill>
              <a:schemeClr val="bg1">
                <a:lumMod val="50000"/>
              </a:schemeClr>
            </a:solidFill>
            <a:prstDash val="solid"/>
          </a:ln>
        </p:spPr>
        <p:txBody>
          <a:bodyPr/>
          <a:lstStyle/>
          <a:p>
            <a:endParaRPr lang="en-US"/>
          </a:p>
        </p:txBody>
      </p:sp>
      <p:sp>
        <p:nvSpPr>
          <p:cNvPr id="38" name="Shape 25">
            <a:extLst>
              <a:ext uri="{FF2B5EF4-FFF2-40B4-BE49-F238E27FC236}">
                <a16:creationId xmlns:a16="http://schemas.microsoft.com/office/drawing/2014/main" id="{FBBBDF7C-85F5-7DAC-A059-3D3A3518E259}"/>
              </a:ext>
            </a:extLst>
          </p:cNvPr>
          <p:cNvSpPr/>
          <p:nvPr/>
        </p:nvSpPr>
        <p:spPr>
          <a:xfrm>
            <a:off x="6316574" y="2807928"/>
            <a:ext cx="1406909" cy="0"/>
          </a:xfrm>
          <a:prstGeom prst="line">
            <a:avLst/>
          </a:prstGeom>
          <a:noFill/>
          <a:ln w="9525">
            <a:solidFill>
              <a:schemeClr val="bg1">
                <a:lumMod val="50000"/>
              </a:schemeClr>
            </a:solidFill>
            <a:prstDash val="solid"/>
          </a:ln>
        </p:spPr>
        <p:txBody>
          <a:bodyPr/>
          <a:lstStyle/>
          <a:p>
            <a:endParaRPr lang="en-US"/>
          </a:p>
        </p:txBody>
      </p:sp>
      <p:sp>
        <p:nvSpPr>
          <p:cNvPr id="39" name="Shape 25">
            <a:extLst>
              <a:ext uri="{FF2B5EF4-FFF2-40B4-BE49-F238E27FC236}">
                <a16:creationId xmlns:a16="http://schemas.microsoft.com/office/drawing/2014/main" id="{712CBDCF-C9C1-5534-9987-71B60FA68968}"/>
              </a:ext>
            </a:extLst>
          </p:cNvPr>
          <p:cNvSpPr/>
          <p:nvPr/>
        </p:nvSpPr>
        <p:spPr>
          <a:xfrm>
            <a:off x="8146898" y="2807928"/>
            <a:ext cx="1406909" cy="0"/>
          </a:xfrm>
          <a:prstGeom prst="line">
            <a:avLst/>
          </a:prstGeom>
          <a:noFill/>
          <a:ln w="9525">
            <a:solidFill>
              <a:schemeClr val="bg1">
                <a:lumMod val="50000"/>
              </a:schemeClr>
            </a:solidFill>
            <a:prstDash val="solid"/>
          </a:ln>
        </p:spPr>
        <p:txBody>
          <a:bodyPr/>
          <a:lstStyle/>
          <a:p>
            <a:endParaRPr lang="en-US"/>
          </a:p>
        </p:txBody>
      </p:sp>
      <p:sp>
        <p:nvSpPr>
          <p:cNvPr id="40" name="Shape 25">
            <a:extLst>
              <a:ext uri="{FF2B5EF4-FFF2-40B4-BE49-F238E27FC236}">
                <a16:creationId xmlns:a16="http://schemas.microsoft.com/office/drawing/2014/main" id="{02A0B846-8D73-05F4-F23F-2848D3D9BC95}"/>
              </a:ext>
            </a:extLst>
          </p:cNvPr>
          <p:cNvSpPr/>
          <p:nvPr/>
        </p:nvSpPr>
        <p:spPr>
          <a:xfrm>
            <a:off x="9966832" y="2807928"/>
            <a:ext cx="1406909" cy="0"/>
          </a:xfrm>
          <a:prstGeom prst="line">
            <a:avLst/>
          </a:prstGeom>
          <a:noFill/>
          <a:ln w="9525">
            <a:solidFill>
              <a:schemeClr val="bg1">
                <a:lumMod val="50000"/>
              </a:schemeClr>
            </a:solidFill>
            <a:prstDash val="solid"/>
          </a:ln>
        </p:spPr>
        <p:txBody>
          <a:bodyPr/>
          <a:lstStyle/>
          <a:p>
            <a:endParaRPr lang="en-US"/>
          </a:p>
        </p:txBody>
      </p:sp>
      <p:sp>
        <p:nvSpPr>
          <p:cNvPr id="41" name="Shape 3">
            <a:extLst>
              <a:ext uri="{FF2B5EF4-FFF2-40B4-BE49-F238E27FC236}">
                <a16:creationId xmlns:a16="http://schemas.microsoft.com/office/drawing/2014/main" id="{A6EFF5C5-1865-F7B0-174E-FE1D73881B9B}"/>
              </a:ext>
            </a:extLst>
          </p:cNvPr>
          <p:cNvSpPr/>
          <p:nvPr/>
        </p:nvSpPr>
        <p:spPr>
          <a:xfrm>
            <a:off x="5192462" y="855917"/>
            <a:ext cx="1807076" cy="310896"/>
          </a:xfrm>
          <a:prstGeom prst="roundRect">
            <a:avLst>
              <a:gd name="adj" fmla="val 58824"/>
            </a:avLst>
          </a:prstGeom>
          <a:solidFill>
            <a:srgbClr val="002060"/>
          </a:solidFill>
          <a:ln w="12700">
            <a:noFill/>
            <a:prstDash val="solid"/>
          </a:ln>
        </p:spPr>
        <p:txBody>
          <a:bodyPr anchor="ctr"/>
          <a:lstStyle/>
          <a:p>
            <a:pPr algn="ctr"/>
            <a:r>
              <a:rPr lang="en-US" sz="1200" b="1">
                <a:solidFill>
                  <a:srgbClr val="FFFFFF"/>
                </a:solidFill>
                <a:latin typeface="Montserrat" panose="00000500000000000000" pitchFamily="2" charset="0"/>
              </a:rPr>
              <a:t>Solution Benefits</a:t>
            </a:r>
          </a:p>
        </p:txBody>
      </p:sp>
      <p:sp>
        <p:nvSpPr>
          <p:cNvPr id="65" name="Rectangle: Rounded Corners 64">
            <a:extLst>
              <a:ext uri="{FF2B5EF4-FFF2-40B4-BE49-F238E27FC236}">
                <a16:creationId xmlns:a16="http://schemas.microsoft.com/office/drawing/2014/main" id="{F5189D9D-6228-237D-6792-2EE6216E8089}"/>
              </a:ext>
            </a:extLst>
          </p:cNvPr>
          <p:cNvSpPr/>
          <p:nvPr/>
        </p:nvSpPr>
        <p:spPr>
          <a:xfrm>
            <a:off x="731937"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latin typeface="Montserrat" panose="00000500000000000000" pitchFamily="2" charset="0"/>
              </a:rPr>
              <a:t>30–40% faster delivery</a:t>
            </a:r>
          </a:p>
        </p:txBody>
      </p:sp>
      <p:sp>
        <p:nvSpPr>
          <p:cNvPr id="75" name="Rectangle: Rounded Corners 74">
            <a:extLst>
              <a:ext uri="{FF2B5EF4-FFF2-40B4-BE49-F238E27FC236}">
                <a16:creationId xmlns:a16="http://schemas.microsoft.com/office/drawing/2014/main" id="{B790B25A-075F-B096-45F8-B4A4313E1117}"/>
              </a:ext>
            </a:extLst>
          </p:cNvPr>
          <p:cNvSpPr/>
          <p:nvPr/>
        </p:nvSpPr>
        <p:spPr>
          <a:xfrm>
            <a:off x="2562261"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latin typeface="Montserrat" panose="00000500000000000000" pitchFamily="2" charset="0"/>
              </a:rPr>
              <a:t>20–30% cost efficiency</a:t>
            </a:r>
          </a:p>
        </p:txBody>
      </p:sp>
      <p:sp>
        <p:nvSpPr>
          <p:cNvPr id="81" name="Rectangle: Rounded Corners 80">
            <a:extLst>
              <a:ext uri="{FF2B5EF4-FFF2-40B4-BE49-F238E27FC236}">
                <a16:creationId xmlns:a16="http://schemas.microsoft.com/office/drawing/2014/main" id="{55BB5E6B-B36F-8C8F-1942-C7AA27B06AB5}"/>
              </a:ext>
            </a:extLst>
          </p:cNvPr>
          <p:cNvSpPr/>
          <p:nvPr/>
        </p:nvSpPr>
        <p:spPr>
          <a:xfrm>
            <a:off x="4392585"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latin typeface="Montserrat" panose="00000500000000000000" pitchFamily="2" charset="0"/>
              </a:rPr>
              <a:t>Better quality outcomes</a:t>
            </a:r>
          </a:p>
        </p:txBody>
      </p:sp>
      <p:sp>
        <p:nvSpPr>
          <p:cNvPr id="85" name="Rectangle: Rounded Corners 84">
            <a:extLst>
              <a:ext uri="{FF2B5EF4-FFF2-40B4-BE49-F238E27FC236}">
                <a16:creationId xmlns:a16="http://schemas.microsoft.com/office/drawing/2014/main" id="{B83E8C23-39C6-BA6B-8C4A-540E863FB734}"/>
              </a:ext>
            </a:extLst>
          </p:cNvPr>
          <p:cNvSpPr/>
          <p:nvPr/>
        </p:nvSpPr>
        <p:spPr>
          <a:xfrm>
            <a:off x="6222909"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latin typeface="Montserrat" panose="00000500000000000000" pitchFamily="2" charset="0"/>
              </a:rPr>
              <a:t>Built for growth</a:t>
            </a:r>
          </a:p>
        </p:txBody>
      </p:sp>
      <p:sp>
        <p:nvSpPr>
          <p:cNvPr id="124" name="Rectangle: Rounded Corners 123">
            <a:extLst>
              <a:ext uri="{FF2B5EF4-FFF2-40B4-BE49-F238E27FC236}">
                <a16:creationId xmlns:a16="http://schemas.microsoft.com/office/drawing/2014/main" id="{23E60F3F-AE2B-A377-637B-443B5837AF3C}"/>
              </a:ext>
            </a:extLst>
          </p:cNvPr>
          <p:cNvSpPr/>
          <p:nvPr/>
        </p:nvSpPr>
        <p:spPr>
          <a:xfrm>
            <a:off x="8053233"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lang="en-US" sz="1200" b="1">
                <a:solidFill>
                  <a:schemeClr val="tx1"/>
                </a:solidFill>
                <a:latin typeface="Montserrat" panose="00000500000000000000" pitchFamily="2" charset="0"/>
              </a:rPr>
              <a:t>Stronger stakeholder trust</a:t>
            </a:r>
          </a:p>
        </p:txBody>
      </p:sp>
      <p:sp>
        <p:nvSpPr>
          <p:cNvPr id="146" name="Rectangle: Rounded Corners 145">
            <a:extLst>
              <a:ext uri="{FF2B5EF4-FFF2-40B4-BE49-F238E27FC236}">
                <a16:creationId xmlns:a16="http://schemas.microsoft.com/office/drawing/2014/main" id="{356D16DD-5587-5BE9-32AA-34BAB2622384}"/>
              </a:ext>
            </a:extLst>
          </p:cNvPr>
          <p:cNvSpPr/>
          <p:nvPr/>
        </p:nvSpPr>
        <p:spPr>
          <a:xfrm>
            <a:off x="9883557" y="3760838"/>
            <a:ext cx="1572905" cy="497784"/>
          </a:xfrm>
          <a:prstGeom prst="roundRect">
            <a:avLst/>
          </a:prstGeom>
          <a:solidFill>
            <a:schemeClr val="accent1">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a:solidFill>
                  <a:schemeClr val="tx1"/>
                </a:solidFill>
                <a:latin typeface="Montserrat" panose="00000500000000000000" pitchFamily="2" charset="0"/>
              </a:rPr>
              <a:t>Smarter decisions</a:t>
            </a:r>
          </a:p>
        </p:txBody>
      </p:sp>
      <p:sp>
        <p:nvSpPr>
          <p:cNvPr id="148" name="Shape 3">
            <a:extLst>
              <a:ext uri="{FF2B5EF4-FFF2-40B4-BE49-F238E27FC236}">
                <a16:creationId xmlns:a16="http://schemas.microsoft.com/office/drawing/2014/main" id="{2648C015-1931-9F4C-1885-4FFA2EE154B6}"/>
              </a:ext>
            </a:extLst>
          </p:cNvPr>
          <p:cNvSpPr/>
          <p:nvPr/>
        </p:nvSpPr>
        <p:spPr>
          <a:xfrm>
            <a:off x="5192462" y="4709254"/>
            <a:ext cx="1807076" cy="310896"/>
          </a:xfrm>
          <a:prstGeom prst="roundRect">
            <a:avLst>
              <a:gd name="adj" fmla="val 58824"/>
            </a:avLst>
          </a:prstGeom>
          <a:solidFill>
            <a:srgbClr val="1F6673"/>
          </a:solidFill>
          <a:ln w="12700">
            <a:noFill/>
            <a:prstDash val="solid"/>
          </a:ln>
        </p:spPr>
        <p:txBody>
          <a:bodyPr anchor="ctr"/>
          <a:lstStyle/>
          <a:p>
            <a:pPr algn="ctr"/>
            <a:r>
              <a:rPr lang="en-US" sz="1200" b="1">
                <a:solidFill>
                  <a:srgbClr val="FFFFFF"/>
                </a:solidFill>
                <a:latin typeface="Montserrat" panose="00000500000000000000" pitchFamily="2" charset="0"/>
                <a:ea typeface="Aptos" pitchFamily="34" charset="-122"/>
                <a:cs typeface="Aptos" pitchFamily="34" charset="-120"/>
              </a:rPr>
              <a:t>Key Impact</a:t>
            </a:r>
            <a:endParaRPr lang="en-US" sz="1200">
              <a:latin typeface="Montserrat" panose="00000500000000000000" pitchFamily="2" charset="0"/>
            </a:endParaRPr>
          </a:p>
        </p:txBody>
      </p:sp>
    </p:spTree>
    <p:extLst>
      <p:ext uri="{BB962C8B-B14F-4D97-AF65-F5344CB8AC3E}">
        <p14:creationId xmlns:p14="http://schemas.microsoft.com/office/powerpoint/2010/main" val="426684058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70"/>
        <p:cNvGrpSpPr/>
        <p:nvPr/>
      </p:nvGrpSpPr>
      <p:grpSpPr>
        <a:xfrm>
          <a:off x="0" y="0"/>
          <a:ext cx="0" cy="0"/>
          <a:chOff x="0" y="0"/>
          <a:chExt cx="0" cy="0"/>
        </a:xfrm>
      </p:grpSpPr>
      <p:sp>
        <p:nvSpPr>
          <p:cNvPr id="3772" name="Google Shape;3772;g2454111d629_0_182"/>
          <p:cNvSpPr txBox="1"/>
          <p:nvPr/>
        </p:nvSpPr>
        <p:spPr>
          <a:xfrm>
            <a:off x="744875" y="3342100"/>
            <a:ext cx="5503800" cy="8772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8000"/>
              <a:buFont typeface="Arial"/>
              <a:buNone/>
            </a:pPr>
            <a:r>
              <a:rPr lang="en-IN" sz="5000" i="0" u="none" strike="noStrike" cap="none">
                <a:solidFill>
                  <a:srgbClr val="003056"/>
                </a:solidFill>
                <a:latin typeface="Montserrat Light"/>
                <a:ea typeface="Montserrat Light"/>
                <a:cs typeface="Montserrat Light"/>
                <a:sym typeface="Montserrat Light"/>
              </a:rPr>
              <a:t>Thank You!</a:t>
            </a:r>
            <a:endParaRPr sz="5000" i="0" u="none" strike="noStrike" cap="none">
              <a:solidFill>
                <a:srgbClr val="003056"/>
              </a:solidFill>
              <a:latin typeface="Montserrat Light"/>
              <a:ea typeface="Montserrat Light"/>
              <a:cs typeface="Montserrat Light"/>
              <a:sym typeface="Montserrat Light"/>
            </a:endParaRPr>
          </a:p>
        </p:txBody>
      </p:sp>
      <p:pic>
        <p:nvPicPr>
          <p:cNvPr id="3773" name="Google Shape;3773;g2454111d629_0_182" descr="A black background with a black square&#10;&#10;Description automatically generated with medium confidence"/>
          <p:cNvPicPr preferRelativeResize="0"/>
          <p:nvPr/>
        </p:nvPicPr>
        <p:blipFill rotWithShape="1">
          <a:blip r:embed="rId3">
            <a:alphaModFix/>
          </a:blip>
          <a:srcRect/>
          <a:stretch/>
        </p:blipFill>
        <p:spPr>
          <a:xfrm>
            <a:off x="744863" y="2615076"/>
            <a:ext cx="2705423" cy="581944"/>
          </a:xfrm>
          <a:prstGeom prst="rect">
            <a:avLst/>
          </a:prstGeom>
          <a:noFill/>
          <a:ln>
            <a:no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Technical Architecture &amp; Deployment View</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Reference technology stack underpinning the Unified Curriculum Intelligence Platform</a:t>
            </a:r>
          </a:p>
        </p:txBody>
      </p:sp>
      <p:sp>
        <p:nvSpPr>
          <p:cNvPr id="4" name="Rounded Rectangle 3"/>
          <p:cNvSpPr/>
          <p:nvPr/>
        </p:nvSpPr>
        <p:spPr>
          <a:xfrm>
            <a:off x="502920" y="1078992"/>
            <a:ext cx="11186160" cy="626364"/>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078992"/>
            <a:ext cx="2331720" cy="626364"/>
          </a:xfrm>
          <a:prstGeom prst="roundRect">
            <a:avLst>
              <a:gd name="adj" fmla="val 8000"/>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078992"/>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Experience &amp; Access</a:t>
            </a:r>
          </a:p>
        </p:txBody>
      </p:sp>
      <p:sp>
        <p:nvSpPr>
          <p:cNvPr id="7" name="TextBox 6"/>
          <p:cNvSpPr txBox="1"/>
          <p:nvPr/>
        </p:nvSpPr>
        <p:spPr>
          <a:xfrm>
            <a:off x="3017520" y="1078992"/>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Web Portal  ·  SME Review Console  ·  Dashboards &amp; Reporting  ·  Partner / Client APIs</a:t>
            </a:r>
          </a:p>
        </p:txBody>
      </p:sp>
      <p:sp>
        <p:nvSpPr>
          <p:cNvPr id="8" name="Rounded Rectangle 7"/>
          <p:cNvSpPr/>
          <p:nvPr/>
        </p:nvSpPr>
        <p:spPr>
          <a:xfrm>
            <a:off x="502920" y="1769364"/>
            <a:ext cx="11186160" cy="626364"/>
          </a:xfrm>
          <a:prstGeom prst="roundRect">
            <a:avLst>
              <a:gd name="adj" fmla="val 8000"/>
            </a:avLst>
          </a:prstGeom>
          <a:solidFill>
            <a:srgbClr val="DDF0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02920" y="1769364"/>
            <a:ext cx="2331720" cy="626364"/>
          </a:xfrm>
          <a:prstGeom prst="roundRect">
            <a:avLst>
              <a:gd name="adj" fmla="val 8000"/>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769364"/>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API &amp; Integration</a:t>
            </a:r>
          </a:p>
        </p:txBody>
      </p:sp>
      <p:sp>
        <p:nvSpPr>
          <p:cNvPr id="11" name="TextBox 10"/>
          <p:cNvSpPr txBox="1"/>
          <p:nvPr/>
        </p:nvSpPr>
        <p:spPr>
          <a:xfrm>
            <a:off x="3017520" y="1769364"/>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API Gateway  ·  OAuth2 / OIDC &amp; SSO Federation  ·  Rate Limiting &amp; Throttling  ·  Event / Webhook Bus</a:t>
            </a:r>
          </a:p>
        </p:txBody>
      </p:sp>
      <p:sp>
        <p:nvSpPr>
          <p:cNvPr id="12" name="Rounded Rectangle 11"/>
          <p:cNvSpPr/>
          <p:nvPr/>
        </p:nvSpPr>
        <p:spPr>
          <a:xfrm>
            <a:off x="502920" y="2459736"/>
            <a:ext cx="11186160" cy="626364"/>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2920" y="2459736"/>
            <a:ext cx="2331720" cy="626364"/>
          </a:xfrm>
          <a:prstGeom prst="roundRect">
            <a:avLst>
              <a:gd name="adj" fmla="val 8000"/>
            </a:avLst>
          </a:prstGeom>
          <a:solidFill>
            <a:srgbClr val="215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459736"/>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AI / ML Orchestration</a:t>
            </a:r>
          </a:p>
        </p:txBody>
      </p:sp>
      <p:sp>
        <p:nvSpPr>
          <p:cNvPr id="15" name="TextBox 14"/>
          <p:cNvSpPr txBox="1"/>
          <p:nvPr/>
        </p:nvSpPr>
        <p:spPr>
          <a:xfrm>
            <a:off x="3017520" y="2459736"/>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Model-Agnostic LLM Orchestration  ·  RAG &amp; Vector Retrieval  ·  Workflow Orchestration (AI Workflow Executor)  ·  AI Guardrails</a:t>
            </a:r>
          </a:p>
        </p:txBody>
      </p:sp>
      <p:sp>
        <p:nvSpPr>
          <p:cNvPr id="16" name="Rounded Rectangle 15"/>
          <p:cNvSpPr/>
          <p:nvPr/>
        </p:nvSpPr>
        <p:spPr>
          <a:xfrm>
            <a:off x="502920" y="3150108"/>
            <a:ext cx="11186160" cy="626364"/>
          </a:xfrm>
          <a:prstGeom prst="roundRect">
            <a:avLst>
              <a:gd name="adj" fmla="val 8000"/>
            </a:avLst>
          </a:prstGeom>
          <a:solidFill>
            <a:srgbClr val="DDF0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150108"/>
            <a:ext cx="2331720" cy="626364"/>
          </a:xfrm>
          <a:prstGeom prst="roundRect">
            <a:avLst>
              <a:gd name="adj" fmla="val 8000"/>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150108"/>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Application Microservices</a:t>
            </a:r>
          </a:p>
        </p:txBody>
      </p:sp>
      <p:sp>
        <p:nvSpPr>
          <p:cNvPr id="19" name="TextBox 18"/>
          <p:cNvSpPr txBox="1"/>
          <p:nvPr/>
        </p:nvSpPr>
        <p:spPr>
          <a:xfrm>
            <a:off x="3017520" y="3150108"/>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Content Services  ·  Standards &amp; Alignment Services  ·  Workflow Engine  ·  Impact Analysis  ·  Quality Validation</a:t>
            </a:r>
          </a:p>
        </p:txBody>
      </p:sp>
      <p:sp>
        <p:nvSpPr>
          <p:cNvPr id="20" name="Rounded Rectangle 19"/>
          <p:cNvSpPr/>
          <p:nvPr/>
        </p:nvSpPr>
        <p:spPr>
          <a:xfrm>
            <a:off x="502920" y="3840480"/>
            <a:ext cx="11186160" cy="626364"/>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02920" y="3840480"/>
            <a:ext cx="2331720" cy="626364"/>
          </a:xfrm>
          <a:prstGeom prst="roundRect">
            <a:avLst>
              <a:gd name="adj" fmla="val 8000"/>
            </a:avLst>
          </a:prstGeom>
          <a:solidFill>
            <a:srgbClr val="215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3840480"/>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Data &amp; Knowledge</a:t>
            </a:r>
          </a:p>
        </p:txBody>
      </p:sp>
      <p:sp>
        <p:nvSpPr>
          <p:cNvPr id="23" name="TextBox 22"/>
          <p:cNvSpPr txBox="1"/>
          <p:nvPr/>
        </p:nvSpPr>
        <p:spPr>
          <a:xfrm>
            <a:off x="3017520" y="3840480"/>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Content Repository  ·  Standards &amp; Metadata Store  ·  Vector / Embeddings Store  ·  Analytics Data Store  ·  Audit &amp; Traceability Log</a:t>
            </a:r>
          </a:p>
        </p:txBody>
      </p:sp>
      <p:sp>
        <p:nvSpPr>
          <p:cNvPr id="24" name="Rounded Rectangle 23"/>
          <p:cNvSpPr/>
          <p:nvPr/>
        </p:nvSpPr>
        <p:spPr>
          <a:xfrm>
            <a:off x="502920" y="4530852"/>
            <a:ext cx="11186160" cy="626364"/>
          </a:xfrm>
          <a:prstGeom prst="roundRect">
            <a:avLst>
              <a:gd name="adj" fmla="val 8000"/>
            </a:avLst>
          </a:prstGeom>
          <a:solidFill>
            <a:srgbClr val="DDF0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530852"/>
            <a:ext cx="2331720" cy="626364"/>
          </a:xfrm>
          <a:prstGeom prst="roundRect">
            <a:avLst>
              <a:gd name="adj" fmla="val 8000"/>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2648" y="4530852"/>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Cloud Infrastructure</a:t>
            </a:r>
          </a:p>
        </p:txBody>
      </p:sp>
      <p:sp>
        <p:nvSpPr>
          <p:cNvPr id="27" name="TextBox 26"/>
          <p:cNvSpPr txBox="1"/>
          <p:nvPr/>
        </p:nvSpPr>
        <p:spPr>
          <a:xfrm>
            <a:off x="3017520" y="4530852"/>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Cloud-Native Hosting (provider confirmed with DE IT)  ·  Container Orchestration (Kubernetes)  ·  Infrastructure-as-Code  ·  CI/CD  ·  Dev / Test / Stage / Prod</a:t>
            </a:r>
          </a:p>
        </p:txBody>
      </p:sp>
      <p:sp>
        <p:nvSpPr>
          <p:cNvPr id="28" name="Rounded Rectangle 27"/>
          <p:cNvSpPr/>
          <p:nvPr/>
        </p:nvSpPr>
        <p:spPr>
          <a:xfrm>
            <a:off x="502920" y="5221224"/>
            <a:ext cx="11186160" cy="626364"/>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502920" y="5221224"/>
            <a:ext cx="2331720" cy="626364"/>
          </a:xfrm>
          <a:prstGeom prst="roundRect">
            <a:avLst>
              <a:gd name="adj" fmla="val 8000"/>
            </a:avLst>
          </a:prstGeom>
          <a:solidFill>
            <a:srgbClr val="215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5221224"/>
            <a:ext cx="2148840" cy="626364"/>
          </a:xfrm>
          <a:prstGeom prst="rect">
            <a:avLst/>
          </a:prstGeom>
          <a:noFill/>
        </p:spPr>
        <p:txBody>
          <a:bodyPr wrap="square" anchor="ctr" lIns="0" rIns="0" tIns="0" bIns="0">
            <a:spAutoFit/>
          </a:bodyPr>
          <a:lstStyle/>
          <a:p>
            <a:pPr algn="l"/>
            <a:r>
              <a:rPr sz="1200" b="1" i="0">
                <a:solidFill>
                  <a:srgbClr val="FFFFFF"/>
                </a:solidFill>
                <a:latin typeface="Montserrat"/>
              </a:rPr>
              <a:t>Cross-Cutting Services</a:t>
            </a:r>
          </a:p>
        </p:txBody>
      </p:sp>
      <p:sp>
        <p:nvSpPr>
          <p:cNvPr id="31" name="TextBox 30"/>
          <p:cNvSpPr txBox="1"/>
          <p:nvPr/>
        </p:nvSpPr>
        <p:spPr>
          <a:xfrm>
            <a:off x="3017520" y="5221224"/>
            <a:ext cx="8534400" cy="626364"/>
          </a:xfrm>
          <a:prstGeom prst="rect">
            <a:avLst/>
          </a:prstGeom>
          <a:noFill/>
        </p:spPr>
        <p:txBody>
          <a:bodyPr wrap="square" anchor="ctr" lIns="0" rIns="0" tIns="0" bIns="0">
            <a:spAutoFit/>
          </a:bodyPr>
          <a:lstStyle/>
          <a:p>
            <a:pPr algn="l"/>
            <a:r>
              <a:rPr sz="1000" b="0" i="0">
                <a:solidFill>
                  <a:srgbClr val="101820"/>
                </a:solidFill>
                <a:latin typeface="Montserrat"/>
              </a:rPr>
              <a:t>Security &amp; IAM  ·  Observability &amp; Monitoring  ·  Backup &amp; Disaster Recovery  ·  AI Guardrails &amp; Responsible AI</a:t>
            </a:r>
          </a:p>
        </p:txBody>
      </p:sp>
      <p:sp>
        <p:nvSpPr>
          <p:cNvPr id="32" name="TextBox 31"/>
          <p:cNvSpPr txBox="1"/>
          <p:nvPr/>
        </p:nvSpPr>
        <p:spPr>
          <a:xfrm>
            <a:off x="640080" y="6419088"/>
            <a:ext cx="9418320" cy="320040"/>
          </a:xfrm>
          <a:prstGeom prst="rect">
            <a:avLst/>
          </a:prstGeom>
          <a:noFill/>
        </p:spPr>
        <p:txBody>
          <a:bodyPr wrap="square" anchor="t" lIns="0" rIns="0" tIns="0" bIns="0">
            <a:spAutoFit/>
          </a:bodyPr>
          <a:lstStyle/>
          <a:p>
            <a:pPr algn="l"/>
            <a:r>
              <a:rPr sz="1000" b="0" i="1">
                <a:solidFill>
                  <a:srgbClr val="215968"/>
                </a:solidFill>
                <a:latin typeface="Montserrat"/>
              </a:rPr>
              <a:t>Illustrative reference architecture — final technology selections (cloud provider, specific data stores, model providers) confirmed jointly with Discovery Education IT during Design &amp; Plan.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Integration Architecture</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API-first integration between Discovery Education systems and the Curriculum Intelligence Platform</a:t>
            </a:r>
          </a:p>
        </p:txBody>
      </p:sp>
      <p:sp>
        <p:nvSpPr>
          <p:cNvPr id="4" name="Rounded Rectangle 3"/>
          <p:cNvSpPr/>
          <p:nvPr/>
        </p:nvSpPr>
        <p:spPr>
          <a:xfrm>
            <a:off x="502920" y="1234440"/>
            <a:ext cx="3246120" cy="3246120"/>
          </a:xfrm>
          <a:prstGeom prst="roundRect">
            <a:avLst>
              <a:gd name="adj" fmla="val 8000"/>
            </a:avLst>
          </a:prstGeom>
          <a:solidFill>
            <a:srgbClr val="FFFFFF"/>
          </a:solidFill>
          <a:ln w="12700">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34440"/>
            <a:ext cx="3246120" cy="457200"/>
          </a:xfrm>
          <a:prstGeom prst="roundRect">
            <a:avLst>
              <a:gd name="adj" fmla="val 8000"/>
            </a:avLst>
          </a:prstGeom>
          <a:solidFill>
            <a:srgbClr val="2159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234440"/>
            <a:ext cx="3063240" cy="457200"/>
          </a:xfrm>
          <a:prstGeom prst="rect">
            <a:avLst/>
          </a:prstGeom>
          <a:noFill/>
        </p:spPr>
        <p:txBody>
          <a:bodyPr wrap="square" anchor="ctr" lIns="0" rIns="0" tIns="0" bIns="0">
            <a:spAutoFit/>
          </a:bodyPr>
          <a:lstStyle/>
          <a:p>
            <a:pPr algn="ctr"/>
            <a:r>
              <a:rPr sz="1200" b="1" i="0">
                <a:solidFill>
                  <a:srgbClr val="FFFFFF"/>
                </a:solidFill>
                <a:latin typeface="Montserrat"/>
              </a:rPr>
              <a:t>Discovery Education Systems</a:t>
            </a:r>
          </a:p>
        </p:txBody>
      </p:sp>
      <p:sp>
        <p:nvSpPr>
          <p:cNvPr id="7" name="TextBox 6"/>
          <p:cNvSpPr txBox="1"/>
          <p:nvPr/>
        </p:nvSpPr>
        <p:spPr>
          <a:xfrm>
            <a:off x="667512" y="18013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LMS / Content Management</a:t>
            </a:r>
          </a:p>
        </p:txBody>
      </p:sp>
      <p:sp>
        <p:nvSpPr>
          <p:cNvPr id="8" name="TextBox 7"/>
          <p:cNvSpPr txBox="1"/>
          <p:nvPr/>
        </p:nvSpPr>
        <p:spPr>
          <a:xfrm>
            <a:off x="667512" y="22585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Identity Provider (SSO)</a:t>
            </a:r>
          </a:p>
        </p:txBody>
      </p:sp>
      <p:sp>
        <p:nvSpPr>
          <p:cNvPr id="9" name="TextBox 8"/>
          <p:cNvSpPr txBox="1"/>
          <p:nvPr/>
        </p:nvSpPr>
        <p:spPr>
          <a:xfrm>
            <a:off x="667512" y="27157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Existing Curriculum Repositories</a:t>
            </a:r>
          </a:p>
        </p:txBody>
      </p:sp>
      <p:sp>
        <p:nvSpPr>
          <p:cNvPr id="10" name="TextBox 9"/>
          <p:cNvSpPr txBox="1"/>
          <p:nvPr/>
        </p:nvSpPr>
        <p:spPr>
          <a:xfrm>
            <a:off x="667512" y="31729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Data Warehouse / BI &amp; Reporting</a:t>
            </a:r>
          </a:p>
        </p:txBody>
      </p:sp>
      <p:sp>
        <p:nvSpPr>
          <p:cNvPr id="11" name="Rounded Rectangle 10"/>
          <p:cNvSpPr/>
          <p:nvPr/>
        </p:nvSpPr>
        <p:spPr>
          <a:xfrm>
            <a:off x="4471416" y="1234440"/>
            <a:ext cx="3246120" cy="3246120"/>
          </a:xfrm>
          <a:prstGeom prst="roundRect">
            <a:avLst>
              <a:gd name="adj" fmla="val 8000"/>
            </a:avLst>
          </a:prstGeom>
          <a:solidFill>
            <a:srgbClr val="FFFFFF"/>
          </a:solidFill>
          <a:ln w="12700">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471416" y="1234440"/>
            <a:ext cx="3246120" cy="457200"/>
          </a:xfrm>
          <a:prstGeom prst="roundRect">
            <a:avLst>
              <a:gd name="adj" fmla="val 8000"/>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1234440"/>
            <a:ext cx="3063240" cy="457200"/>
          </a:xfrm>
          <a:prstGeom prst="rect">
            <a:avLst/>
          </a:prstGeom>
          <a:noFill/>
        </p:spPr>
        <p:txBody>
          <a:bodyPr wrap="square" anchor="ctr" lIns="0" rIns="0" tIns="0" bIns="0">
            <a:spAutoFit/>
          </a:bodyPr>
          <a:lstStyle/>
          <a:p>
            <a:pPr algn="ctr"/>
            <a:r>
              <a:rPr sz="1200" b="1" i="0">
                <a:solidFill>
                  <a:srgbClr val="FFFFFF"/>
                </a:solidFill>
                <a:latin typeface="Montserrat"/>
              </a:rPr>
              <a:t>Integration Layer</a:t>
            </a:r>
          </a:p>
        </p:txBody>
      </p:sp>
      <p:sp>
        <p:nvSpPr>
          <p:cNvPr id="14" name="TextBox 13"/>
          <p:cNvSpPr txBox="1"/>
          <p:nvPr/>
        </p:nvSpPr>
        <p:spPr>
          <a:xfrm>
            <a:off x="4636008" y="18013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API Gateway (REST / GraphQL, OpenAPI-documented)</a:t>
            </a:r>
          </a:p>
        </p:txBody>
      </p:sp>
      <p:sp>
        <p:nvSpPr>
          <p:cNvPr id="15" name="TextBox 14"/>
          <p:cNvSpPr txBox="1"/>
          <p:nvPr/>
        </p:nvSpPr>
        <p:spPr>
          <a:xfrm>
            <a:off x="4636008" y="22585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SSO Federation (SAML 2.0 / OIDC)</a:t>
            </a:r>
          </a:p>
        </p:txBody>
      </p:sp>
      <p:sp>
        <p:nvSpPr>
          <p:cNvPr id="16" name="TextBox 15"/>
          <p:cNvSpPr txBox="1"/>
          <p:nvPr/>
        </p:nvSpPr>
        <p:spPr>
          <a:xfrm>
            <a:off x="4636008" y="27157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Batch &amp; Secure File Exchange (SFTP)</a:t>
            </a:r>
          </a:p>
        </p:txBody>
      </p:sp>
      <p:sp>
        <p:nvSpPr>
          <p:cNvPr id="17" name="TextBox 16"/>
          <p:cNvSpPr txBox="1"/>
          <p:nvPr/>
        </p:nvSpPr>
        <p:spPr>
          <a:xfrm>
            <a:off x="4636008" y="31729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Event Streaming / Webhooks</a:t>
            </a:r>
          </a:p>
        </p:txBody>
      </p:sp>
      <p:sp>
        <p:nvSpPr>
          <p:cNvPr id="18" name="TextBox 17"/>
          <p:cNvSpPr txBox="1"/>
          <p:nvPr/>
        </p:nvSpPr>
        <p:spPr>
          <a:xfrm>
            <a:off x="4636008" y="36301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Sandbox &amp; Test Environment</a:t>
            </a:r>
          </a:p>
        </p:txBody>
      </p:sp>
      <p:sp>
        <p:nvSpPr>
          <p:cNvPr id="19" name="Rounded Rectangle 18"/>
          <p:cNvSpPr/>
          <p:nvPr/>
        </p:nvSpPr>
        <p:spPr>
          <a:xfrm>
            <a:off x="8439912" y="1234440"/>
            <a:ext cx="3246120" cy="3246120"/>
          </a:xfrm>
          <a:prstGeom prst="roundRect">
            <a:avLst>
              <a:gd name="adj" fmla="val 8000"/>
            </a:avLst>
          </a:prstGeom>
          <a:solidFill>
            <a:srgbClr val="FFFFFF"/>
          </a:solidFill>
          <a:ln w="12700">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39912" y="1234440"/>
            <a:ext cx="3246120" cy="457200"/>
          </a:xfrm>
          <a:prstGeom prst="roundRect">
            <a:avLst>
              <a:gd name="adj" fmla="val 8000"/>
            </a:avLst>
          </a:prstGeom>
          <a:solidFill>
            <a:srgbClr val="092D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31352" y="1234440"/>
            <a:ext cx="3063240" cy="457200"/>
          </a:xfrm>
          <a:prstGeom prst="rect">
            <a:avLst/>
          </a:prstGeom>
          <a:noFill/>
        </p:spPr>
        <p:txBody>
          <a:bodyPr wrap="square" anchor="ctr" lIns="0" rIns="0" tIns="0" bIns="0">
            <a:spAutoFit/>
          </a:bodyPr>
          <a:lstStyle/>
          <a:p>
            <a:pPr algn="ctr"/>
            <a:r>
              <a:rPr sz="1200" b="1" i="0">
                <a:solidFill>
                  <a:srgbClr val="FFFFFF"/>
                </a:solidFill>
                <a:latin typeface="Montserrat"/>
              </a:rPr>
              <a:t>Curriculum Intelligence Platform</a:t>
            </a:r>
          </a:p>
        </p:txBody>
      </p:sp>
      <p:sp>
        <p:nvSpPr>
          <p:cNvPr id="22" name="TextBox 21"/>
          <p:cNvSpPr txBox="1"/>
          <p:nvPr/>
        </p:nvSpPr>
        <p:spPr>
          <a:xfrm>
            <a:off x="8604504" y="18013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Content &amp; Standards Services</a:t>
            </a:r>
          </a:p>
        </p:txBody>
      </p:sp>
      <p:sp>
        <p:nvSpPr>
          <p:cNvPr id="23" name="TextBox 22"/>
          <p:cNvSpPr txBox="1"/>
          <p:nvPr/>
        </p:nvSpPr>
        <p:spPr>
          <a:xfrm>
            <a:off x="8604504" y="22585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Workflow Engine</a:t>
            </a:r>
          </a:p>
        </p:txBody>
      </p:sp>
      <p:sp>
        <p:nvSpPr>
          <p:cNvPr id="24" name="TextBox 23"/>
          <p:cNvSpPr txBox="1"/>
          <p:nvPr/>
        </p:nvSpPr>
        <p:spPr>
          <a:xfrm>
            <a:off x="8604504" y="27157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Reporting &amp; Analytics API</a:t>
            </a:r>
          </a:p>
        </p:txBody>
      </p:sp>
      <p:sp>
        <p:nvSpPr>
          <p:cNvPr id="25" name="TextBox 24"/>
          <p:cNvSpPr txBox="1"/>
          <p:nvPr/>
        </p:nvSpPr>
        <p:spPr>
          <a:xfrm>
            <a:off x="8604504" y="3172968"/>
            <a:ext cx="2916936" cy="457200"/>
          </a:xfrm>
          <a:prstGeom prst="rect">
            <a:avLst/>
          </a:prstGeom>
          <a:noFill/>
        </p:spPr>
        <p:txBody>
          <a:bodyPr wrap="square" anchor="t" lIns="0" rIns="0" tIns="0" bIns="0">
            <a:spAutoFit/>
          </a:bodyPr>
          <a:lstStyle/>
          <a:p>
            <a:pPr algn="l"/>
            <a:r>
              <a:rPr sz="1000" b="0" i="0">
                <a:solidFill>
                  <a:srgbClr val="101820"/>
                </a:solidFill>
                <a:latin typeface="Montserrat"/>
              </a:rPr>
              <a:t>▪  Admin &amp; Configuration API</a:t>
            </a:r>
          </a:p>
        </p:txBody>
      </p:sp>
      <p:sp>
        <p:nvSpPr>
          <p:cNvPr id="26" name="Chevron 25"/>
          <p:cNvSpPr/>
          <p:nvPr/>
        </p:nvSpPr>
        <p:spPr>
          <a:xfrm>
            <a:off x="3858768" y="2692908"/>
            <a:ext cx="502920" cy="329184"/>
          </a:xfrm>
          <a:prstGeom prst="chevron">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hevron 26"/>
          <p:cNvSpPr/>
          <p:nvPr/>
        </p:nvSpPr>
        <p:spPr>
          <a:xfrm>
            <a:off x="7827264" y="2692908"/>
            <a:ext cx="502920" cy="329184"/>
          </a:xfrm>
          <a:prstGeom prst="chevron">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2920" y="4736592"/>
            <a:ext cx="2590800" cy="566928"/>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4736592"/>
            <a:ext cx="2407920" cy="566928"/>
          </a:xfrm>
          <a:prstGeom prst="rect">
            <a:avLst/>
          </a:prstGeom>
          <a:noFill/>
        </p:spPr>
        <p:txBody>
          <a:bodyPr wrap="square" anchor="ctr" lIns="0" rIns="0" tIns="0" bIns="0">
            <a:spAutoFit/>
          </a:bodyPr>
          <a:lstStyle/>
          <a:p>
            <a:pPr algn="ctr"/>
            <a:r>
              <a:rPr sz="1000" b="1" i="0">
                <a:solidFill>
                  <a:srgbClr val="092D69"/>
                </a:solidFill>
                <a:latin typeface="Montserrat"/>
              </a:rPr>
              <a:t>API-first &amp; versioned</a:t>
            </a:r>
          </a:p>
        </p:txBody>
      </p:sp>
      <p:sp>
        <p:nvSpPr>
          <p:cNvPr id="30" name="Rounded Rectangle 29"/>
          <p:cNvSpPr/>
          <p:nvPr/>
        </p:nvSpPr>
        <p:spPr>
          <a:xfrm>
            <a:off x="3368040" y="4736592"/>
            <a:ext cx="2590800" cy="566928"/>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59480" y="4736592"/>
            <a:ext cx="2407920" cy="566928"/>
          </a:xfrm>
          <a:prstGeom prst="rect">
            <a:avLst/>
          </a:prstGeom>
          <a:noFill/>
        </p:spPr>
        <p:txBody>
          <a:bodyPr wrap="square" anchor="ctr" lIns="0" rIns="0" tIns="0" bIns="0">
            <a:spAutoFit/>
          </a:bodyPr>
          <a:lstStyle/>
          <a:p>
            <a:pPr algn="ctr"/>
            <a:r>
              <a:rPr sz="1000" b="1" i="0">
                <a:solidFill>
                  <a:srgbClr val="092D69"/>
                </a:solidFill>
                <a:latin typeface="Montserrat"/>
              </a:rPr>
              <a:t>Standards-based (REST / JSON, OpenAPI 3.0)</a:t>
            </a:r>
          </a:p>
        </p:txBody>
      </p:sp>
      <p:sp>
        <p:nvSpPr>
          <p:cNvPr id="32" name="Rounded Rectangle 31"/>
          <p:cNvSpPr/>
          <p:nvPr/>
        </p:nvSpPr>
        <p:spPr>
          <a:xfrm>
            <a:off x="6233160" y="4736592"/>
            <a:ext cx="2590800" cy="566928"/>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24600" y="4736592"/>
            <a:ext cx="2407920" cy="566928"/>
          </a:xfrm>
          <a:prstGeom prst="rect">
            <a:avLst/>
          </a:prstGeom>
          <a:noFill/>
        </p:spPr>
        <p:txBody>
          <a:bodyPr wrap="square" anchor="ctr" lIns="0" rIns="0" tIns="0" bIns="0">
            <a:spAutoFit/>
          </a:bodyPr>
          <a:lstStyle/>
          <a:p>
            <a:pPr algn="ctr"/>
            <a:r>
              <a:rPr sz="1000" b="1" i="0">
                <a:solidFill>
                  <a:srgbClr val="092D69"/>
                </a:solidFill>
                <a:latin typeface="Montserrat"/>
              </a:rPr>
              <a:t>Secure by design (mTLS / OAuth2)</a:t>
            </a:r>
          </a:p>
        </p:txBody>
      </p:sp>
      <p:sp>
        <p:nvSpPr>
          <p:cNvPr id="34" name="Rounded Rectangle 33"/>
          <p:cNvSpPr/>
          <p:nvPr/>
        </p:nvSpPr>
        <p:spPr>
          <a:xfrm>
            <a:off x="9098280" y="4736592"/>
            <a:ext cx="2590800" cy="566928"/>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9720" y="4736592"/>
            <a:ext cx="2407920" cy="566928"/>
          </a:xfrm>
          <a:prstGeom prst="rect">
            <a:avLst/>
          </a:prstGeom>
          <a:noFill/>
        </p:spPr>
        <p:txBody>
          <a:bodyPr wrap="square" anchor="ctr" lIns="0" rIns="0" tIns="0" bIns="0">
            <a:spAutoFit/>
          </a:bodyPr>
          <a:lstStyle/>
          <a:p>
            <a:pPr algn="ctr"/>
            <a:r>
              <a:rPr sz="1000" b="1" i="0">
                <a:solidFill>
                  <a:srgbClr val="092D69"/>
                </a:solidFill>
                <a:latin typeface="Montserrat"/>
              </a:rPr>
              <a:t>Idempotent, auditable batch jobs</a:t>
            </a:r>
          </a:p>
        </p:txBody>
      </p:sp>
      <p:sp>
        <p:nvSpPr>
          <p:cNvPr id="36" name="TextBox 35"/>
          <p:cNvSpPr txBox="1"/>
          <p:nvPr/>
        </p:nvSpPr>
        <p:spPr>
          <a:xfrm>
            <a:off x="640080" y="5449824"/>
            <a:ext cx="9418320" cy="320040"/>
          </a:xfrm>
          <a:prstGeom prst="rect">
            <a:avLst/>
          </a:prstGeom>
          <a:noFill/>
        </p:spPr>
        <p:txBody>
          <a:bodyPr wrap="square" anchor="t" lIns="0" rIns="0" tIns="0" bIns="0">
            <a:spAutoFit/>
          </a:bodyPr>
          <a:lstStyle/>
          <a:p>
            <a:pPr algn="l"/>
            <a:r>
              <a:rPr sz="1000" b="0" i="1">
                <a:solidFill>
                  <a:srgbClr val="215968"/>
                </a:solidFill>
                <a:latin typeface="Montserrat"/>
              </a:rPr>
              <a:t>Specific Discovery Education systems, endpoints, and data-exchange formats to be confirmed during Discover &amp; Assess.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Non-Functional Requirements &amp; Service Levels</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Proposed platform targets — to be finalized and validated during the pilot and formal SOW</a:t>
            </a:r>
          </a:p>
        </p:txBody>
      </p:sp>
      <p:graphicFrame>
        <p:nvGraphicFramePr>
          <p:cNvPr id="4" name="Table 3"/>
          <p:cNvGraphicFramePr>
            <a:graphicFrameLocks noGrp="1"/>
          </p:cNvGraphicFramePr>
          <p:nvPr/>
        </p:nvGraphicFramePr>
        <p:xfrm>
          <a:off x="502920" y="1143000"/>
          <a:ext cx="10881360" cy="4480560"/>
        </p:xfrm>
        <a:graphic>
          <a:graphicData uri="http://schemas.openxmlformats.org/drawingml/2006/table">
            <a:tbl>
              <a:tblPr firstRow="1" bandRow="1">
                <a:tableStyleId>{5C22544A-7EE6-4342-B048-85BDC9FD1C3A}</a:tableStyleId>
              </a:tblPr>
              <a:tblGrid>
                <a:gridCol w="2651760"/>
                <a:gridCol w="4206240"/>
                <a:gridCol w="4023360"/>
              </a:tblGrid>
              <a:tr h="497840">
                <a:tc>
                  <a:txBody>
                    <a:bodyPr/>
                    <a:lstStyle/>
                    <a:p>
                      <a:r>
                        <a:rPr sz="1200" b="1" i="0">
                          <a:solidFill>
                            <a:srgbClr val="FFFFFF"/>
                          </a:solidFill>
                          <a:latin typeface="Montserrat"/>
                        </a:rPr>
                        <a:t>Dimension</a:t>
                      </a:r>
                    </a:p>
                  </a:txBody>
                  <a:tcPr marL="73152" marR="73152" marT="27432" marB="27432" anchor="ctr">
                    <a:solidFill>
                      <a:srgbClr val="092D69"/>
                    </a:solidFill>
                  </a:tcPr>
                </a:tc>
                <a:tc>
                  <a:txBody>
                    <a:bodyPr/>
                    <a:lstStyle/>
                    <a:p>
                      <a:r>
                        <a:rPr sz="1200" b="1" i="0">
                          <a:solidFill>
                            <a:srgbClr val="FFFFFF"/>
                          </a:solidFill>
                          <a:latin typeface="Montserrat"/>
                        </a:rPr>
                        <a:t>Target / Requirement</a:t>
                      </a:r>
                    </a:p>
                  </a:txBody>
                  <a:tcPr marL="73152" marR="73152" marT="27432" marB="27432" anchor="ctr">
                    <a:solidFill>
                      <a:srgbClr val="092D69"/>
                    </a:solidFill>
                  </a:tcPr>
                </a:tc>
                <a:tc>
                  <a:txBody>
                    <a:bodyPr/>
                    <a:lstStyle/>
                    <a:p>
                      <a:r>
                        <a:rPr sz="1200" b="1" i="0">
                          <a:solidFill>
                            <a:srgbClr val="FFFFFF"/>
                          </a:solidFill>
                          <a:latin typeface="Montserrat"/>
                        </a:rPr>
                        <a:t>Notes</a:t>
                      </a:r>
                    </a:p>
                  </a:txBody>
                  <a:tcPr marL="73152" marR="73152" marT="27432" marB="27432" anchor="ctr">
                    <a:solidFill>
                      <a:srgbClr val="092D69"/>
                    </a:solidFill>
                  </a:tcPr>
                </a:tc>
              </a:tr>
              <a:tr h="497840">
                <a:tc>
                  <a:txBody>
                    <a:bodyPr/>
                    <a:lstStyle/>
                    <a:p>
                      <a:r>
                        <a:rPr sz="1100" b="0" i="0">
                          <a:solidFill>
                            <a:srgbClr val="101820"/>
                          </a:solidFill>
                          <a:latin typeface="Montserrat"/>
                        </a:rPr>
                        <a:t>Availability</a:t>
                      </a:r>
                    </a:p>
                  </a:txBody>
                  <a:tcPr marL="73152" marR="73152" marT="27432" marB="27432" anchor="ctr">
                    <a:solidFill>
                      <a:srgbClr val="FFFFFF"/>
                    </a:solidFill>
                  </a:tcPr>
                </a:tc>
                <a:tc>
                  <a:txBody>
                    <a:bodyPr/>
                    <a:lstStyle/>
                    <a:p>
                      <a:r>
                        <a:rPr sz="1100" b="0" i="0">
                          <a:solidFill>
                            <a:srgbClr val="101820"/>
                          </a:solidFill>
                          <a:latin typeface="Montserrat"/>
                        </a:rPr>
                        <a:t>99.9% uptime (production)</a:t>
                      </a:r>
                    </a:p>
                  </a:txBody>
                  <a:tcPr marL="73152" marR="73152" marT="27432" marB="27432" anchor="ctr">
                    <a:solidFill>
                      <a:srgbClr val="FFFFFF"/>
                    </a:solidFill>
                  </a:tcPr>
                </a:tc>
                <a:tc>
                  <a:txBody>
                    <a:bodyPr/>
                    <a:lstStyle/>
                    <a:p>
                      <a:r>
                        <a:rPr sz="1100" b="0" i="0">
                          <a:solidFill>
                            <a:srgbClr val="101820"/>
                          </a:solidFill>
                          <a:latin typeface="Montserrat"/>
                        </a:rPr>
                        <a:t>Excludes planned maintenance windows</a:t>
                      </a:r>
                    </a:p>
                  </a:txBody>
                  <a:tcPr marL="73152" marR="73152" marT="27432" marB="27432" anchor="ctr">
                    <a:solidFill>
                      <a:srgbClr val="FFFFFF"/>
                    </a:solidFill>
                  </a:tcPr>
                </a:tc>
              </a:tr>
              <a:tr h="497840">
                <a:tc>
                  <a:txBody>
                    <a:bodyPr/>
                    <a:lstStyle/>
                    <a:p>
                      <a:r>
                        <a:rPr sz="1100" b="0" i="0">
                          <a:solidFill>
                            <a:srgbClr val="101820"/>
                          </a:solidFill>
                          <a:latin typeface="Montserrat"/>
                        </a:rPr>
                        <a:t>Performance</a:t>
                      </a:r>
                    </a:p>
                  </a:txBody>
                  <a:tcPr marL="73152" marR="73152" marT="27432" marB="27432" anchor="ctr">
                    <a:solidFill>
                      <a:srgbClr val="EDF6F9"/>
                    </a:solidFill>
                  </a:tcPr>
                </a:tc>
                <a:tc>
                  <a:txBody>
                    <a:bodyPr/>
                    <a:lstStyle/>
                    <a:p>
                      <a:r>
                        <a:rPr sz="1100" b="0" i="0">
                          <a:solidFill>
                            <a:srgbClr val="101820"/>
                          </a:solidFill>
                          <a:latin typeface="Montserrat"/>
                        </a:rPr>
                        <a:t>p95 API response &lt; 2 seconds</a:t>
                      </a:r>
                    </a:p>
                  </a:txBody>
                  <a:tcPr marL="73152" marR="73152" marT="27432" marB="27432" anchor="ctr">
                    <a:solidFill>
                      <a:srgbClr val="EDF6F9"/>
                    </a:solidFill>
                  </a:tcPr>
                </a:tc>
                <a:tc>
                  <a:txBody>
                    <a:bodyPr/>
                    <a:lstStyle/>
                    <a:p>
                      <a:r>
                        <a:rPr sz="1100" b="0" i="0">
                          <a:solidFill>
                            <a:srgbClr val="101820"/>
                          </a:solidFill>
                          <a:latin typeface="Montserrat"/>
                        </a:rPr>
                        <a:t>Async processing + status callbacks for long-running AI jobs</a:t>
                      </a:r>
                    </a:p>
                  </a:txBody>
                  <a:tcPr marL="73152" marR="73152" marT="27432" marB="27432" anchor="ctr">
                    <a:solidFill>
                      <a:srgbClr val="EDF6F9"/>
                    </a:solidFill>
                  </a:tcPr>
                </a:tc>
              </a:tr>
              <a:tr h="497840">
                <a:tc>
                  <a:txBody>
                    <a:bodyPr/>
                    <a:lstStyle/>
                    <a:p>
                      <a:r>
                        <a:rPr sz="1100" b="0" i="0">
                          <a:solidFill>
                            <a:srgbClr val="101820"/>
                          </a:solidFill>
                          <a:latin typeface="Montserrat"/>
                        </a:rPr>
                        <a:t>Scalability</a:t>
                      </a:r>
                    </a:p>
                  </a:txBody>
                  <a:tcPr marL="73152" marR="73152" marT="27432" marB="27432" anchor="ctr">
                    <a:solidFill>
                      <a:srgbClr val="FFFFFF"/>
                    </a:solidFill>
                  </a:tcPr>
                </a:tc>
                <a:tc>
                  <a:txBody>
                    <a:bodyPr/>
                    <a:lstStyle/>
                    <a:p>
                      <a:r>
                        <a:rPr sz="1100" b="0" i="0">
                          <a:solidFill>
                            <a:srgbClr val="101820"/>
                          </a:solidFill>
                          <a:latin typeface="Montserrat"/>
                        </a:rPr>
                        <a:t>Horizontally scalable microservices</a:t>
                      </a:r>
                    </a:p>
                  </a:txBody>
                  <a:tcPr marL="73152" marR="73152" marT="27432" marB="27432" anchor="ctr">
                    <a:solidFill>
                      <a:srgbClr val="FFFFFF"/>
                    </a:solidFill>
                  </a:tcPr>
                </a:tc>
                <a:tc>
                  <a:txBody>
                    <a:bodyPr/>
                    <a:lstStyle/>
                    <a:p>
                      <a:r>
                        <a:rPr sz="1100" b="0" i="0">
                          <a:solidFill>
                            <a:srgbClr val="101820"/>
                          </a:solidFill>
                          <a:latin typeface="Montserrat"/>
                        </a:rPr>
                        <a:t>Designed to grow from 3 pilot scenarios to full catalog</a:t>
                      </a:r>
                    </a:p>
                  </a:txBody>
                  <a:tcPr marL="73152" marR="73152" marT="27432" marB="27432" anchor="ctr">
                    <a:solidFill>
                      <a:srgbClr val="FFFFFF"/>
                    </a:solidFill>
                  </a:tcPr>
                </a:tc>
              </a:tr>
              <a:tr h="497840">
                <a:tc>
                  <a:txBody>
                    <a:bodyPr/>
                    <a:lstStyle/>
                    <a:p>
                      <a:r>
                        <a:rPr sz="1100" b="0" i="0">
                          <a:solidFill>
                            <a:srgbClr val="101820"/>
                          </a:solidFill>
                          <a:latin typeface="Montserrat"/>
                        </a:rPr>
                        <a:t>Data Volume &amp; Throughput</a:t>
                      </a:r>
                    </a:p>
                  </a:txBody>
                  <a:tcPr marL="73152" marR="73152" marT="27432" marB="27432" anchor="ctr">
                    <a:solidFill>
                      <a:srgbClr val="EDF6F9"/>
                    </a:solidFill>
                  </a:tcPr>
                </a:tc>
                <a:tc>
                  <a:txBody>
                    <a:bodyPr/>
                    <a:lstStyle/>
                    <a:p>
                      <a:r>
                        <a:rPr sz="1100" b="0" i="0">
                          <a:solidFill>
                            <a:srgbClr val="101820"/>
                          </a:solidFill>
                          <a:latin typeface="Montserrat"/>
                        </a:rPr>
                        <a:t>Sized to full DE curriculum catalog across states/subjects</a:t>
                      </a:r>
                    </a:p>
                  </a:txBody>
                  <a:tcPr marL="73152" marR="73152" marT="27432" marB="27432" anchor="ctr">
                    <a:solidFill>
                      <a:srgbClr val="EDF6F9"/>
                    </a:solidFill>
                  </a:tcPr>
                </a:tc>
                <a:tc>
                  <a:txBody>
                    <a:bodyPr/>
                    <a:lstStyle/>
                    <a:p>
                      <a:r>
                        <a:rPr sz="1100" b="0" i="0">
                          <a:solidFill>
                            <a:srgbClr val="101820"/>
                          </a:solidFill>
                          <a:latin typeface="Montserrat"/>
                        </a:rPr>
                        <a:t>Baseline sizing confirmed in Assess phase</a:t>
                      </a:r>
                    </a:p>
                  </a:txBody>
                  <a:tcPr marL="73152" marR="73152" marT="27432" marB="27432" anchor="ctr">
                    <a:solidFill>
                      <a:srgbClr val="EDF6F9"/>
                    </a:solidFill>
                  </a:tcPr>
                </a:tc>
              </a:tr>
              <a:tr h="497840">
                <a:tc>
                  <a:txBody>
                    <a:bodyPr/>
                    <a:lstStyle/>
                    <a:p>
                      <a:r>
                        <a:rPr sz="1100" b="0" i="0">
                          <a:solidFill>
                            <a:srgbClr val="101820"/>
                          </a:solidFill>
                          <a:latin typeface="Montserrat"/>
                        </a:rPr>
                        <a:t>Disaster Recovery</a:t>
                      </a:r>
                    </a:p>
                  </a:txBody>
                  <a:tcPr marL="73152" marR="73152" marT="27432" marB="27432" anchor="ctr">
                    <a:solidFill>
                      <a:srgbClr val="FFFFFF"/>
                    </a:solidFill>
                  </a:tcPr>
                </a:tc>
                <a:tc>
                  <a:txBody>
                    <a:bodyPr/>
                    <a:lstStyle/>
                    <a:p>
                      <a:r>
                        <a:rPr sz="1100" b="0" i="0">
                          <a:solidFill>
                            <a:srgbClr val="101820"/>
                          </a:solidFill>
                          <a:latin typeface="Montserrat"/>
                        </a:rPr>
                        <a:t>RTO ≤ 4 hrs  /  RPO ≤ 1 hr (production)</a:t>
                      </a:r>
                    </a:p>
                  </a:txBody>
                  <a:tcPr marL="73152" marR="73152" marT="27432" marB="27432" anchor="ctr">
                    <a:solidFill>
                      <a:srgbClr val="FFFFFF"/>
                    </a:solidFill>
                  </a:tcPr>
                </a:tc>
                <a:tc>
                  <a:txBody>
                    <a:bodyPr/>
                    <a:lstStyle/>
                    <a:p>
                      <a:r>
                        <a:rPr sz="1100" b="0" i="0">
                          <a:solidFill>
                            <a:srgbClr val="101820"/>
                          </a:solidFill>
                          <a:latin typeface="Montserrat"/>
                        </a:rPr>
                        <a:t>Subject to confirmed hosting model</a:t>
                      </a:r>
                    </a:p>
                  </a:txBody>
                  <a:tcPr marL="73152" marR="73152" marT="27432" marB="27432" anchor="ctr">
                    <a:solidFill>
                      <a:srgbClr val="FFFFFF"/>
                    </a:solidFill>
                  </a:tcPr>
                </a:tc>
              </a:tr>
              <a:tr h="497840">
                <a:tc>
                  <a:txBody>
                    <a:bodyPr/>
                    <a:lstStyle/>
                    <a:p>
                      <a:r>
                        <a:rPr sz="1100" b="0" i="0">
                          <a:solidFill>
                            <a:srgbClr val="101820"/>
                          </a:solidFill>
                          <a:latin typeface="Montserrat"/>
                        </a:rPr>
                        <a:t>Accessibility</a:t>
                      </a:r>
                    </a:p>
                  </a:txBody>
                  <a:tcPr marL="73152" marR="73152" marT="27432" marB="27432" anchor="ctr">
                    <a:solidFill>
                      <a:srgbClr val="EDF6F9"/>
                    </a:solidFill>
                  </a:tcPr>
                </a:tc>
                <a:tc>
                  <a:txBody>
                    <a:bodyPr/>
                    <a:lstStyle/>
                    <a:p>
                      <a:r>
                        <a:rPr sz="1100" b="0" i="0">
                          <a:solidFill>
                            <a:srgbClr val="101820"/>
                          </a:solidFill>
                          <a:latin typeface="Montserrat"/>
                        </a:rPr>
                        <a:t>WCAG 2.1 AA</a:t>
                      </a:r>
                    </a:p>
                  </a:txBody>
                  <a:tcPr marL="73152" marR="73152" marT="27432" marB="27432" anchor="ctr">
                    <a:solidFill>
                      <a:srgbClr val="EDF6F9"/>
                    </a:solidFill>
                  </a:tcPr>
                </a:tc>
                <a:tc>
                  <a:txBody>
                    <a:bodyPr/>
                    <a:lstStyle/>
                    <a:p>
                      <a:r>
                        <a:rPr sz="1100" b="0" i="0">
                          <a:solidFill>
                            <a:srgbClr val="101820"/>
                          </a:solidFill>
                          <a:latin typeface="Montserrat"/>
                        </a:rPr>
                        <a:t>Applies to platform UI and generated content workflows</a:t>
                      </a:r>
                    </a:p>
                  </a:txBody>
                  <a:tcPr marL="73152" marR="73152" marT="27432" marB="27432" anchor="ctr">
                    <a:solidFill>
                      <a:srgbClr val="EDF6F9"/>
                    </a:solidFill>
                  </a:tcPr>
                </a:tc>
              </a:tr>
              <a:tr h="497840">
                <a:tc>
                  <a:txBody>
                    <a:bodyPr/>
                    <a:lstStyle/>
                    <a:p>
                      <a:r>
                        <a:rPr sz="1100" b="0" i="0">
                          <a:solidFill>
                            <a:srgbClr val="101820"/>
                          </a:solidFill>
                          <a:latin typeface="Montserrat"/>
                        </a:rPr>
                        <a:t>Browser / Device Support</a:t>
                      </a:r>
                    </a:p>
                  </a:txBody>
                  <a:tcPr marL="73152" marR="73152" marT="27432" marB="27432" anchor="ctr">
                    <a:solidFill>
                      <a:srgbClr val="FFFFFF"/>
                    </a:solidFill>
                  </a:tcPr>
                </a:tc>
                <a:tc>
                  <a:txBody>
                    <a:bodyPr/>
                    <a:lstStyle/>
                    <a:p>
                      <a:r>
                        <a:rPr sz="1100" b="0" i="0">
                          <a:solidFill>
                            <a:srgbClr val="101820"/>
                          </a:solidFill>
                          <a:latin typeface="Montserrat"/>
                        </a:rPr>
                        <a:t>Current major browsers; responsive design</a:t>
                      </a:r>
                    </a:p>
                  </a:txBody>
                  <a:tcPr marL="73152" marR="73152" marT="27432" marB="27432" anchor="ctr">
                    <a:solidFill>
                      <a:srgbClr val="FFFFFF"/>
                    </a:solidFill>
                  </a:tcPr>
                </a:tc>
                <a:tc>
                  <a:txBody>
                    <a:bodyPr/>
                    <a:lstStyle/>
                    <a:p>
                      <a:r>
                        <a:rPr sz="1100" b="0" i="0">
                          <a:solidFill>
                            <a:srgbClr val="101820"/>
                          </a:solidFill>
                          <a:latin typeface="Montserrat"/>
                        </a:rPr>
                        <a:t>Desktop and tablet</a:t>
                      </a:r>
                    </a:p>
                  </a:txBody>
                  <a:tcPr marL="73152" marR="73152" marT="27432" marB="27432" anchor="ctr">
                    <a:solidFill>
                      <a:srgbClr val="FFFFFF"/>
                    </a:solidFill>
                  </a:tcPr>
                </a:tc>
              </a:tr>
              <a:tr h="497840">
                <a:tc>
                  <a:txBody>
                    <a:bodyPr/>
                    <a:lstStyle/>
                    <a:p>
                      <a:r>
                        <a:rPr sz="1100" b="0" i="0">
                          <a:solidFill>
                            <a:srgbClr val="101820"/>
                          </a:solidFill>
                          <a:latin typeface="Montserrat"/>
                        </a:rPr>
                        <a:t>Data Retention</a:t>
                      </a:r>
                    </a:p>
                  </a:txBody>
                  <a:tcPr marL="73152" marR="73152" marT="27432" marB="27432" anchor="ctr">
                    <a:solidFill>
                      <a:srgbClr val="EDF6F9"/>
                    </a:solidFill>
                  </a:tcPr>
                </a:tc>
                <a:tc>
                  <a:txBody>
                    <a:bodyPr/>
                    <a:lstStyle/>
                    <a:p>
                      <a:r>
                        <a:rPr sz="1100" b="0" i="0">
                          <a:solidFill>
                            <a:srgbClr val="101820"/>
                          </a:solidFill>
                          <a:latin typeface="Montserrat"/>
                        </a:rPr>
                        <a:t>Configurable per DE governance policy</a:t>
                      </a:r>
                    </a:p>
                  </a:txBody>
                  <a:tcPr marL="73152" marR="73152" marT="27432" marB="27432" anchor="ctr">
                    <a:solidFill>
                      <a:srgbClr val="EDF6F9"/>
                    </a:solidFill>
                  </a:tcPr>
                </a:tc>
                <a:tc>
                  <a:txBody>
                    <a:bodyPr/>
                    <a:lstStyle/>
                    <a:p>
                      <a:r>
                        <a:rPr sz="1100" b="0" i="0">
                          <a:solidFill>
                            <a:srgbClr val="101820"/>
                          </a:solidFill>
                          <a:latin typeface="Montserrat"/>
                        </a:rPr>
                        <a:t>Aligned to content &amp; audit retention needs</a:t>
                      </a:r>
                    </a:p>
                  </a:txBody>
                  <a:tcPr marL="73152" marR="73152" marT="27432" marB="27432" anchor="ctr">
                    <a:solidFill>
                      <a:srgbClr val="EDF6F9"/>
                    </a:solidFill>
                  </a:tcPr>
                </a:tc>
              </a:tr>
            </a:tbl>
          </a:graphicData>
        </a:graphic>
      </p:graphicFrame>
      <p:sp>
        <p:nvSpPr>
          <p:cNvPr id="5" name="TextBox 4"/>
          <p:cNvSpPr txBox="1"/>
          <p:nvPr/>
        </p:nvSpPr>
        <p:spPr>
          <a:xfrm>
            <a:off x="640080" y="5806440"/>
            <a:ext cx="9418320" cy="320040"/>
          </a:xfrm>
          <a:prstGeom prst="rect">
            <a:avLst/>
          </a:prstGeom>
          <a:noFill/>
        </p:spPr>
        <p:txBody>
          <a:bodyPr wrap="square" anchor="t" lIns="0" rIns="0" tIns="0" bIns="0">
            <a:spAutoFit/>
          </a:bodyPr>
          <a:lstStyle/>
          <a:p>
            <a:pPr algn="l"/>
            <a:r>
              <a:rPr sz="1000" b="0" i="1">
                <a:solidFill>
                  <a:srgbClr val="215968"/>
                </a:solidFill>
                <a:latin typeface="Montserrat"/>
              </a:rPr>
              <a:t>Targets shown are proposed engineering objectives, not contractual commitments, pending SOW finalization.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Security, Compliance &amp; Data Governance</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Built-in controls addressing procurement, security, and student-data-privacy review requirements</a:t>
            </a:r>
          </a:p>
        </p:txBody>
      </p:sp>
      <p:sp>
        <p:nvSpPr>
          <p:cNvPr id="4" name="Rounded Rectangle 3"/>
          <p:cNvSpPr/>
          <p:nvPr/>
        </p:nvSpPr>
        <p:spPr>
          <a:xfrm>
            <a:off x="502920" y="1188720"/>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30936" y="1307592"/>
            <a:ext cx="310896" cy="31089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1</a:t>
            </a:r>
          </a:p>
        </p:txBody>
      </p:sp>
      <p:sp>
        <p:nvSpPr>
          <p:cNvPr id="6" name="TextBox 5"/>
          <p:cNvSpPr txBox="1"/>
          <p:nvPr/>
        </p:nvSpPr>
        <p:spPr>
          <a:xfrm>
            <a:off x="1033272" y="1280160"/>
            <a:ext cx="1966722" cy="365760"/>
          </a:xfrm>
          <a:prstGeom prst="rect">
            <a:avLst/>
          </a:prstGeom>
          <a:noFill/>
        </p:spPr>
        <p:txBody>
          <a:bodyPr wrap="square" anchor="t" lIns="0" rIns="0" tIns="0" bIns="0">
            <a:spAutoFit/>
          </a:bodyPr>
          <a:lstStyle/>
          <a:p>
            <a:pPr algn="l"/>
            <a:r>
              <a:rPr sz="1150" b="1" i="0">
                <a:solidFill>
                  <a:srgbClr val="101820"/>
                </a:solidFill>
                <a:latin typeface="Montserrat"/>
              </a:rPr>
              <a:t>Identity &amp; Access Management</a:t>
            </a:r>
          </a:p>
        </p:txBody>
      </p:sp>
      <p:sp>
        <p:nvSpPr>
          <p:cNvPr id="7" name="TextBox 6"/>
          <p:cNvSpPr txBox="1"/>
          <p:nvPr/>
        </p:nvSpPr>
        <p:spPr>
          <a:xfrm>
            <a:off x="630936" y="1691640"/>
            <a:ext cx="2369058" cy="1371600"/>
          </a:xfrm>
          <a:prstGeom prst="rect">
            <a:avLst/>
          </a:prstGeom>
          <a:noFill/>
        </p:spPr>
        <p:txBody>
          <a:bodyPr wrap="square" anchor="t" lIns="0" rIns="0" tIns="0" bIns="0">
            <a:spAutoFit/>
          </a:bodyPr>
          <a:lstStyle/>
          <a:p>
            <a:pPr algn="l"/>
            <a:r>
              <a:rPr sz="969" b="0" i="0">
                <a:solidFill>
                  <a:srgbClr val="101820"/>
                </a:solidFill>
                <a:latin typeface="Montserrat"/>
              </a:rPr>
              <a:t>SSO / SAML / OIDC federation, role-based access control, and least-privilege access by design.</a:t>
            </a:r>
          </a:p>
        </p:txBody>
      </p:sp>
      <p:sp>
        <p:nvSpPr>
          <p:cNvPr id="8" name="Rounded Rectangle 7"/>
          <p:cNvSpPr/>
          <p:nvPr/>
        </p:nvSpPr>
        <p:spPr>
          <a:xfrm>
            <a:off x="3356610" y="1188720"/>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84626" y="1307592"/>
            <a:ext cx="310896" cy="310896"/>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2</a:t>
            </a:r>
          </a:p>
        </p:txBody>
      </p:sp>
      <p:sp>
        <p:nvSpPr>
          <p:cNvPr id="10" name="TextBox 9"/>
          <p:cNvSpPr txBox="1"/>
          <p:nvPr/>
        </p:nvSpPr>
        <p:spPr>
          <a:xfrm>
            <a:off x="3886962" y="1280160"/>
            <a:ext cx="1966722" cy="365760"/>
          </a:xfrm>
          <a:prstGeom prst="rect">
            <a:avLst/>
          </a:prstGeom>
          <a:noFill/>
        </p:spPr>
        <p:txBody>
          <a:bodyPr wrap="square" anchor="t" lIns="0" rIns="0" tIns="0" bIns="0">
            <a:spAutoFit/>
          </a:bodyPr>
          <a:lstStyle/>
          <a:p>
            <a:pPr algn="l"/>
            <a:r>
              <a:rPr sz="1150" b="1" i="0">
                <a:solidFill>
                  <a:srgbClr val="101820"/>
                </a:solidFill>
                <a:latin typeface="Montserrat"/>
              </a:rPr>
              <a:t>Encryption &amp; Data Protection</a:t>
            </a:r>
          </a:p>
        </p:txBody>
      </p:sp>
      <p:sp>
        <p:nvSpPr>
          <p:cNvPr id="11" name="TextBox 10"/>
          <p:cNvSpPr txBox="1"/>
          <p:nvPr/>
        </p:nvSpPr>
        <p:spPr>
          <a:xfrm>
            <a:off x="3484626" y="1691640"/>
            <a:ext cx="2369058" cy="1371600"/>
          </a:xfrm>
          <a:prstGeom prst="rect">
            <a:avLst/>
          </a:prstGeom>
          <a:noFill/>
        </p:spPr>
        <p:txBody>
          <a:bodyPr wrap="square" anchor="t" lIns="0" rIns="0" tIns="0" bIns="0">
            <a:spAutoFit/>
          </a:bodyPr>
          <a:lstStyle/>
          <a:p>
            <a:pPr algn="l"/>
            <a:r>
              <a:rPr sz="969" b="0" i="0">
                <a:solidFill>
                  <a:srgbClr val="101820"/>
                </a:solidFill>
                <a:latin typeface="Montserrat"/>
              </a:rPr>
              <a:t>TLS 1.2+ in transit, AES-256 at rest, and managed key rotation.</a:t>
            </a:r>
          </a:p>
        </p:txBody>
      </p:sp>
      <p:sp>
        <p:nvSpPr>
          <p:cNvPr id="12" name="Rounded Rectangle 11"/>
          <p:cNvSpPr/>
          <p:nvPr/>
        </p:nvSpPr>
        <p:spPr>
          <a:xfrm>
            <a:off x="6210300" y="1188720"/>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338316" y="1307592"/>
            <a:ext cx="310896" cy="31089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3</a:t>
            </a:r>
          </a:p>
        </p:txBody>
      </p:sp>
      <p:sp>
        <p:nvSpPr>
          <p:cNvPr id="14" name="TextBox 13"/>
          <p:cNvSpPr txBox="1"/>
          <p:nvPr/>
        </p:nvSpPr>
        <p:spPr>
          <a:xfrm>
            <a:off x="6740652" y="1280160"/>
            <a:ext cx="1966722" cy="365760"/>
          </a:xfrm>
          <a:prstGeom prst="rect">
            <a:avLst/>
          </a:prstGeom>
          <a:noFill/>
        </p:spPr>
        <p:txBody>
          <a:bodyPr wrap="square" anchor="t" lIns="0" rIns="0" tIns="0" bIns="0">
            <a:spAutoFit/>
          </a:bodyPr>
          <a:lstStyle/>
          <a:p>
            <a:pPr algn="l"/>
            <a:r>
              <a:rPr sz="1150" b="1" i="0">
                <a:solidFill>
                  <a:srgbClr val="101820"/>
                </a:solidFill>
                <a:latin typeface="Montserrat"/>
              </a:rPr>
              <a:t>Regulatory Alignment</a:t>
            </a:r>
          </a:p>
        </p:txBody>
      </p:sp>
      <p:sp>
        <p:nvSpPr>
          <p:cNvPr id="15" name="TextBox 14"/>
          <p:cNvSpPr txBox="1"/>
          <p:nvPr/>
        </p:nvSpPr>
        <p:spPr>
          <a:xfrm>
            <a:off x="6338316" y="1691640"/>
            <a:ext cx="2369058" cy="1371600"/>
          </a:xfrm>
          <a:prstGeom prst="rect">
            <a:avLst/>
          </a:prstGeom>
          <a:noFill/>
        </p:spPr>
        <p:txBody>
          <a:bodyPr wrap="square" anchor="t" lIns="0" rIns="0" tIns="0" bIns="0">
            <a:spAutoFit/>
          </a:bodyPr>
          <a:lstStyle/>
          <a:p>
            <a:pPr algn="l"/>
            <a:r>
              <a:rPr sz="969" b="0" i="0">
                <a:solidFill>
                  <a:srgbClr val="101820"/>
                </a:solidFill>
                <a:latin typeface="Montserrat"/>
              </a:rPr>
              <a:t>Designed to support FERPA, COPPA, and applicable state student-data-privacy requirements.</a:t>
            </a:r>
          </a:p>
        </p:txBody>
      </p:sp>
      <p:sp>
        <p:nvSpPr>
          <p:cNvPr id="16" name="Rounded Rectangle 15"/>
          <p:cNvSpPr/>
          <p:nvPr/>
        </p:nvSpPr>
        <p:spPr>
          <a:xfrm>
            <a:off x="9063990" y="1188720"/>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92006" y="1307592"/>
            <a:ext cx="310896" cy="310896"/>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4</a:t>
            </a:r>
          </a:p>
        </p:txBody>
      </p:sp>
      <p:sp>
        <p:nvSpPr>
          <p:cNvPr id="18" name="TextBox 17"/>
          <p:cNvSpPr txBox="1"/>
          <p:nvPr/>
        </p:nvSpPr>
        <p:spPr>
          <a:xfrm>
            <a:off x="9594342" y="1280160"/>
            <a:ext cx="1966722" cy="365760"/>
          </a:xfrm>
          <a:prstGeom prst="rect">
            <a:avLst/>
          </a:prstGeom>
          <a:noFill/>
        </p:spPr>
        <p:txBody>
          <a:bodyPr wrap="square" anchor="t" lIns="0" rIns="0" tIns="0" bIns="0">
            <a:spAutoFit/>
          </a:bodyPr>
          <a:lstStyle/>
          <a:p>
            <a:pPr algn="l"/>
            <a:r>
              <a:rPr sz="1150" b="1" i="0">
                <a:solidFill>
                  <a:srgbClr val="101820"/>
                </a:solidFill>
                <a:latin typeface="Montserrat"/>
              </a:rPr>
              <a:t>Data Residency</a:t>
            </a:r>
          </a:p>
        </p:txBody>
      </p:sp>
      <p:sp>
        <p:nvSpPr>
          <p:cNvPr id="19" name="TextBox 18"/>
          <p:cNvSpPr txBox="1"/>
          <p:nvPr/>
        </p:nvSpPr>
        <p:spPr>
          <a:xfrm>
            <a:off x="9192006" y="1691640"/>
            <a:ext cx="2369058" cy="1371600"/>
          </a:xfrm>
          <a:prstGeom prst="rect">
            <a:avLst/>
          </a:prstGeom>
          <a:noFill/>
        </p:spPr>
        <p:txBody>
          <a:bodyPr wrap="square" anchor="t" lIns="0" rIns="0" tIns="0" bIns="0">
            <a:spAutoFit/>
          </a:bodyPr>
          <a:lstStyle/>
          <a:p>
            <a:pPr algn="l"/>
            <a:r>
              <a:rPr sz="969" b="0" i="0">
                <a:solidFill>
                  <a:srgbClr val="101820"/>
                </a:solidFill>
                <a:latin typeface="Montserrat"/>
              </a:rPr>
              <a:t>US-based hosting; specific region confirmed jointly with Discovery Education.</a:t>
            </a:r>
          </a:p>
        </p:txBody>
      </p:sp>
      <p:sp>
        <p:nvSpPr>
          <p:cNvPr id="20" name="Rounded Rectangle 19"/>
          <p:cNvSpPr/>
          <p:nvPr/>
        </p:nvSpPr>
        <p:spPr>
          <a:xfrm>
            <a:off x="502920" y="3355848"/>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30936" y="3474720"/>
            <a:ext cx="310896" cy="31089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5</a:t>
            </a:r>
          </a:p>
        </p:txBody>
      </p:sp>
      <p:sp>
        <p:nvSpPr>
          <p:cNvPr id="22" name="TextBox 21"/>
          <p:cNvSpPr txBox="1"/>
          <p:nvPr/>
        </p:nvSpPr>
        <p:spPr>
          <a:xfrm>
            <a:off x="1033272" y="3447288"/>
            <a:ext cx="1966722" cy="365760"/>
          </a:xfrm>
          <a:prstGeom prst="rect">
            <a:avLst/>
          </a:prstGeom>
          <a:noFill/>
        </p:spPr>
        <p:txBody>
          <a:bodyPr wrap="square" anchor="t" lIns="0" rIns="0" tIns="0" bIns="0">
            <a:spAutoFit/>
          </a:bodyPr>
          <a:lstStyle/>
          <a:p>
            <a:pPr algn="l"/>
            <a:r>
              <a:rPr sz="1150" b="1" i="0">
                <a:solidFill>
                  <a:srgbClr val="101820"/>
                </a:solidFill>
                <a:latin typeface="Montserrat"/>
              </a:rPr>
              <a:t>Accessibility Compliance</a:t>
            </a:r>
          </a:p>
        </p:txBody>
      </p:sp>
      <p:sp>
        <p:nvSpPr>
          <p:cNvPr id="23" name="TextBox 22"/>
          <p:cNvSpPr txBox="1"/>
          <p:nvPr/>
        </p:nvSpPr>
        <p:spPr>
          <a:xfrm>
            <a:off x="630936" y="3858768"/>
            <a:ext cx="2369058" cy="1371600"/>
          </a:xfrm>
          <a:prstGeom prst="rect">
            <a:avLst/>
          </a:prstGeom>
          <a:noFill/>
        </p:spPr>
        <p:txBody>
          <a:bodyPr wrap="square" anchor="t" lIns="0" rIns="0" tIns="0" bIns="0">
            <a:spAutoFit/>
          </a:bodyPr>
          <a:lstStyle/>
          <a:p>
            <a:pPr algn="l"/>
            <a:r>
              <a:rPr sz="969" b="0" i="0">
                <a:solidFill>
                  <a:srgbClr val="101820"/>
                </a:solidFill>
                <a:latin typeface="Montserrat"/>
              </a:rPr>
              <a:t>WCAG 2.1 AA / Section 508 alignment for the platform user interface.</a:t>
            </a:r>
          </a:p>
        </p:txBody>
      </p:sp>
      <p:sp>
        <p:nvSpPr>
          <p:cNvPr id="24" name="Rounded Rectangle 23"/>
          <p:cNvSpPr/>
          <p:nvPr/>
        </p:nvSpPr>
        <p:spPr>
          <a:xfrm>
            <a:off x="3356610" y="3355848"/>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484626" y="3474720"/>
            <a:ext cx="310896" cy="310896"/>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6</a:t>
            </a:r>
          </a:p>
        </p:txBody>
      </p:sp>
      <p:sp>
        <p:nvSpPr>
          <p:cNvPr id="26" name="TextBox 25"/>
          <p:cNvSpPr txBox="1"/>
          <p:nvPr/>
        </p:nvSpPr>
        <p:spPr>
          <a:xfrm>
            <a:off x="3886962" y="3447288"/>
            <a:ext cx="1966722" cy="365760"/>
          </a:xfrm>
          <a:prstGeom prst="rect">
            <a:avLst/>
          </a:prstGeom>
          <a:noFill/>
        </p:spPr>
        <p:txBody>
          <a:bodyPr wrap="square" anchor="t" lIns="0" rIns="0" tIns="0" bIns="0">
            <a:spAutoFit/>
          </a:bodyPr>
          <a:lstStyle/>
          <a:p>
            <a:pPr algn="l"/>
            <a:r>
              <a:rPr sz="1150" b="1" i="0">
                <a:solidFill>
                  <a:srgbClr val="101820"/>
                </a:solidFill>
                <a:latin typeface="Montserrat"/>
              </a:rPr>
              <a:t>Third-Party &amp; Vendor Risk</a:t>
            </a:r>
          </a:p>
        </p:txBody>
      </p:sp>
      <p:sp>
        <p:nvSpPr>
          <p:cNvPr id="27" name="TextBox 26"/>
          <p:cNvSpPr txBox="1"/>
          <p:nvPr/>
        </p:nvSpPr>
        <p:spPr>
          <a:xfrm>
            <a:off x="3484626" y="3858768"/>
            <a:ext cx="2369058" cy="1371600"/>
          </a:xfrm>
          <a:prstGeom prst="rect">
            <a:avLst/>
          </a:prstGeom>
          <a:noFill/>
        </p:spPr>
        <p:txBody>
          <a:bodyPr wrap="square" anchor="t" lIns="0" rIns="0" tIns="0" bIns="0">
            <a:spAutoFit/>
          </a:bodyPr>
          <a:lstStyle/>
          <a:p>
            <a:pPr algn="l"/>
            <a:r>
              <a:rPr sz="969" b="0" i="0">
                <a:solidFill>
                  <a:srgbClr val="101820"/>
                </a:solidFill>
                <a:latin typeface="Montserrat"/>
              </a:rPr>
              <a:t>Ready to complete security questionnaires (e.g., SIG); transparent sub-processor and AI model-provider disclosure.</a:t>
            </a:r>
          </a:p>
        </p:txBody>
      </p:sp>
      <p:sp>
        <p:nvSpPr>
          <p:cNvPr id="28" name="Rounded Rectangle 27"/>
          <p:cNvSpPr/>
          <p:nvPr/>
        </p:nvSpPr>
        <p:spPr>
          <a:xfrm>
            <a:off x="6210300" y="3355848"/>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338316" y="3474720"/>
            <a:ext cx="310896" cy="310896"/>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7</a:t>
            </a:r>
          </a:p>
        </p:txBody>
      </p:sp>
      <p:sp>
        <p:nvSpPr>
          <p:cNvPr id="30" name="TextBox 29"/>
          <p:cNvSpPr txBox="1"/>
          <p:nvPr/>
        </p:nvSpPr>
        <p:spPr>
          <a:xfrm>
            <a:off x="6740652" y="3447288"/>
            <a:ext cx="1966722" cy="365760"/>
          </a:xfrm>
          <a:prstGeom prst="rect">
            <a:avLst/>
          </a:prstGeom>
          <a:noFill/>
        </p:spPr>
        <p:txBody>
          <a:bodyPr wrap="square" anchor="t" lIns="0" rIns="0" tIns="0" bIns="0">
            <a:spAutoFit/>
          </a:bodyPr>
          <a:lstStyle/>
          <a:p>
            <a:pPr algn="l"/>
            <a:r>
              <a:rPr sz="1150" b="1" i="0">
                <a:solidFill>
                  <a:srgbClr val="101820"/>
                </a:solidFill>
                <a:latin typeface="Montserrat"/>
              </a:rPr>
              <a:t>Audit &amp; Monitoring</a:t>
            </a:r>
          </a:p>
        </p:txBody>
      </p:sp>
      <p:sp>
        <p:nvSpPr>
          <p:cNvPr id="31" name="TextBox 30"/>
          <p:cNvSpPr txBox="1"/>
          <p:nvPr/>
        </p:nvSpPr>
        <p:spPr>
          <a:xfrm>
            <a:off x="6338316" y="3858768"/>
            <a:ext cx="2369058" cy="1371600"/>
          </a:xfrm>
          <a:prstGeom prst="rect">
            <a:avLst/>
          </a:prstGeom>
          <a:noFill/>
        </p:spPr>
        <p:txBody>
          <a:bodyPr wrap="square" anchor="t" lIns="0" rIns="0" tIns="0" bIns="0">
            <a:spAutoFit/>
          </a:bodyPr>
          <a:lstStyle/>
          <a:p>
            <a:pPr algn="l"/>
            <a:r>
              <a:rPr sz="969" b="0" i="0">
                <a:solidFill>
                  <a:srgbClr val="101820"/>
                </a:solidFill>
                <a:latin typeface="Montserrat"/>
              </a:rPr>
              <a:t>Full audit trail of AI recommendations, reviews, and approvals; SIEM-ready logging.</a:t>
            </a:r>
          </a:p>
        </p:txBody>
      </p:sp>
      <p:sp>
        <p:nvSpPr>
          <p:cNvPr id="32" name="Rounded Rectangle 31"/>
          <p:cNvSpPr/>
          <p:nvPr/>
        </p:nvSpPr>
        <p:spPr>
          <a:xfrm>
            <a:off x="9063990" y="3355848"/>
            <a:ext cx="2625090" cy="196596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192006" y="3474720"/>
            <a:ext cx="310896" cy="310896"/>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200" b="1" i="0">
                <a:solidFill>
                  <a:srgbClr val="FFFFFF"/>
                </a:solidFill>
                <a:latin typeface="Montserrat"/>
              </a:rPr>
              <a:t>8</a:t>
            </a:r>
          </a:p>
        </p:txBody>
      </p:sp>
      <p:sp>
        <p:nvSpPr>
          <p:cNvPr id="34" name="TextBox 33"/>
          <p:cNvSpPr txBox="1"/>
          <p:nvPr/>
        </p:nvSpPr>
        <p:spPr>
          <a:xfrm>
            <a:off x="9594342" y="3447288"/>
            <a:ext cx="1966722" cy="365760"/>
          </a:xfrm>
          <a:prstGeom prst="rect">
            <a:avLst/>
          </a:prstGeom>
          <a:noFill/>
        </p:spPr>
        <p:txBody>
          <a:bodyPr wrap="square" anchor="t" lIns="0" rIns="0" tIns="0" bIns="0">
            <a:spAutoFit/>
          </a:bodyPr>
          <a:lstStyle/>
          <a:p>
            <a:pPr algn="l"/>
            <a:r>
              <a:rPr sz="1150" b="1" i="0">
                <a:solidFill>
                  <a:srgbClr val="101820"/>
                </a:solidFill>
                <a:latin typeface="Montserrat"/>
              </a:rPr>
              <a:t>Security by Design</a:t>
            </a:r>
          </a:p>
        </p:txBody>
      </p:sp>
      <p:sp>
        <p:nvSpPr>
          <p:cNvPr id="35" name="TextBox 34"/>
          <p:cNvSpPr txBox="1"/>
          <p:nvPr/>
        </p:nvSpPr>
        <p:spPr>
          <a:xfrm>
            <a:off x="9192006" y="3858768"/>
            <a:ext cx="2369058" cy="1371600"/>
          </a:xfrm>
          <a:prstGeom prst="rect">
            <a:avLst/>
          </a:prstGeom>
          <a:noFill/>
        </p:spPr>
        <p:txBody>
          <a:bodyPr wrap="square" anchor="t" lIns="0" rIns="0" tIns="0" bIns="0">
            <a:spAutoFit/>
          </a:bodyPr>
          <a:lstStyle/>
          <a:p>
            <a:pPr algn="l"/>
            <a:r>
              <a:rPr sz="969" b="0" i="0">
                <a:solidFill>
                  <a:srgbClr val="101820"/>
                </a:solidFill>
                <a:latin typeface="Montserrat"/>
              </a:rPr>
              <a:t>Security and privacy reviews embedded at every delivery phase — not added at the end.</a:t>
            </a:r>
          </a:p>
        </p:txBody>
      </p:sp>
      <p:sp>
        <p:nvSpPr>
          <p:cNvPr id="36" name="TextBox 35"/>
          <p:cNvSpPr txBox="1"/>
          <p:nvPr/>
        </p:nvSpPr>
        <p:spPr>
          <a:xfrm>
            <a:off x="640080" y="5806440"/>
            <a:ext cx="9418320" cy="320040"/>
          </a:xfrm>
          <a:prstGeom prst="rect">
            <a:avLst/>
          </a:prstGeom>
          <a:noFill/>
        </p:spPr>
        <p:txBody>
          <a:bodyPr wrap="square" anchor="t" lIns="0" rIns="0" tIns="0" bIns="0">
            <a:spAutoFit/>
          </a:bodyPr>
          <a:lstStyle/>
          <a:p>
            <a:pPr algn="l"/>
            <a:r>
              <a:rPr sz="1000" b="0" i="1">
                <a:solidFill>
                  <a:srgbClr val="215968"/>
                </a:solidFill>
                <a:latin typeface="Montserrat"/>
              </a:rPr>
              <a:t>Academian will support Discovery Education's procurement and security review process, including architecture diagrams, data-flow documentation, and sub-processor disclosures.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AI Governance &amp; Responsible AI Framework</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Keeping curriculum-sensitive AI recommendations accurate, explainable, and human-governed</a:t>
            </a:r>
          </a:p>
        </p:txBody>
      </p:sp>
      <p:sp>
        <p:nvSpPr>
          <p:cNvPr id="4" name="Rounded Rectangle 3"/>
          <p:cNvSpPr/>
          <p:nvPr/>
        </p:nvSpPr>
        <p:spPr>
          <a:xfrm>
            <a:off x="502920"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201928" y="1325880"/>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1</a:t>
            </a:r>
          </a:p>
        </p:txBody>
      </p:sp>
      <p:sp>
        <p:nvSpPr>
          <p:cNvPr id="6" name="TextBox 5"/>
          <p:cNvSpPr txBox="1"/>
          <p:nvPr/>
        </p:nvSpPr>
        <p:spPr>
          <a:xfrm>
            <a:off x="576072"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Grounded Generation</a:t>
            </a:r>
          </a:p>
        </p:txBody>
      </p:sp>
      <p:sp>
        <p:nvSpPr>
          <p:cNvPr id="7" name="TextBox 6"/>
          <p:cNvSpPr txBox="1"/>
          <p:nvPr/>
        </p:nvSpPr>
        <p:spPr>
          <a:xfrm>
            <a:off x="594360"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Recommendations grounded in approved curriculum, standards, and evidence sources (RAG).</a:t>
            </a:r>
          </a:p>
        </p:txBody>
      </p:sp>
      <p:sp>
        <p:nvSpPr>
          <p:cNvPr id="8" name="Rounded Rectangle 7"/>
          <p:cNvSpPr/>
          <p:nvPr/>
        </p:nvSpPr>
        <p:spPr>
          <a:xfrm>
            <a:off x="2394712"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093720" y="1325880"/>
            <a:ext cx="329184" cy="329184"/>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2</a:t>
            </a:r>
          </a:p>
        </p:txBody>
      </p:sp>
      <p:sp>
        <p:nvSpPr>
          <p:cNvPr id="10" name="TextBox 9"/>
          <p:cNvSpPr txBox="1"/>
          <p:nvPr/>
        </p:nvSpPr>
        <p:spPr>
          <a:xfrm>
            <a:off x="2467864"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Guardrails &amp; Safety Filters</a:t>
            </a:r>
          </a:p>
        </p:txBody>
      </p:sp>
      <p:sp>
        <p:nvSpPr>
          <p:cNvPr id="11" name="TextBox 10"/>
          <p:cNvSpPr txBox="1"/>
          <p:nvPr/>
        </p:nvSpPr>
        <p:spPr>
          <a:xfrm>
            <a:off x="2486152"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Content-safety filters, PII screening, and prompt-injection defenses.</a:t>
            </a:r>
          </a:p>
        </p:txBody>
      </p:sp>
      <p:sp>
        <p:nvSpPr>
          <p:cNvPr id="12" name="Rounded Rectangle 11"/>
          <p:cNvSpPr/>
          <p:nvPr/>
        </p:nvSpPr>
        <p:spPr>
          <a:xfrm>
            <a:off x="4286504"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985512" y="1325880"/>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3</a:t>
            </a:r>
          </a:p>
        </p:txBody>
      </p:sp>
      <p:sp>
        <p:nvSpPr>
          <p:cNvPr id="14" name="TextBox 13"/>
          <p:cNvSpPr txBox="1"/>
          <p:nvPr/>
        </p:nvSpPr>
        <p:spPr>
          <a:xfrm>
            <a:off x="4359656"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Automated Quality Checks</a:t>
            </a:r>
          </a:p>
        </p:txBody>
      </p:sp>
      <p:sp>
        <p:nvSpPr>
          <p:cNvPr id="15" name="TextBox 14"/>
          <p:cNvSpPr txBox="1"/>
          <p:nvPr/>
        </p:nvSpPr>
        <p:spPr>
          <a:xfrm>
            <a:off x="4377944"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Rule-based + AI validation with confidence scoring before human review.</a:t>
            </a:r>
          </a:p>
        </p:txBody>
      </p:sp>
      <p:sp>
        <p:nvSpPr>
          <p:cNvPr id="16" name="Rounded Rectangle 15"/>
          <p:cNvSpPr/>
          <p:nvPr/>
        </p:nvSpPr>
        <p:spPr>
          <a:xfrm>
            <a:off x="6178296"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877304" y="1325880"/>
            <a:ext cx="329184" cy="329184"/>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4</a:t>
            </a:r>
          </a:p>
        </p:txBody>
      </p:sp>
      <p:sp>
        <p:nvSpPr>
          <p:cNvPr id="18" name="TextBox 17"/>
          <p:cNvSpPr txBox="1"/>
          <p:nvPr/>
        </p:nvSpPr>
        <p:spPr>
          <a:xfrm>
            <a:off x="6251448"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Human-in-the-Loop Review</a:t>
            </a:r>
          </a:p>
        </p:txBody>
      </p:sp>
      <p:sp>
        <p:nvSpPr>
          <p:cNvPr id="19" name="TextBox 18"/>
          <p:cNvSpPr txBox="1"/>
          <p:nvPr/>
        </p:nvSpPr>
        <p:spPr>
          <a:xfrm>
            <a:off x="6269736"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SME approval required for curriculum-sensitive recommendations and revisions.</a:t>
            </a:r>
          </a:p>
        </p:txBody>
      </p:sp>
      <p:sp>
        <p:nvSpPr>
          <p:cNvPr id="20" name="Rounded Rectangle 19"/>
          <p:cNvSpPr/>
          <p:nvPr/>
        </p:nvSpPr>
        <p:spPr>
          <a:xfrm>
            <a:off x="8070088"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769096" y="1325880"/>
            <a:ext cx="329184" cy="32918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5</a:t>
            </a:r>
          </a:p>
        </p:txBody>
      </p:sp>
      <p:sp>
        <p:nvSpPr>
          <p:cNvPr id="22" name="TextBox 21"/>
          <p:cNvSpPr txBox="1"/>
          <p:nvPr/>
        </p:nvSpPr>
        <p:spPr>
          <a:xfrm>
            <a:off x="8143240"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Monitoring &amp; Feedback</a:t>
            </a:r>
          </a:p>
        </p:txBody>
      </p:sp>
      <p:sp>
        <p:nvSpPr>
          <p:cNvPr id="23" name="TextBox 22"/>
          <p:cNvSpPr txBox="1"/>
          <p:nvPr/>
        </p:nvSpPr>
        <p:spPr>
          <a:xfrm>
            <a:off x="8161528"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Ongoing tracking of AI accuracy, SME agreement rate, and drift / bias signals.</a:t>
            </a:r>
          </a:p>
        </p:txBody>
      </p:sp>
      <p:sp>
        <p:nvSpPr>
          <p:cNvPr id="24" name="Rounded Rectangle 23"/>
          <p:cNvSpPr/>
          <p:nvPr/>
        </p:nvSpPr>
        <p:spPr>
          <a:xfrm>
            <a:off x="9961880" y="1234440"/>
            <a:ext cx="1727200" cy="2331720"/>
          </a:xfrm>
          <a:prstGeom prst="roundRect">
            <a:avLst>
              <a:gd name="adj" fmla="val 8000"/>
            </a:avLst>
          </a:prstGeom>
          <a:solidFill>
            <a:srgbClr val="FFFFFF"/>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660888" y="1325880"/>
            <a:ext cx="329184" cy="329184"/>
          </a:xfrm>
          <a:prstGeom prst="ellipse">
            <a:avLst/>
          </a:prstGeom>
          <a:solidFill>
            <a:srgbClr val="1F66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none"/>
          <a:lstStyle/>
          <a:p>
            <a:pPr algn="ctr"/>
            <a:r>
              <a:rPr sz="1300" b="1" i="0">
                <a:solidFill>
                  <a:srgbClr val="FFFFFF"/>
                </a:solidFill>
                <a:latin typeface="Montserrat"/>
              </a:rPr>
              <a:t>6</a:t>
            </a:r>
          </a:p>
        </p:txBody>
      </p:sp>
      <p:sp>
        <p:nvSpPr>
          <p:cNvPr id="26" name="TextBox 25"/>
          <p:cNvSpPr txBox="1"/>
          <p:nvPr/>
        </p:nvSpPr>
        <p:spPr>
          <a:xfrm>
            <a:off x="10035032" y="1709928"/>
            <a:ext cx="1580896" cy="347472"/>
          </a:xfrm>
          <a:prstGeom prst="rect">
            <a:avLst/>
          </a:prstGeom>
          <a:noFill/>
        </p:spPr>
        <p:txBody>
          <a:bodyPr wrap="square" anchor="t" lIns="0" rIns="0" tIns="0" bIns="0">
            <a:spAutoFit/>
          </a:bodyPr>
          <a:lstStyle/>
          <a:p>
            <a:pPr algn="ctr"/>
            <a:r>
              <a:rPr sz="1030" b="1" i="0">
                <a:solidFill>
                  <a:srgbClr val="101820"/>
                </a:solidFill>
                <a:latin typeface="Montserrat"/>
              </a:rPr>
              <a:t>Audit Trail &amp; Traceability</a:t>
            </a:r>
          </a:p>
        </p:txBody>
      </p:sp>
      <p:sp>
        <p:nvSpPr>
          <p:cNvPr id="27" name="TextBox 26"/>
          <p:cNvSpPr txBox="1"/>
          <p:nvPr/>
        </p:nvSpPr>
        <p:spPr>
          <a:xfrm>
            <a:off x="10053320" y="2075688"/>
            <a:ext cx="1544320" cy="1417320"/>
          </a:xfrm>
          <a:prstGeom prst="rect">
            <a:avLst/>
          </a:prstGeom>
          <a:noFill/>
        </p:spPr>
        <p:txBody>
          <a:bodyPr wrap="square" anchor="t" lIns="0" rIns="0" tIns="0" bIns="0">
            <a:spAutoFit/>
          </a:bodyPr>
          <a:lstStyle/>
          <a:p>
            <a:pPr algn="ctr"/>
            <a:r>
              <a:rPr sz="869" b="0" i="0">
                <a:solidFill>
                  <a:srgbClr val="101820"/>
                </a:solidFill>
                <a:latin typeface="Montserrat"/>
              </a:rPr>
              <a:t>Full lineage from source evidence through recommendation, review, and approval.</a:t>
            </a:r>
          </a:p>
        </p:txBody>
      </p:sp>
      <p:sp>
        <p:nvSpPr>
          <p:cNvPr id="28" name="TextBox 27"/>
          <p:cNvSpPr txBox="1"/>
          <p:nvPr/>
        </p:nvSpPr>
        <p:spPr>
          <a:xfrm>
            <a:off x="502920" y="3886200"/>
            <a:ext cx="11186160" cy="292608"/>
          </a:xfrm>
          <a:prstGeom prst="rect">
            <a:avLst/>
          </a:prstGeom>
          <a:noFill/>
        </p:spPr>
        <p:txBody>
          <a:bodyPr wrap="square" anchor="t" lIns="0" rIns="0" tIns="0" bIns="0">
            <a:spAutoFit/>
          </a:bodyPr>
          <a:lstStyle/>
          <a:p>
            <a:pPr algn="l"/>
            <a:r>
              <a:rPr sz="1300" b="1" i="0">
                <a:solidFill>
                  <a:srgbClr val="092D69"/>
                </a:solidFill>
                <a:latin typeface="Montserrat"/>
              </a:rPr>
              <a:t>Guiding Principles</a:t>
            </a:r>
          </a:p>
        </p:txBody>
      </p:sp>
      <p:sp>
        <p:nvSpPr>
          <p:cNvPr id="29" name="Rounded Rectangle 28"/>
          <p:cNvSpPr/>
          <p:nvPr/>
        </p:nvSpPr>
        <p:spPr>
          <a:xfrm>
            <a:off x="502920" y="4270248"/>
            <a:ext cx="2625090" cy="68580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648" y="4270248"/>
            <a:ext cx="2405634" cy="685800"/>
          </a:xfrm>
          <a:prstGeom prst="rect">
            <a:avLst/>
          </a:prstGeom>
          <a:noFill/>
        </p:spPr>
        <p:txBody>
          <a:bodyPr wrap="square" anchor="ctr" lIns="0" rIns="0" tIns="0" bIns="0">
            <a:spAutoFit/>
          </a:bodyPr>
          <a:lstStyle/>
          <a:p>
            <a:pPr algn="ctr"/>
            <a:r>
              <a:rPr sz="1000" b="1" i="0">
                <a:solidFill>
                  <a:srgbClr val="092D69"/>
                </a:solidFill>
                <a:latin typeface="Montserrat"/>
              </a:rPr>
              <a:t>Model-agnostic — no single-vendor lock-in</a:t>
            </a:r>
          </a:p>
        </p:txBody>
      </p:sp>
      <p:sp>
        <p:nvSpPr>
          <p:cNvPr id="31" name="Rounded Rectangle 30"/>
          <p:cNvSpPr/>
          <p:nvPr/>
        </p:nvSpPr>
        <p:spPr>
          <a:xfrm>
            <a:off x="3356610" y="4270248"/>
            <a:ext cx="2625090" cy="68580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66338" y="4270248"/>
            <a:ext cx="2405634" cy="685800"/>
          </a:xfrm>
          <a:prstGeom prst="rect">
            <a:avLst/>
          </a:prstGeom>
          <a:noFill/>
        </p:spPr>
        <p:txBody>
          <a:bodyPr wrap="square" anchor="ctr" lIns="0" rIns="0" tIns="0" bIns="0">
            <a:spAutoFit/>
          </a:bodyPr>
          <a:lstStyle/>
          <a:p>
            <a:pPr algn="ctr"/>
            <a:r>
              <a:rPr sz="1000" b="1" i="0">
                <a:solidFill>
                  <a:srgbClr val="092D69"/>
                </a:solidFill>
                <a:latin typeface="Montserrat"/>
              </a:rPr>
              <a:t>Human oversight for all curriculum-impacting decisions</a:t>
            </a:r>
          </a:p>
        </p:txBody>
      </p:sp>
      <p:sp>
        <p:nvSpPr>
          <p:cNvPr id="33" name="Rounded Rectangle 32"/>
          <p:cNvSpPr/>
          <p:nvPr/>
        </p:nvSpPr>
        <p:spPr>
          <a:xfrm>
            <a:off x="6210300" y="4270248"/>
            <a:ext cx="2625090" cy="68580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0028" y="4270248"/>
            <a:ext cx="2405634" cy="685800"/>
          </a:xfrm>
          <a:prstGeom prst="rect">
            <a:avLst/>
          </a:prstGeom>
          <a:noFill/>
        </p:spPr>
        <p:txBody>
          <a:bodyPr wrap="square" anchor="ctr" lIns="0" rIns="0" tIns="0" bIns="0">
            <a:spAutoFit/>
          </a:bodyPr>
          <a:lstStyle/>
          <a:p>
            <a:pPr algn="ctr"/>
            <a:r>
              <a:rPr sz="1000" b="1" i="0">
                <a:solidFill>
                  <a:srgbClr val="092D69"/>
                </a:solidFill>
                <a:latin typeface="Montserrat"/>
              </a:rPr>
              <a:t>Transparent rationale &amp; evidence for every recommendation</a:t>
            </a:r>
          </a:p>
        </p:txBody>
      </p:sp>
      <p:sp>
        <p:nvSpPr>
          <p:cNvPr id="35" name="Rounded Rectangle 34"/>
          <p:cNvSpPr/>
          <p:nvPr/>
        </p:nvSpPr>
        <p:spPr>
          <a:xfrm>
            <a:off x="9063990" y="4270248"/>
            <a:ext cx="2625090" cy="68580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73718" y="4270248"/>
            <a:ext cx="2405634" cy="685800"/>
          </a:xfrm>
          <a:prstGeom prst="rect">
            <a:avLst/>
          </a:prstGeom>
          <a:noFill/>
        </p:spPr>
        <p:txBody>
          <a:bodyPr wrap="square" anchor="ctr" lIns="0" rIns="0" tIns="0" bIns="0">
            <a:spAutoFit/>
          </a:bodyPr>
          <a:lstStyle/>
          <a:p>
            <a:pPr algn="ctr"/>
            <a:r>
              <a:rPr sz="1000" b="1" i="0">
                <a:solidFill>
                  <a:srgbClr val="092D69"/>
                </a:solidFill>
                <a:latin typeface="Montserrat"/>
              </a:rPr>
              <a:t>Continuous evaluation against pilot-established benchmarks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Project Governance, Team &amp; RACI</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Clear decision rights and a governance cadence that keeps delivery transparent and accountable</a:t>
            </a:r>
          </a:p>
        </p:txBody>
      </p:sp>
      <p:sp>
        <p:nvSpPr>
          <p:cNvPr id="4" name="Rounded Rectangle 3"/>
          <p:cNvSpPr/>
          <p:nvPr/>
        </p:nvSpPr>
        <p:spPr>
          <a:xfrm>
            <a:off x="502920" y="1188720"/>
            <a:ext cx="2834640" cy="4434840"/>
          </a:xfrm>
          <a:prstGeom prst="roundRect">
            <a:avLst>
              <a:gd name="adj" fmla="val 8000"/>
            </a:avLst>
          </a:prstGeom>
          <a:solidFill>
            <a:srgbClr val="EDF6F9"/>
          </a:solidFill>
          <a:ln w="9525">
            <a:solidFill>
              <a:srgbClr val="CF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298448"/>
            <a:ext cx="2505456" cy="320040"/>
          </a:xfrm>
          <a:prstGeom prst="rect">
            <a:avLst/>
          </a:prstGeom>
          <a:noFill/>
        </p:spPr>
        <p:txBody>
          <a:bodyPr wrap="square" anchor="t" lIns="0" rIns="0" tIns="0" bIns="0">
            <a:spAutoFit/>
          </a:bodyPr>
          <a:lstStyle/>
          <a:p>
            <a:pPr algn="l"/>
            <a:r>
              <a:rPr sz="1250" b="1" i="0">
                <a:solidFill>
                  <a:srgbClr val="092D69"/>
                </a:solidFill>
                <a:latin typeface="Montserrat"/>
              </a:rPr>
              <a:t>Governance Cadence</a:t>
            </a:r>
          </a:p>
        </p:txBody>
      </p:sp>
      <p:sp>
        <p:nvSpPr>
          <p:cNvPr id="6" name="TextBox 5"/>
          <p:cNvSpPr txBox="1"/>
          <p:nvPr/>
        </p:nvSpPr>
        <p:spPr>
          <a:xfrm>
            <a:off x="667512" y="1691640"/>
            <a:ext cx="2505456" cy="640080"/>
          </a:xfrm>
          <a:prstGeom prst="rect">
            <a:avLst/>
          </a:prstGeom>
          <a:noFill/>
        </p:spPr>
        <p:txBody>
          <a:bodyPr wrap="square" anchor="t" lIns="0" rIns="0" tIns="0" bIns="0">
            <a:spAutoFit/>
          </a:bodyPr>
          <a:lstStyle/>
          <a:p>
            <a:pPr algn="l"/>
            <a:r>
              <a:rPr sz="1000" b="0" i="0">
                <a:solidFill>
                  <a:srgbClr val="101820"/>
                </a:solidFill>
                <a:latin typeface="Montserrat"/>
              </a:rPr>
              <a:t>▪  Weekly delivery stand-ups (Academian + DE leads)</a:t>
            </a:r>
          </a:p>
        </p:txBody>
      </p:sp>
      <p:sp>
        <p:nvSpPr>
          <p:cNvPr id="7" name="TextBox 6"/>
          <p:cNvSpPr txBox="1"/>
          <p:nvPr/>
        </p:nvSpPr>
        <p:spPr>
          <a:xfrm>
            <a:off x="667512" y="2350008"/>
            <a:ext cx="2505456" cy="640080"/>
          </a:xfrm>
          <a:prstGeom prst="rect">
            <a:avLst/>
          </a:prstGeom>
          <a:noFill/>
        </p:spPr>
        <p:txBody>
          <a:bodyPr wrap="square" anchor="t" lIns="0" rIns="0" tIns="0" bIns="0">
            <a:spAutoFit/>
          </a:bodyPr>
          <a:lstStyle/>
          <a:p>
            <a:pPr algn="l"/>
            <a:r>
              <a:rPr sz="1000" b="0" i="0">
                <a:solidFill>
                  <a:srgbClr val="101820"/>
                </a:solidFill>
                <a:latin typeface="Montserrat"/>
              </a:rPr>
              <a:t>▪  Bi-weekly sprint demos &amp; stakeholder review</a:t>
            </a:r>
          </a:p>
        </p:txBody>
      </p:sp>
      <p:sp>
        <p:nvSpPr>
          <p:cNvPr id="8" name="TextBox 7"/>
          <p:cNvSpPr txBox="1"/>
          <p:nvPr/>
        </p:nvSpPr>
        <p:spPr>
          <a:xfrm>
            <a:off x="667512" y="3008376"/>
            <a:ext cx="2505456" cy="640080"/>
          </a:xfrm>
          <a:prstGeom prst="rect">
            <a:avLst/>
          </a:prstGeom>
          <a:noFill/>
        </p:spPr>
        <p:txBody>
          <a:bodyPr wrap="square" anchor="t" lIns="0" rIns="0" tIns="0" bIns="0">
            <a:spAutoFit/>
          </a:bodyPr>
          <a:lstStyle/>
          <a:p>
            <a:pPr algn="l"/>
            <a:r>
              <a:rPr sz="1000" b="0" i="0">
                <a:solidFill>
                  <a:srgbClr val="101820"/>
                </a:solidFill>
                <a:latin typeface="Montserrat"/>
              </a:rPr>
              <a:t>▪  Monthly steering committee (executive sponsors)</a:t>
            </a:r>
          </a:p>
        </p:txBody>
      </p:sp>
      <p:sp>
        <p:nvSpPr>
          <p:cNvPr id="9" name="TextBox 8"/>
          <p:cNvSpPr txBox="1"/>
          <p:nvPr/>
        </p:nvSpPr>
        <p:spPr>
          <a:xfrm>
            <a:off x="667512" y="3666744"/>
            <a:ext cx="2505456" cy="640080"/>
          </a:xfrm>
          <a:prstGeom prst="rect">
            <a:avLst/>
          </a:prstGeom>
          <a:noFill/>
        </p:spPr>
        <p:txBody>
          <a:bodyPr wrap="square" anchor="t" lIns="0" rIns="0" tIns="0" bIns="0">
            <a:spAutoFit/>
          </a:bodyPr>
          <a:lstStyle/>
          <a:p>
            <a:pPr algn="l"/>
            <a:r>
              <a:rPr sz="1000" b="0" i="0">
                <a:solidFill>
                  <a:srgbClr val="101820"/>
                </a:solidFill>
                <a:latin typeface="Montserrat"/>
              </a:rPr>
              <a:t>▪  Phase-gate review at each of the 6 delivery phases</a:t>
            </a:r>
          </a:p>
        </p:txBody>
      </p:sp>
      <p:sp>
        <p:nvSpPr>
          <p:cNvPr id="10" name="TextBox 9"/>
          <p:cNvSpPr txBox="1"/>
          <p:nvPr/>
        </p:nvSpPr>
        <p:spPr>
          <a:xfrm>
            <a:off x="667512" y="4325112"/>
            <a:ext cx="2505456" cy="640080"/>
          </a:xfrm>
          <a:prstGeom prst="rect">
            <a:avLst/>
          </a:prstGeom>
          <a:noFill/>
        </p:spPr>
        <p:txBody>
          <a:bodyPr wrap="square" anchor="t" lIns="0" rIns="0" tIns="0" bIns="0">
            <a:spAutoFit/>
          </a:bodyPr>
          <a:lstStyle/>
          <a:p>
            <a:pPr algn="l"/>
            <a:r>
              <a:rPr sz="1000" b="0" i="0">
                <a:solidFill>
                  <a:srgbClr val="101820"/>
                </a:solidFill>
                <a:latin typeface="Montserrat"/>
              </a:rPr>
              <a:t>▪  Escalation path defined for scope, risk &amp; security issues</a:t>
            </a:r>
          </a:p>
        </p:txBody>
      </p:sp>
      <p:graphicFrame>
        <p:nvGraphicFramePr>
          <p:cNvPr id="11" name="Table 10"/>
          <p:cNvGraphicFramePr>
            <a:graphicFrameLocks noGrp="1"/>
          </p:cNvGraphicFramePr>
          <p:nvPr/>
        </p:nvGraphicFramePr>
        <p:xfrm>
          <a:off x="3611880" y="1188720"/>
          <a:ext cx="7955280" cy="3794760"/>
        </p:xfrm>
        <a:graphic>
          <a:graphicData uri="http://schemas.openxmlformats.org/drawingml/2006/table">
            <a:tbl>
              <a:tblPr firstRow="1" bandRow="1">
                <a:tableStyleId>{5C22544A-7EE6-4342-B048-85BDC9FD1C3A}</a:tableStyleId>
              </a:tblPr>
              <a:tblGrid>
                <a:gridCol w="4023360"/>
                <a:gridCol w="1965960"/>
                <a:gridCol w="1965960"/>
              </a:tblGrid>
              <a:tr h="421640">
                <a:tc>
                  <a:txBody>
                    <a:bodyPr/>
                    <a:lstStyle/>
                    <a:p>
                      <a:r>
                        <a:rPr sz="1150" b="1" i="0">
                          <a:solidFill>
                            <a:srgbClr val="FFFFFF"/>
                          </a:solidFill>
                          <a:latin typeface="Montserrat"/>
                        </a:rPr>
                        <a:t>Activity</a:t>
                      </a:r>
                    </a:p>
                  </a:txBody>
                  <a:tcPr marL="73152" marR="73152" marT="27432" marB="27432" anchor="ctr">
                    <a:solidFill>
                      <a:srgbClr val="092D69"/>
                    </a:solidFill>
                  </a:tcPr>
                </a:tc>
                <a:tc>
                  <a:txBody>
                    <a:bodyPr/>
                    <a:lstStyle/>
                    <a:p>
                      <a:r>
                        <a:rPr sz="1150" b="1" i="0">
                          <a:solidFill>
                            <a:srgbClr val="FFFFFF"/>
                          </a:solidFill>
                          <a:latin typeface="Montserrat"/>
                        </a:rPr>
                        <a:t>Discovery Education</a:t>
                      </a:r>
                    </a:p>
                  </a:txBody>
                  <a:tcPr marL="73152" marR="73152" marT="27432" marB="27432" anchor="ctr">
                    <a:solidFill>
                      <a:srgbClr val="092D69"/>
                    </a:solidFill>
                  </a:tcPr>
                </a:tc>
                <a:tc>
                  <a:txBody>
                    <a:bodyPr/>
                    <a:lstStyle/>
                    <a:p>
                      <a:r>
                        <a:rPr sz="1150" b="1" i="0">
                          <a:solidFill>
                            <a:srgbClr val="FFFFFF"/>
                          </a:solidFill>
                          <a:latin typeface="Montserrat"/>
                        </a:rPr>
                        <a:t>Academian</a:t>
                      </a:r>
                    </a:p>
                  </a:txBody>
                  <a:tcPr marL="73152" marR="73152" marT="27432" marB="27432" anchor="ctr">
                    <a:solidFill>
                      <a:srgbClr val="092D69"/>
                    </a:solidFill>
                  </a:tcPr>
                </a:tc>
              </a:tr>
              <a:tr h="421640">
                <a:tc>
                  <a:txBody>
                    <a:bodyPr/>
                    <a:lstStyle/>
                    <a:p>
                      <a:r>
                        <a:rPr sz="1050" b="0" i="0">
                          <a:solidFill>
                            <a:srgbClr val="101820"/>
                          </a:solidFill>
                          <a:latin typeface="Montserrat"/>
                        </a:rPr>
                        <a:t>Scope &amp; requirements definition</a:t>
                      </a:r>
                    </a:p>
                  </a:txBody>
                  <a:tcPr marL="73152" marR="73152" marT="27432" marB="27432" anchor="ctr">
                    <a:solidFill>
                      <a:srgbClr val="FFFFFF"/>
                    </a:solidFill>
                  </a:tcPr>
                </a:tc>
                <a:tc>
                  <a:txBody>
                    <a:bodyPr/>
                    <a:lstStyle/>
                    <a:p>
                      <a:r>
                        <a:rPr sz="1050" b="0" i="0">
                          <a:solidFill>
                            <a:srgbClr val="101820"/>
                          </a:solidFill>
                          <a:latin typeface="Montserrat"/>
                        </a:rPr>
                        <a:t>A</a:t>
                      </a:r>
                    </a:p>
                  </a:txBody>
                  <a:tcPr marL="73152" marR="73152" marT="27432" marB="27432" anchor="ctr">
                    <a:solidFill>
                      <a:srgbClr val="FFFFFF"/>
                    </a:solidFill>
                  </a:tcPr>
                </a:tc>
                <a:tc>
                  <a:txBody>
                    <a:bodyPr/>
                    <a:lstStyle/>
                    <a:p>
                      <a:r>
                        <a:rPr sz="1050" b="0" i="0">
                          <a:solidFill>
                            <a:srgbClr val="101820"/>
                          </a:solidFill>
                          <a:latin typeface="Montserrat"/>
                        </a:rPr>
                        <a:t>R</a:t>
                      </a:r>
                    </a:p>
                  </a:txBody>
                  <a:tcPr marL="73152" marR="73152" marT="27432" marB="27432" anchor="ctr">
                    <a:solidFill>
                      <a:srgbClr val="FFFFFF"/>
                    </a:solidFill>
                  </a:tcPr>
                </a:tc>
              </a:tr>
              <a:tr h="421640">
                <a:tc>
                  <a:txBody>
                    <a:bodyPr/>
                    <a:lstStyle/>
                    <a:p>
                      <a:r>
                        <a:rPr sz="1050" b="0" i="0">
                          <a:solidFill>
                            <a:srgbClr val="101820"/>
                          </a:solidFill>
                          <a:latin typeface="Montserrat"/>
                        </a:rPr>
                        <a:t>Architecture &amp; technology decisions</a:t>
                      </a:r>
                    </a:p>
                  </a:txBody>
                  <a:tcPr marL="73152" marR="73152" marT="27432" marB="27432" anchor="ctr">
                    <a:solidFill>
                      <a:srgbClr val="EDF6F9"/>
                    </a:solidFill>
                  </a:tcPr>
                </a:tc>
                <a:tc>
                  <a:txBody>
                    <a:bodyPr/>
                    <a:lstStyle/>
                    <a:p>
                      <a:r>
                        <a:rPr sz="1050" b="0" i="0">
                          <a:solidFill>
                            <a:srgbClr val="101820"/>
                          </a:solidFill>
                          <a:latin typeface="Montserrat"/>
                        </a:rPr>
                        <a:t>C</a:t>
                      </a:r>
                    </a:p>
                  </a:txBody>
                  <a:tcPr marL="73152" marR="73152" marT="27432" marB="27432" anchor="ctr">
                    <a:solidFill>
                      <a:srgbClr val="EDF6F9"/>
                    </a:solidFill>
                  </a:tcPr>
                </a:tc>
                <a:tc>
                  <a:txBody>
                    <a:bodyPr/>
                    <a:lstStyle/>
                    <a:p>
                      <a:r>
                        <a:rPr sz="1050" b="0" i="0">
                          <a:solidFill>
                            <a:srgbClr val="101820"/>
                          </a:solidFill>
                          <a:latin typeface="Montserrat"/>
                        </a:rPr>
                        <a:t>R / A</a:t>
                      </a:r>
                    </a:p>
                  </a:txBody>
                  <a:tcPr marL="73152" marR="73152" marT="27432" marB="27432" anchor="ctr">
                    <a:solidFill>
                      <a:srgbClr val="EDF6F9"/>
                    </a:solidFill>
                  </a:tcPr>
                </a:tc>
              </a:tr>
              <a:tr h="421640">
                <a:tc>
                  <a:txBody>
                    <a:bodyPr/>
                    <a:lstStyle/>
                    <a:p>
                      <a:r>
                        <a:rPr sz="1050" b="0" i="0">
                          <a:solidFill>
                            <a:srgbClr val="101820"/>
                          </a:solidFill>
                          <a:latin typeface="Montserrat"/>
                        </a:rPr>
                        <a:t>Curriculum content &amp; standards access</a:t>
                      </a:r>
                    </a:p>
                  </a:txBody>
                  <a:tcPr marL="73152" marR="73152" marT="27432" marB="27432" anchor="ctr">
                    <a:solidFill>
                      <a:srgbClr val="FFFFFF"/>
                    </a:solidFill>
                  </a:tcPr>
                </a:tc>
                <a:tc>
                  <a:txBody>
                    <a:bodyPr/>
                    <a:lstStyle/>
                    <a:p>
                      <a:r>
                        <a:rPr sz="1050" b="0" i="0">
                          <a:solidFill>
                            <a:srgbClr val="101820"/>
                          </a:solidFill>
                          <a:latin typeface="Montserrat"/>
                        </a:rPr>
                        <a:t>R / A</a:t>
                      </a:r>
                    </a:p>
                  </a:txBody>
                  <a:tcPr marL="73152" marR="73152" marT="27432" marB="27432" anchor="ctr">
                    <a:solidFill>
                      <a:srgbClr val="FFFFFF"/>
                    </a:solidFill>
                  </a:tcPr>
                </a:tc>
                <a:tc>
                  <a:txBody>
                    <a:bodyPr/>
                    <a:lstStyle/>
                    <a:p>
                      <a:r>
                        <a:rPr sz="1050" b="0" i="0">
                          <a:solidFill>
                            <a:srgbClr val="101820"/>
                          </a:solidFill>
                          <a:latin typeface="Montserrat"/>
                        </a:rPr>
                        <a:t>C</a:t>
                      </a:r>
                    </a:p>
                  </a:txBody>
                  <a:tcPr marL="73152" marR="73152" marT="27432" marB="27432" anchor="ctr">
                    <a:solidFill>
                      <a:srgbClr val="FFFFFF"/>
                    </a:solidFill>
                  </a:tcPr>
                </a:tc>
              </a:tr>
              <a:tr h="421640">
                <a:tc>
                  <a:txBody>
                    <a:bodyPr/>
                    <a:lstStyle/>
                    <a:p>
                      <a:r>
                        <a:rPr sz="1050" b="0" i="0">
                          <a:solidFill>
                            <a:srgbClr val="101820"/>
                          </a:solidFill>
                          <a:latin typeface="Montserrat"/>
                        </a:rPr>
                        <a:t>SME review &amp; curriculum validation</a:t>
                      </a:r>
                    </a:p>
                  </a:txBody>
                  <a:tcPr marL="73152" marR="73152" marT="27432" marB="27432" anchor="ctr">
                    <a:solidFill>
                      <a:srgbClr val="EDF6F9"/>
                    </a:solidFill>
                  </a:tcPr>
                </a:tc>
                <a:tc>
                  <a:txBody>
                    <a:bodyPr/>
                    <a:lstStyle/>
                    <a:p>
                      <a:r>
                        <a:rPr sz="1050" b="0" i="0">
                          <a:solidFill>
                            <a:srgbClr val="101820"/>
                          </a:solidFill>
                          <a:latin typeface="Montserrat"/>
                        </a:rPr>
                        <a:t>R / A</a:t>
                      </a:r>
                    </a:p>
                  </a:txBody>
                  <a:tcPr marL="73152" marR="73152" marT="27432" marB="27432" anchor="ctr">
                    <a:solidFill>
                      <a:srgbClr val="EDF6F9"/>
                    </a:solidFill>
                  </a:tcPr>
                </a:tc>
                <a:tc>
                  <a:txBody>
                    <a:bodyPr/>
                    <a:lstStyle/>
                    <a:p>
                      <a:r>
                        <a:rPr sz="1050" b="0" i="0">
                          <a:solidFill>
                            <a:srgbClr val="101820"/>
                          </a:solidFill>
                          <a:latin typeface="Montserrat"/>
                        </a:rPr>
                        <a:t>I</a:t>
                      </a:r>
                    </a:p>
                  </a:txBody>
                  <a:tcPr marL="73152" marR="73152" marT="27432" marB="27432" anchor="ctr">
                    <a:solidFill>
                      <a:srgbClr val="EDF6F9"/>
                    </a:solidFill>
                  </a:tcPr>
                </a:tc>
              </a:tr>
              <a:tr h="421640">
                <a:tc>
                  <a:txBody>
                    <a:bodyPr/>
                    <a:lstStyle/>
                    <a:p>
                      <a:r>
                        <a:rPr sz="1050" b="0" i="0">
                          <a:solidFill>
                            <a:srgbClr val="101820"/>
                          </a:solidFill>
                          <a:latin typeface="Montserrat"/>
                        </a:rPr>
                        <a:t>Sprint demos &amp; iteration feedback</a:t>
                      </a:r>
                    </a:p>
                  </a:txBody>
                  <a:tcPr marL="73152" marR="73152" marT="27432" marB="27432" anchor="ctr">
                    <a:solidFill>
                      <a:srgbClr val="FFFFFF"/>
                    </a:solidFill>
                  </a:tcPr>
                </a:tc>
                <a:tc>
                  <a:txBody>
                    <a:bodyPr/>
                    <a:lstStyle/>
                    <a:p>
                      <a:r>
                        <a:rPr sz="1050" b="0" i="0">
                          <a:solidFill>
                            <a:srgbClr val="101820"/>
                          </a:solidFill>
                          <a:latin typeface="Montserrat"/>
                        </a:rPr>
                        <a:t>C</a:t>
                      </a:r>
                    </a:p>
                  </a:txBody>
                  <a:tcPr marL="73152" marR="73152" marT="27432" marB="27432" anchor="ctr">
                    <a:solidFill>
                      <a:srgbClr val="FFFFFF"/>
                    </a:solidFill>
                  </a:tcPr>
                </a:tc>
                <a:tc>
                  <a:txBody>
                    <a:bodyPr/>
                    <a:lstStyle/>
                    <a:p>
                      <a:r>
                        <a:rPr sz="1050" b="0" i="0">
                          <a:solidFill>
                            <a:srgbClr val="101820"/>
                          </a:solidFill>
                          <a:latin typeface="Montserrat"/>
                        </a:rPr>
                        <a:t>R</a:t>
                      </a:r>
                    </a:p>
                  </a:txBody>
                  <a:tcPr marL="73152" marR="73152" marT="27432" marB="27432" anchor="ctr">
                    <a:solidFill>
                      <a:srgbClr val="FFFFFF"/>
                    </a:solidFill>
                  </a:tcPr>
                </a:tc>
              </a:tr>
              <a:tr h="421640">
                <a:tc>
                  <a:txBody>
                    <a:bodyPr/>
                    <a:lstStyle/>
                    <a:p>
                      <a:r>
                        <a:rPr sz="1050" b="0" i="0">
                          <a:solidFill>
                            <a:srgbClr val="101820"/>
                          </a:solidFill>
                          <a:latin typeface="Montserrat"/>
                        </a:rPr>
                        <a:t>Security &amp; compliance sign-off</a:t>
                      </a:r>
                    </a:p>
                  </a:txBody>
                  <a:tcPr marL="73152" marR="73152" marT="27432" marB="27432" anchor="ctr">
                    <a:solidFill>
                      <a:srgbClr val="EDF6F9"/>
                    </a:solidFill>
                  </a:tcPr>
                </a:tc>
                <a:tc>
                  <a:txBody>
                    <a:bodyPr/>
                    <a:lstStyle/>
                    <a:p>
                      <a:r>
                        <a:rPr sz="1050" b="0" i="0">
                          <a:solidFill>
                            <a:srgbClr val="101820"/>
                          </a:solidFill>
                          <a:latin typeface="Montserrat"/>
                        </a:rPr>
                        <a:t>A</a:t>
                      </a:r>
                    </a:p>
                  </a:txBody>
                  <a:tcPr marL="73152" marR="73152" marT="27432" marB="27432" anchor="ctr">
                    <a:solidFill>
                      <a:srgbClr val="EDF6F9"/>
                    </a:solidFill>
                  </a:tcPr>
                </a:tc>
                <a:tc>
                  <a:txBody>
                    <a:bodyPr/>
                    <a:lstStyle/>
                    <a:p>
                      <a:r>
                        <a:rPr sz="1050" b="0" i="0">
                          <a:solidFill>
                            <a:srgbClr val="101820"/>
                          </a:solidFill>
                          <a:latin typeface="Montserrat"/>
                        </a:rPr>
                        <a:t>R</a:t>
                      </a:r>
                    </a:p>
                  </a:txBody>
                  <a:tcPr marL="73152" marR="73152" marT="27432" marB="27432" anchor="ctr">
                    <a:solidFill>
                      <a:srgbClr val="EDF6F9"/>
                    </a:solidFill>
                  </a:tcPr>
                </a:tc>
              </a:tr>
              <a:tr h="421640">
                <a:tc>
                  <a:txBody>
                    <a:bodyPr/>
                    <a:lstStyle/>
                    <a:p>
                      <a:r>
                        <a:rPr sz="1050" b="0" i="0">
                          <a:solidFill>
                            <a:srgbClr val="101820"/>
                          </a:solidFill>
                          <a:latin typeface="Montserrat"/>
                        </a:rPr>
                        <a:t>Data privacy classification</a:t>
                      </a:r>
                    </a:p>
                  </a:txBody>
                  <a:tcPr marL="73152" marR="73152" marT="27432" marB="27432" anchor="ctr">
                    <a:solidFill>
                      <a:srgbClr val="FFFFFF"/>
                    </a:solidFill>
                  </a:tcPr>
                </a:tc>
                <a:tc>
                  <a:txBody>
                    <a:bodyPr/>
                    <a:lstStyle/>
                    <a:p>
                      <a:r>
                        <a:rPr sz="1050" b="0" i="0">
                          <a:solidFill>
                            <a:srgbClr val="101820"/>
                          </a:solidFill>
                          <a:latin typeface="Montserrat"/>
                        </a:rPr>
                        <a:t>A</a:t>
                      </a:r>
                    </a:p>
                  </a:txBody>
                  <a:tcPr marL="73152" marR="73152" marT="27432" marB="27432" anchor="ctr">
                    <a:solidFill>
                      <a:srgbClr val="FFFFFF"/>
                    </a:solidFill>
                  </a:tcPr>
                </a:tc>
                <a:tc>
                  <a:txBody>
                    <a:bodyPr/>
                    <a:lstStyle/>
                    <a:p>
                      <a:r>
                        <a:rPr sz="1050" b="0" i="0">
                          <a:solidFill>
                            <a:srgbClr val="101820"/>
                          </a:solidFill>
                          <a:latin typeface="Montserrat"/>
                        </a:rPr>
                        <a:t>C</a:t>
                      </a:r>
                    </a:p>
                  </a:txBody>
                  <a:tcPr marL="73152" marR="73152" marT="27432" marB="27432" anchor="ctr">
                    <a:solidFill>
                      <a:srgbClr val="FFFFFF"/>
                    </a:solidFill>
                  </a:tcPr>
                </a:tc>
              </a:tr>
              <a:tr h="421640">
                <a:tc>
                  <a:txBody>
                    <a:bodyPr/>
                    <a:lstStyle/>
                    <a:p>
                      <a:r>
                        <a:rPr sz="1050" b="0" i="0">
                          <a:solidFill>
                            <a:srgbClr val="101820"/>
                          </a:solidFill>
                          <a:latin typeface="Montserrat"/>
                        </a:rPr>
                        <a:t>Go-live / scale decision</a:t>
                      </a:r>
                    </a:p>
                  </a:txBody>
                  <a:tcPr marL="73152" marR="73152" marT="27432" marB="27432" anchor="ctr">
                    <a:solidFill>
                      <a:srgbClr val="EDF6F9"/>
                    </a:solidFill>
                  </a:tcPr>
                </a:tc>
                <a:tc>
                  <a:txBody>
                    <a:bodyPr/>
                    <a:lstStyle/>
                    <a:p>
                      <a:r>
                        <a:rPr sz="1050" b="0" i="0">
                          <a:solidFill>
                            <a:srgbClr val="101820"/>
                          </a:solidFill>
                          <a:latin typeface="Montserrat"/>
                        </a:rPr>
                        <a:t>A</a:t>
                      </a:r>
                    </a:p>
                  </a:txBody>
                  <a:tcPr marL="73152" marR="73152" marT="27432" marB="27432" anchor="ctr">
                    <a:solidFill>
                      <a:srgbClr val="EDF6F9"/>
                    </a:solidFill>
                  </a:tcPr>
                </a:tc>
                <a:tc>
                  <a:txBody>
                    <a:bodyPr/>
                    <a:lstStyle/>
                    <a:p>
                      <a:r>
                        <a:rPr sz="1050" b="0" i="0">
                          <a:solidFill>
                            <a:srgbClr val="101820"/>
                          </a:solidFill>
                          <a:latin typeface="Montserrat"/>
                        </a:rPr>
                        <a:t>R</a:t>
                      </a:r>
                    </a:p>
                  </a:txBody>
                  <a:tcPr marL="73152" marR="73152" marT="27432" marB="27432" anchor="ctr">
                    <a:solidFill>
                      <a:srgbClr val="EDF6F9"/>
                    </a:solidFill>
                  </a:tcPr>
                </a:tc>
              </a:tr>
            </a:tbl>
          </a:graphicData>
        </a:graphic>
      </p:graphicFrame>
      <p:sp>
        <p:nvSpPr>
          <p:cNvPr id="12" name="TextBox 11"/>
          <p:cNvSpPr txBox="1"/>
          <p:nvPr/>
        </p:nvSpPr>
        <p:spPr>
          <a:xfrm>
            <a:off x="3611880" y="5074920"/>
            <a:ext cx="8077200" cy="457200"/>
          </a:xfrm>
          <a:prstGeom prst="rect">
            <a:avLst/>
          </a:prstGeom>
          <a:noFill/>
        </p:spPr>
        <p:txBody>
          <a:bodyPr wrap="square" anchor="t" lIns="0" rIns="0" tIns="0" bIns="0">
            <a:spAutoFit/>
          </a:bodyPr>
          <a:lstStyle/>
          <a:p>
            <a:pPr algn="l"/>
            <a:r>
              <a:rPr sz="950" b="0" i="1">
                <a:solidFill>
                  <a:srgbClr val="215968"/>
                </a:solidFill>
                <a:latin typeface="Montserrat"/>
              </a:rPr>
              <a:t>R = Responsible · A = Accountable · C = Consulted · I = Informed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Indicative Delivery Timeline &amp; Milestones</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Illustrative — final durations confirmed in the Statement of Work based on scope, data readiness, and integration complexity</a:t>
            </a:r>
          </a:p>
        </p:txBody>
      </p:sp>
      <p:graphicFrame>
        <p:nvGraphicFramePr>
          <p:cNvPr id="4" name="Table 3"/>
          <p:cNvGraphicFramePr>
            <a:graphicFrameLocks noGrp="1"/>
          </p:cNvGraphicFramePr>
          <p:nvPr/>
        </p:nvGraphicFramePr>
        <p:xfrm>
          <a:off x="502920" y="1280160"/>
          <a:ext cx="10881360" cy="4023360"/>
        </p:xfrm>
        <a:graphic>
          <a:graphicData uri="http://schemas.openxmlformats.org/drawingml/2006/table">
            <a:tbl>
              <a:tblPr firstRow="1" bandRow="1">
                <a:tableStyleId>{5C22544A-7EE6-4342-B048-85BDC9FD1C3A}</a:tableStyleId>
              </a:tblPr>
              <a:tblGrid>
                <a:gridCol w="3108960"/>
                <a:gridCol w="3291840"/>
                <a:gridCol w="4480560"/>
              </a:tblGrid>
              <a:tr h="502920">
                <a:tc>
                  <a:txBody>
                    <a:bodyPr/>
                    <a:lstStyle/>
                    <a:p>
                      <a:r>
                        <a:rPr sz="1250" b="1" i="0">
                          <a:solidFill>
                            <a:srgbClr val="FFFFFF"/>
                          </a:solidFill>
                          <a:latin typeface="Montserrat"/>
                        </a:rPr>
                        <a:t>Phase</a:t>
                      </a:r>
                    </a:p>
                  </a:txBody>
                  <a:tcPr marL="73152" marR="73152" marT="27432" marB="27432" anchor="ctr">
                    <a:solidFill>
                      <a:srgbClr val="092D69"/>
                    </a:solidFill>
                  </a:tcPr>
                </a:tc>
                <a:tc>
                  <a:txBody>
                    <a:bodyPr/>
                    <a:lstStyle/>
                    <a:p>
                      <a:r>
                        <a:rPr sz="1250" b="1" i="0">
                          <a:solidFill>
                            <a:srgbClr val="FFFFFF"/>
                          </a:solidFill>
                          <a:latin typeface="Montserrat"/>
                        </a:rPr>
                        <a:t>Indicative Duration</a:t>
                      </a:r>
                    </a:p>
                  </a:txBody>
                  <a:tcPr marL="73152" marR="73152" marT="27432" marB="27432" anchor="ctr">
                    <a:solidFill>
                      <a:srgbClr val="092D69"/>
                    </a:solidFill>
                  </a:tcPr>
                </a:tc>
                <a:tc>
                  <a:txBody>
                    <a:bodyPr/>
                    <a:lstStyle/>
                    <a:p>
                      <a:r>
                        <a:rPr sz="1250" b="1" i="0">
                          <a:solidFill>
                            <a:srgbClr val="FFFFFF"/>
                          </a:solidFill>
                          <a:latin typeface="Montserrat"/>
                        </a:rPr>
                        <a:t>Key Milestone</a:t>
                      </a:r>
                    </a:p>
                  </a:txBody>
                  <a:tcPr marL="73152" marR="73152" marT="27432" marB="27432" anchor="ctr">
                    <a:solidFill>
                      <a:srgbClr val="092D69"/>
                    </a:solidFill>
                  </a:tcPr>
                </a:tc>
              </a:tr>
              <a:tr h="502920">
                <a:tc>
                  <a:txBody>
                    <a:bodyPr/>
                    <a:lstStyle/>
                    <a:p>
                      <a:r>
                        <a:rPr sz="1150" b="0" i="0">
                          <a:solidFill>
                            <a:srgbClr val="101820"/>
                          </a:solidFill>
                          <a:latin typeface="Montserrat"/>
                        </a:rPr>
                        <a:t>Pilot (Define → Decision)</a:t>
                      </a:r>
                    </a:p>
                  </a:txBody>
                  <a:tcPr marL="73152" marR="73152" marT="27432" marB="27432" anchor="ctr">
                    <a:solidFill>
                      <a:srgbClr val="FFFFFF"/>
                    </a:solidFill>
                  </a:tcPr>
                </a:tc>
                <a:tc>
                  <a:txBody>
                    <a:bodyPr/>
                    <a:lstStyle/>
                    <a:p>
                      <a:r>
                        <a:rPr sz="1150" b="0" i="0">
                          <a:solidFill>
                            <a:srgbClr val="101820"/>
                          </a:solidFill>
                          <a:latin typeface="Montserrat"/>
                        </a:rPr>
                        <a:t>Weeks 1–8</a:t>
                      </a:r>
                    </a:p>
                  </a:txBody>
                  <a:tcPr marL="73152" marR="73152" marT="27432" marB="27432" anchor="ctr">
                    <a:solidFill>
                      <a:srgbClr val="FFFFFF"/>
                    </a:solidFill>
                  </a:tcPr>
                </a:tc>
                <a:tc>
                  <a:txBody>
                    <a:bodyPr/>
                    <a:lstStyle/>
                    <a:p>
                      <a:r>
                        <a:rPr sz="1150" b="0" i="0">
                          <a:solidFill>
                            <a:srgbClr val="101820"/>
                          </a:solidFill>
                          <a:latin typeface="Montserrat"/>
                        </a:rPr>
                        <a:t>Go/No-Go &amp; Scale Roadmap</a:t>
                      </a:r>
                    </a:p>
                  </a:txBody>
                  <a:tcPr marL="73152" marR="73152" marT="27432" marB="27432" anchor="ctr">
                    <a:solidFill>
                      <a:srgbClr val="FFFFFF"/>
                    </a:solidFill>
                  </a:tcPr>
                </a:tc>
              </a:tr>
              <a:tr h="502920">
                <a:tc>
                  <a:txBody>
                    <a:bodyPr/>
                    <a:lstStyle/>
                    <a:p>
                      <a:r>
                        <a:rPr sz="1150" b="0" i="0">
                          <a:solidFill>
                            <a:srgbClr val="101820"/>
                          </a:solidFill>
                          <a:latin typeface="Montserrat"/>
                        </a:rPr>
                        <a:t>Discover &amp; Assess</a:t>
                      </a:r>
                    </a:p>
                  </a:txBody>
                  <a:tcPr marL="73152" marR="73152" marT="27432" marB="27432" anchor="ctr">
                    <a:solidFill>
                      <a:srgbClr val="EDF6F9"/>
                    </a:solidFill>
                  </a:tcPr>
                </a:tc>
                <a:tc>
                  <a:txBody>
                    <a:bodyPr/>
                    <a:lstStyle/>
                    <a:p>
                      <a:r>
                        <a:rPr sz="1150" b="0" i="0">
                          <a:solidFill>
                            <a:srgbClr val="101820"/>
                          </a:solidFill>
                          <a:latin typeface="Montserrat"/>
                        </a:rPr>
                        <a:t>Weeks 1–4 (post go-ahead)</a:t>
                      </a:r>
                    </a:p>
                  </a:txBody>
                  <a:tcPr marL="73152" marR="73152" marT="27432" marB="27432" anchor="ctr">
                    <a:solidFill>
                      <a:srgbClr val="EDF6F9"/>
                    </a:solidFill>
                  </a:tcPr>
                </a:tc>
                <a:tc>
                  <a:txBody>
                    <a:bodyPr/>
                    <a:lstStyle/>
                    <a:p>
                      <a:r>
                        <a:rPr sz="1150" b="0" i="0">
                          <a:solidFill>
                            <a:srgbClr val="101820"/>
                          </a:solidFill>
                          <a:latin typeface="Montserrat"/>
                        </a:rPr>
                        <a:t>Current-state assessment complete</a:t>
                      </a:r>
                    </a:p>
                  </a:txBody>
                  <a:tcPr marL="73152" marR="73152" marT="27432" marB="27432" anchor="ctr">
                    <a:solidFill>
                      <a:srgbClr val="EDF6F9"/>
                    </a:solidFill>
                  </a:tcPr>
                </a:tc>
              </a:tr>
              <a:tr h="502920">
                <a:tc>
                  <a:txBody>
                    <a:bodyPr/>
                    <a:lstStyle/>
                    <a:p>
                      <a:r>
                        <a:rPr sz="1150" b="0" i="0">
                          <a:solidFill>
                            <a:srgbClr val="101820"/>
                          </a:solidFill>
                          <a:latin typeface="Montserrat"/>
                        </a:rPr>
                        <a:t>Design &amp; Plan</a:t>
                      </a:r>
                    </a:p>
                  </a:txBody>
                  <a:tcPr marL="73152" marR="73152" marT="27432" marB="27432" anchor="ctr">
                    <a:solidFill>
                      <a:srgbClr val="FFFFFF"/>
                    </a:solidFill>
                  </a:tcPr>
                </a:tc>
                <a:tc>
                  <a:txBody>
                    <a:bodyPr/>
                    <a:lstStyle/>
                    <a:p>
                      <a:r>
                        <a:rPr sz="1150" b="0" i="0">
                          <a:solidFill>
                            <a:srgbClr val="101820"/>
                          </a:solidFill>
                          <a:latin typeface="Montserrat"/>
                        </a:rPr>
                        <a:t>Weeks 3–6</a:t>
                      </a:r>
                    </a:p>
                  </a:txBody>
                  <a:tcPr marL="73152" marR="73152" marT="27432" marB="27432" anchor="ctr">
                    <a:solidFill>
                      <a:srgbClr val="FFFFFF"/>
                    </a:solidFill>
                  </a:tcPr>
                </a:tc>
                <a:tc>
                  <a:txBody>
                    <a:bodyPr/>
                    <a:lstStyle/>
                    <a:p>
                      <a:r>
                        <a:rPr sz="1150" b="0" i="0">
                          <a:solidFill>
                            <a:srgbClr val="101820"/>
                          </a:solidFill>
                          <a:latin typeface="Montserrat"/>
                        </a:rPr>
                        <a:t>Architecture &amp; roadmap approved</a:t>
                      </a:r>
                    </a:p>
                  </a:txBody>
                  <a:tcPr marL="73152" marR="73152" marT="27432" marB="27432" anchor="ctr">
                    <a:solidFill>
                      <a:srgbClr val="FFFFFF"/>
                    </a:solidFill>
                  </a:tcPr>
                </a:tc>
              </a:tr>
              <a:tr h="502920">
                <a:tc>
                  <a:txBody>
                    <a:bodyPr/>
                    <a:lstStyle/>
                    <a:p>
                      <a:r>
                        <a:rPr sz="1150" b="0" i="0">
                          <a:solidFill>
                            <a:srgbClr val="101820"/>
                          </a:solidFill>
                          <a:latin typeface="Montserrat"/>
                        </a:rPr>
                        <a:t>Build &amp; Configure</a:t>
                      </a:r>
                    </a:p>
                  </a:txBody>
                  <a:tcPr marL="73152" marR="73152" marT="27432" marB="27432" anchor="ctr">
                    <a:solidFill>
                      <a:srgbClr val="EDF6F9"/>
                    </a:solidFill>
                  </a:tcPr>
                </a:tc>
                <a:tc>
                  <a:txBody>
                    <a:bodyPr/>
                    <a:lstStyle/>
                    <a:p>
                      <a:r>
                        <a:rPr sz="1150" b="0" i="0">
                          <a:solidFill>
                            <a:srgbClr val="101820"/>
                          </a:solidFill>
                          <a:latin typeface="Montserrat"/>
                        </a:rPr>
                        <a:t>Weeks 5–14</a:t>
                      </a:r>
                    </a:p>
                  </a:txBody>
                  <a:tcPr marL="73152" marR="73152" marT="27432" marB="27432" anchor="ctr">
                    <a:solidFill>
                      <a:srgbClr val="EDF6F9"/>
                    </a:solidFill>
                  </a:tcPr>
                </a:tc>
                <a:tc>
                  <a:txBody>
                    <a:bodyPr/>
                    <a:lstStyle/>
                    <a:p>
                      <a:r>
                        <a:rPr sz="1150" b="0" i="0">
                          <a:solidFill>
                            <a:srgbClr val="101820"/>
                          </a:solidFill>
                          <a:latin typeface="Montserrat"/>
                        </a:rPr>
                        <a:t>Capability gaps built &amp; configured</a:t>
                      </a:r>
                    </a:p>
                  </a:txBody>
                  <a:tcPr marL="73152" marR="73152" marT="27432" marB="27432" anchor="ctr">
                    <a:solidFill>
                      <a:srgbClr val="EDF6F9"/>
                    </a:solidFill>
                  </a:tcPr>
                </a:tc>
              </a:tr>
              <a:tr h="502920">
                <a:tc>
                  <a:txBody>
                    <a:bodyPr/>
                    <a:lstStyle/>
                    <a:p>
                      <a:r>
                        <a:rPr sz="1150" b="0" i="0">
                          <a:solidFill>
                            <a:srgbClr val="101820"/>
                          </a:solidFill>
                          <a:latin typeface="Montserrat"/>
                        </a:rPr>
                        <a:t>Test &amp; Validate</a:t>
                      </a:r>
                    </a:p>
                  </a:txBody>
                  <a:tcPr marL="73152" marR="73152" marT="27432" marB="27432" anchor="ctr">
                    <a:solidFill>
                      <a:srgbClr val="FFFFFF"/>
                    </a:solidFill>
                  </a:tcPr>
                </a:tc>
                <a:tc>
                  <a:txBody>
                    <a:bodyPr/>
                    <a:lstStyle/>
                    <a:p>
                      <a:r>
                        <a:rPr sz="1150" b="0" i="0">
                          <a:solidFill>
                            <a:srgbClr val="101820"/>
                          </a:solidFill>
                          <a:latin typeface="Montserrat"/>
                        </a:rPr>
                        <a:t>Weeks 12–16</a:t>
                      </a:r>
                    </a:p>
                  </a:txBody>
                  <a:tcPr marL="73152" marR="73152" marT="27432" marB="27432" anchor="ctr">
                    <a:solidFill>
                      <a:srgbClr val="FFFFFF"/>
                    </a:solidFill>
                  </a:tcPr>
                </a:tc>
                <a:tc>
                  <a:txBody>
                    <a:bodyPr/>
                    <a:lstStyle/>
                    <a:p>
                      <a:r>
                        <a:rPr sz="1150" b="0" i="0">
                          <a:solidFill>
                            <a:srgbClr val="101820"/>
                          </a:solidFill>
                          <a:latin typeface="Montserrat"/>
                        </a:rPr>
                        <a:t>UAT sign-off</a:t>
                      </a:r>
                    </a:p>
                  </a:txBody>
                  <a:tcPr marL="73152" marR="73152" marT="27432" marB="27432" anchor="ctr">
                    <a:solidFill>
                      <a:srgbClr val="FFFFFF"/>
                    </a:solidFill>
                  </a:tcPr>
                </a:tc>
              </a:tr>
              <a:tr h="502920">
                <a:tc>
                  <a:txBody>
                    <a:bodyPr/>
                    <a:lstStyle/>
                    <a:p>
                      <a:r>
                        <a:rPr sz="1150" b="0" i="0">
                          <a:solidFill>
                            <a:srgbClr val="101820"/>
                          </a:solidFill>
                          <a:latin typeface="Montserrat"/>
                        </a:rPr>
                        <a:t>Deploy &amp; Transition</a:t>
                      </a:r>
                    </a:p>
                  </a:txBody>
                  <a:tcPr marL="73152" marR="73152" marT="27432" marB="27432" anchor="ctr">
                    <a:solidFill>
                      <a:srgbClr val="EDF6F9"/>
                    </a:solidFill>
                  </a:tcPr>
                </a:tc>
                <a:tc>
                  <a:txBody>
                    <a:bodyPr/>
                    <a:lstStyle/>
                    <a:p>
                      <a:r>
                        <a:rPr sz="1150" b="0" i="0">
                          <a:solidFill>
                            <a:srgbClr val="101820"/>
                          </a:solidFill>
                          <a:latin typeface="Montserrat"/>
                        </a:rPr>
                        <a:t>Weeks 16–18</a:t>
                      </a:r>
                    </a:p>
                  </a:txBody>
                  <a:tcPr marL="73152" marR="73152" marT="27432" marB="27432" anchor="ctr">
                    <a:solidFill>
                      <a:srgbClr val="EDF6F9"/>
                    </a:solidFill>
                  </a:tcPr>
                </a:tc>
                <a:tc>
                  <a:txBody>
                    <a:bodyPr/>
                    <a:lstStyle/>
                    <a:p>
                      <a:r>
                        <a:rPr sz="1150" b="0" i="0">
                          <a:solidFill>
                            <a:srgbClr val="101820"/>
                          </a:solidFill>
                          <a:latin typeface="Montserrat"/>
                        </a:rPr>
                        <a:t>Production go-live</a:t>
                      </a:r>
                    </a:p>
                  </a:txBody>
                  <a:tcPr marL="73152" marR="73152" marT="27432" marB="27432" anchor="ctr">
                    <a:solidFill>
                      <a:srgbClr val="EDF6F9"/>
                    </a:solidFill>
                  </a:tcPr>
                </a:tc>
              </a:tr>
              <a:tr h="502920">
                <a:tc>
                  <a:txBody>
                    <a:bodyPr/>
                    <a:lstStyle/>
                    <a:p>
                      <a:r>
                        <a:rPr sz="1150" b="0" i="0">
                          <a:solidFill>
                            <a:srgbClr val="101820"/>
                          </a:solidFill>
                          <a:latin typeface="Montserrat"/>
                        </a:rPr>
                        <a:t>Operate &amp; Improve</a:t>
                      </a:r>
                    </a:p>
                  </a:txBody>
                  <a:tcPr marL="73152" marR="73152" marT="27432" marB="27432" anchor="ctr">
                    <a:solidFill>
                      <a:srgbClr val="FFFFFF"/>
                    </a:solidFill>
                  </a:tcPr>
                </a:tc>
                <a:tc>
                  <a:txBody>
                    <a:bodyPr/>
                    <a:lstStyle/>
                    <a:p>
                      <a:r>
                        <a:rPr sz="1150" b="0" i="0">
                          <a:solidFill>
                            <a:srgbClr val="101820"/>
                          </a:solidFill>
                          <a:latin typeface="Montserrat"/>
                        </a:rPr>
                        <a:t>Ongoing</a:t>
                      </a:r>
                    </a:p>
                  </a:txBody>
                  <a:tcPr marL="73152" marR="73152" marT="27432" marB="27432" anchor="ctr">
                    <a:solidFill>
                      <a:srgbClr val="FFFFFF"/>
                    </a:solidFill>
                  </a:tcPr>
                </a:tc>
                <a:tc>
                  <a:txBody>
                    <a:bodyPr/>
                    <a:lstStyle/>
                    <a:p>
                      <a:r>
                        <a:rPr sz="1150" b="0" i="0">
                          <a:solidFill>
                            <a:srgbClr val="101820"/>
                          </a:solidFill>
                          <a:latin typeface="Montserrat"/>
                        </a:rPr>
                        <a:t>Continuous optimization</a:t>
                      </a:r>
                    </a:p>
                  </a:txBody>
                  <a:tcPr marL="73152" marR="73152" marT="27432" marB="27432" anchor="ctr">
                    <a:solidFill>
                      <a:srgbClr val="FFFFFF"/>
                    </a:solidFill>
                  </a:tcPr>
                </a:tc>
              </a:tr>
            </a:tbl>
          </a:graphicData>
        </a:graphic>
      </p:graphicFrame>
      <p:sp>
        <p:nvSpPr>
          <p:cNvPr id="5" name="TextBox 4"/>
          <p:cNvSpPr txBox="1"/>
          <p:nvPr/>
        </p:nvSpPr>
        <p:spPr>
          <a:xfrm>
            <a:off x="640080" y="5623560"/>
            <a:ext cx="9418320" cy="320040"/>
          </a:xfrm>
          <a:prstGeom prst="rect">
            <a:avLst/>
          </a:prstGeom>
          <a:noFill/>
        </p:spPr>
        <p:txBody>
          <a:bodyPr wrap="square" anchor="t" lIns="0" rIns="0" tIns="0" bIns="0">
            <a:spAutoFit/>
          </a:bodyPr>
          <a:lstStyle/>
          <a:p>
            <a:pPr algn="l"/>
            <a:r>
              <a:rPr sz="1000" b="0" i="1">
                <a:solidFill>
                  <a:srgbClr val="215968"/>
                </a:solidFill>
                <a:latin typeface="Montserrat"/>
              </a:rPr>
              <a:t>Phases 1–6 may overlap; durations are illustrative until scope, data readiness, and integration complexity are confirmed with Discovery Education.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Risk Register &amp; Key Assumptions</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Key delivery risks, mitigations, and the assumptions this proposal is built on</a:t>
            </a:r>
          </a:p>
        </p:txBody>
      </p:sp>
      <p:sp>
        <p:nvSpPr>
          <p:cNvPr id="4" name="TextBox 3"/>
          <p:cNvSpPr txBox="1"/>
          <p:nvPr/>
        </p:nvSpPr>
        <p:spPr>
          <a:xfrm>
            <a:off x="502920" y="1078992"/>
            <a:ext cx="11186160" cy="274320"/>
          </a:xfrm>
          <a:prstGeom prst="rect">
            <a:avLst/>
          </a:prstGeom>
          <a:noFill/>
        </p:spPr>
        <p:txBody>
          <a:bodyPr wrap="square" anchor="t" lIns="0" rIns="0" tIns="0" bIns="0">
            <a:spAutoFit/>
          </a:bodyPr>
          <a:lstStyle/>
          <a:p>
            <a:pPr algn="l"/>
            <a:r>
              <a:rPr sz="1300" b="1" i="0">
                <a:solidFill>
                  <a:srgbClr val="092D69"/>
                </a:solidFill>
                <a:latin typeface="Montserrat"/>
              </a:rPr>
              <a:t>Risk Register</a:t>
            </a:r>
          </a:p>
        </p:txBody>
      </p:sp>
      <p:graphicFrame>
        <p:nvGraphicFramePr>
          <p:cNvPr id="5" name="Table 4"/>
          <p:cNvGraphicFramePr>
            <a:graphicFrameLocks noGrp="1"/>
          </p:cNvGraphicFramePr>
          <p:nvPr/>
        </p:nvGraphicFramePr>
        <p:xfrm>
          <a:off x="502920" y="1389888"/>
          <a:ext cx="10881360" cy="2514600"/>
        </p:xfrm>
        <a:graphic>
          <a:graphicData uri="http://schemas.openxmlformats.org/drawingml/2006/table">
            <a:tbl>
              <a:tblPr firstRow="1" bandRow="1">
                <a:tableStyleId>{5C22544A-7EE6-4342-B048-85BDC9FD1C3A}</a:tableStyleId>
              </a:tblPr>
              <a:tblGrid>
                <a:gridCol w="3291840"/>
                <a:gridCol w="1737360"/>
                <a:gridCol w="5852160"/>
              </a:tblGrid>
              <a:tr h="359228">
                <a:tc>
                  <a:txBody>
                    <a:bodyPr/>
                    <a:lstStyle/>
                    <a:p>
                      <a:r>
                        <a:rPr sz="1050" b="1" i="0">
                          <a:solidFill>
                            <a:srgbClr val="FFFFFF"/>
                          </a:solidFill>
                          <a:latin typeface="Montserrat"/>
                        </a:rPr>
                        <a:t>Risk</a:t>
                      </a:r>
                    </a:p>
                  </a:txBody>
                  <a:tcPr marL="73152" marR="73152" marT="27432" marB="27432" anchor="ctr">
                    <a:solidFill>
                      <a:srgbClr val="092D69"/>
                    </a:solidFill>
                  </a:tcPr>
                </a:tc>
                <a:tc>
                  <a:txBody>
                    <a:bodyPr/>
                    <a:lstStyle/>
                    <a:p>
                      <a:r>
                        <a:rPr sz="1050" b="1" i="0">
                          <a:solidFill>
                            <a:srgbClr val="FFFFFF"/>
                          </a:solidFill>
                          <a:latin typeface="Montserrat"/>
                        </a:rPr>
                        <a:t>Category</a:t>
                      </a:r>
                    </a:p>
                  </a:txBody>
                  <a:tcPr marL="73152" marR="73152" marT="27432" marB="27432" anchor="ctr">
                    <a:solidFill>
                      <a:srgbClr val="092D69"/>
                    </a:solidFill>
                  </a:tcPr>
                </a:tc>
                <a:tc>
                  <a:txBody>
                    <a:bodyPr/>
                    <a:lstStyle/>
                    <a:p>
                      <a:r>
                        <a:rPr sz="1050" b="1" i="0">
                          <a:solidFill>
                            <a:srgbClr val="FFFFFF"/>
                          </a:solidFill>
                          <a:latin typeface="Montserrat"/>
                        </a:rPr>
                        <a:t>Mitigation</a:t>
                      </a:r>
                    </a:p>
                  </a:txBody>
                  <a:tcPr marL="73152" marR="73152" marT="27432" marB="27432" anchor="ctr">
                    <a:solidFill>
                      <a:srgbClr val="092D69"/>
                    </a:solidFill>
                  </a:tcPr>
                </a:tc>
              </a:tr>
              <a:tr h="359228">
                <a:tc>
                  <a:txBody>
                    <a:bodyPr/>
                    <a:lstStyle/>
                    <a:p>
                      <a:r>
                        <a:rPr sz="960" b="0" i="0">
                          <a:solidFill>
                            <a:srgbClr val="101820"/>
                          </a:solidFill>
                          <a:latin typeface="Montserrat"/>
                        </a:rPr>
                        <a:t>AI output accuracy / hallucination</a:t>
                      </a:r>
                    </a:p>
                  </a:txBody>
                  <a:tcPr marL="73152" marR="73152" marT="27432" marB="27432" anchor="ctr">
                    <a:solidFill>
                      <a:srgbClr val="FFFFFF"/>
                    </a:solidFill>
                  </a:tcPr>
                </a:tc>
                <a:tc>
                  <a:txBody>
                    <a:bodyPr/>
                    <a:lstStyle/>
                    <a:p>
                      <a:r>
                        <a:rPr sz="960" b="0" i="0">
                          <a:solidFill>
                            <a:srgbClr val="101820"/>
                          </a:solidFill>
                          <a:latin typeface="Montserrat"/>
                        </a:rPr>
                        <a:t>AI Quality</a:t>
                      </a:r>
                    </a:p>
                  </a:txBody>
                  <a:tcPr marL="73152" marR="73152" marT="27432" marB="27432" anchor="ctr">
                    <a:solidFill>
                      <a:srgbClr val="FFFFFF"/>
                    </a:solidFill>
                  </a:tcPr>
                </a:tc>
                <a:tc>
                  <a:txBody>
                    <a:bodyPr/>
                    <a:lstStyle/>
                    <a:p>
                      <a:r>
                        <a:rPr sz="960" b="0" i="0">
                          <a:solidFill>
                            <a:srgbClr val="101820"/>
                          </a:solidFill>
                          <a:latin typeface="Montserrat"/>
                        </a:rPr>
                        <a:t>Grounded RAG, automated validation, mandatory SME review for curriculum-sensitive outputs</a:t>
                      </a:r>
                    </a:p>
                  </a:txBody>
                  <a:tcPr marL="73152" marR="73152" marT="27432" marB="27432" anchor="ctr">
                    <a:solidFill>
                      <a:srgbClr val="FFFFFF"/>
                    </a:solidFill>
                  </a:tcPr>
                </a:tc>
              </a:tr>
              <a:tr h="359228">
                <a:tc>
                  <a:txBody>
                    <a:bodyPr/>
                    <a:lstStyle/>
                    <a:p>
                      <a:r>
                        <a:rPr sz="960" b="0" i="0">
                          <a:solidFill>
                            <a:srgbClr val="101820"/>
                          </a:solidFill>
                          <a:latin typeface="Montserrat"/>
                        </a:rPr>
                        <a:t>Content &amp; data readiness</a:t>
                      </a:r>
                    </a:p>
                  </a:txBody>
                  <a:tcPr marL="73152" marR="73152" marT="27432" marB="27432" anchor="ctr">
                    <a:solidFill>
                      <a:srgbClr val="EDF6F9"/>
                    </a:solidFill>
                  </a:tcPr>
                </a:tc>
                <a:tc>
                  <a:txBody>
                    <a:bodyPr/>
                    <a:lstStyle/>
                    <a:p>
                      <a:r>
                        <a:rPr sz="960" b="0" i="0">
                          <a:solidFill>
                            <a:srgbClr val="101820"/>
                          </a:solidFill>
                          <a:latin typeface="Montserrat"/>
                        </a:rPr>
                        <a:t>Data</a:t>
                      </a:r>
                    </a:p>
                  </a:txBody>
                  <a:tcPr marL="73152" marR="73152" marT="27432" marB="27432" anchor="ctr">
                    <a:solidFill>
                      <a:srgbClr val="EDF6F9"/>
                    </a:solidFill>
                  </a:tcPr>
                </a:tc>
                <a:tc>
                  <a:txBody>
                    <a:bodyPr/>
                    <a:lstStyle/>
                    <a:p>
                      <a:r>
                        <a:rPr sz="960" b="0" i="0">
                          <a:solidFill>
                            <a:srgbClr val="101820"/>
                          </a:solidFill>
                          <a:latin typeface="Montserrat"/>
                        </a:rPr>
                        <a:t>Early data/content assessment in Discover &amp; Assess phase</a:t>
                      </a:r>
                    </a:p>
                  </a:txBody>
                  <a:tcPr marL="73152" marR="73152" marT="27432" marB="27432" anchor="ctr">
                    <a:solidFill>
                      <a:srgbClr val="EDF6F9"/>
                    </a:solidFill>
                  </a:tcPr>
                </a:tc>
              </a:tr>
              <a:tr h="359228">
                <a:tc>
                  <a:txBody>
                    <a:bodyPr/>
                    <a:lstStyle/>
                    <a:p>
                      <a:r>
                        <a:rPr sz="960" b="0" i="0">
                          <a:solidFill>
                            <a:srgbClr val="101820"/>
                          </a:solidFill>
                          <a:latin typeface="Montserrat"/>
                        </a:rPr>
                        <a:t>Integration complexity with legacy DE systems</a:t>
                      </a:r>
                    </a:p>
                  </a:txBody>
                  <a:tcPr marL="73152" marR="73152" marT="27432" marB="27432" anchor="ctr">
                    <a:solidFill>
                      <a:srgbClr val="FFFFFF"/>
                    </a:solidFill>
                  </a:tcPr>
                </a:tc>
                <a:tc>
                  <a:txBody>
                    <a:bodyPr/>
                    <a:lstStyle/>
                    <a:p>
                      <a:r>
                        <a:rPr sz="960" b="0" i="0">
                          <a:solidFill>
                            <a:srgbClr val="101820"/>
                          </a:solidFill>
                          <a:latin typeface="Montserrat"/>
                        </a:rPr>
                        <a:t>Integration</a:t>
                      </a:r>
                    </a:p>
                  </a:txBody>
                  <a:tcPr marL="73152" marR="73152" marT="27432" marB="27432" anchor="ctr">
                    <a:solidFill>
                      <a:srgbClr val="FFFFFF"/>
                    </a:solidFill>
                  </a:tcPr>
                </a:tc>
                <a:tc>
                  <a:txBody>
                    <a:bodyPr/>
                    <a:lstStyle/>
                    <a:p>
                      <a:r>
                        <a:rPr sz="960" b="0" i="0">
                          <a:solidFill>
                            <a:srgbClr val="101820"/>
                          </a:solidFill>
                          <a:latin typeface="Montserrat"/>
                        </a:rPr>
                        <a:t>API-first design; early integration spike during the pilot</a:t>
                      </a:r>
                    </a:p>
                  </a:txBody>
                  <a:tcPr marL="73152" marR="73152" marT="27432" marB="27432" anchor="ctr">
                    <a:solidFill>
                      <a:srgbClr val="FFFFFF"/>
                    </a:solidFill>
                  </a:tcPr>
                </a:tc>
              </a:tr>
              <a:tr h="359228">
                <a:tc>
                  <a:txBody>
                    <a:bodyPr/>
                    <a:lstStyle/>
                    <a:p>
                      <a:r>
                        <a:rPr sz="960" b="0" i="0">
                          <a:solidFill>
                            <a:srgbClr val="101820"/>
                          </a:solidFill>
                          <a:latin typeface="Montserrat"/>
                        </a:rPr>
                        <a:t>User adoption / change resistance</a:t>
                      </a:r>
                    </a:p>
                  </a:txBody>
                  <a:tcPr marL="73152" marR="73152" marT="27432" marB="27432" anchor="ctr">
                    <a:solidFill>
                      <a:srgbClr val="EDF6F9"/>
                    </a:solidFill>
                  </a:tcPr>
                </a:tc>
                <a:tc>
                  <a:txBody>
                    <a:bodyPr/>
                    <a:lstStyle/>
                    <a:p>
                      <a:r>
                        <a:rPr sz="960" b="0" i="0">
                          <a:solidFill>
                            <a:srgbClr val="101820"/>
                          </a:solidFill>
                          <a:latin typeface="Montserrat"/>
                        </a:rPr>
                        <a:t>Change Management</a:t>
                      </a:r>
                    </a:p>
                  </a:txBody>
                  <a:tcPr marL="73152" marR="73152" marT="27432" marB="27432" anchor="ctr">
                    <a:solidFill>
                      <a:srgbClr val="EDF6F9"/>
                    </a:solidFill>
                  </a:tcPr>
                </a:tc>
                <a:tc>
                  <a:txBody>
                    <a:bodyPr/>
                    <a:lstStyle/>
                    <a:p>
                      <a:r>
                        <a:rPr sz="960" b="0" i="0">
                          <a:solidFill>
                            <a:srgbClr val="101820"/>
                          </a:solidFill>
                          <a:latin typeface="Montserrat"/>
                        </a:rPr>
                        <a:t>Training, dedicated change-management workstream, phased rollout</a:t>
                      </a:r>
                    </a:p>
                  </a:txBody>
                  <a:tcPr marL="73152" marR="73152" marT="27432" marB="27432" anchor="ctr">
                    <a:solidFill>
                      <a:srgbClr val="EDF6F9"/>
                    </a:solidFill>
                  </a:tcPr>
                </a:tc>
              </a:tr>
              <a:tr h="359228">
                <a:tc>
                  <a:txBody>
                    <a:bodyPr/>
                    <a:lstStyle/>
                    <a:p>
                      <a:r>
                        <a:rPr sz="960" b="0" i="0">
                          <a:solidFill>
                            <a:srgbClr val="101820"/>
                          </a:solidFill>
                          <a:latin typeface="Montserrat"/>
                        </a:rPr>
                        <a:t>Standards volatility (states update standards)</a:t>
                      </a:r>
                    </a:p>
                  </a:txBody>
                  <a:tcPr marL="73152" marR="73152" marT="27432" marB="27432" anchor="ctr">
                    <a:solidFill>
                      <a:srgbClr val="FFFFFF"/>
                    </a:solidFill>
                  </a:tcPr>
                </a:tc>
                <a:tc>
                  <a:txBody>
                    <a:bodyPr/>
                    <a:lstStyle/>
                    <a:p>
                      <a:r>
                        <a:rPr sz="960" b="0" i="0">
                          <a:solidFill>
                            <a:srgbClr val="101820"/>
                          </a:solidFill>
                          <a:latin typeface="Montserrat"/>
                        </a:rPr>
                        <a:t>Content</a:t>
                      </a:r>
                    </a:p>
                  </a:txBody>
                  <a:tcPr marL="73152" marR="73152" marT="27432" marB="27432" anchor="ctr">
                    <a:solidFill>
                      <a:srgbClr val="FFFFFF"/>
                    </a:solidFill>
                  </a:tcPr>
                </a:tc>
                <a:tc>
                  <a:txBody>
                    <a:bodyPr/>
                    <a:lstStyle/>
                    <a:p>
                      <a:r>
                        <a:rPr sz="960" b="0" i="0">
                          <a:solidFill>
                            <a:srgbClr val="101820"/>
                          </a:solidFill>
                          <a:latin typeface="Montserrat"/>
                        </a:rPr>
                        <a:t>Configurable, versioned standards engine</a:t>
                      </a:r>
                    </a:p>
                  </a:txBody>
                  <a:tcPr marL="73152" marR="73152" marT="27432" marB="27432" anchor="ctr">
                    <a:solidFill>
                      <a:srgbClr val="FFFFFF"/>
                    </a:solidFill>
                  </a:tcPr>
                </a:tc>
              </a:tr>
              <a:tr h="359232">
                <a:tc>
                  <a:txBody>
                    <a:bodyPr/>
                    <a:lstStyle/>
                    <a:p>
                      <a:r>
                        <a:rPr sz="960" b="0" i="0">
                          <a:solidFill>
                            <a:srgbClr val="101820"/>
                          </a:solidFill>
                          <a:latin typeface="Montserrat"/>
                        </a:rPr>
                        <a:t>Scope expansion across scenarios</a:t>
                      </a:r>
                    </a:p>
                  </a:txBody>
                  <a:tcPr marL="73152" marR="73152" marT="27432" marB="27432" anchor="ctr">
                    <a:solidFill>
                      <a:srgbClr val="EDF6F9"/>
                    </a:solidFill>
                  </a:tcPr>
                </a:tc>
                <a:tc>
                  <a:txBody>
                    <a:bodyPr/>
                    <a:lstStyle/>
                    <a:p>
                      <a:r>
                        <a:rPr sz="960" b="0" i="0">
                          <a:solidFill>
                            <a:srgbClr val="101820"/>
                          </a:solidFill>
                          <a:latin typeface="Montserrat"/>
                        </a:rPr>
                        <a:t>Delivery</a:t>
                      </a:r>
                    </a:p>
                  </a:txBody>
                  <a:tcPr marL="73152" marR="73152" marT="27432" marB="27432" anchor="ctr">
                    <a:solidFill>
                      <a:srgbClr val="EDF6F9"/>
                    </a:solidFill>
                  </a:tcPr>
                </a:tc>
                <a:tc>
                  <a:txBody>
                    <a:bodyPr/>
                    <a:lstStyle/>
                    <a:p>
                      <a:r>
                        <a:rPr sz="960" b="0" i="0">
                          <a:solidFill>
                            <a:srgbClr val="101820"/>
                          </a:solidFill>
                          <a:latin typeface="Montserrat"/>
                        </a:rPr>
                        <a:t>Phase-gated governance and formal change-control process</a:t>
                      </a:r>
                    </a:p>
                  </a:txBody>
                  <a:tcPr marL="73152" marR="73152" marT="27432" marB="27432" anchor="ctr">
                    <a:solidFill>
                      <a:srgbClr val="EDF6F9"/>
                    </a:solidFill>
                  </a:tcPr>
                </a:tc>
              </a:tr>
            </a:tbl>
          </a:graphicData>
        </a:graphic>
      </p:graphicFrame>
      <p:sp>
        <p:nvSpPr>
          <p:cNvPr id="6" name="TextBox 5"/>
          <p:cNvSpPr txBox="1"/>
          <p:nvPr/>
        </p:nvSpPr>
        <p:spPr>
          <a:xfrm>
            <a:off x="502920" y="4160520"/>
            <a:ext cx="11186160" cy="274320"/>
          </a:xfrm>
          <a:prstGeom prst="rect">
            <a:avLst/>
          </a:prstGeom>
          <a:noFill/>
        </p:spPr>
        <p:txBody>
          <a:bodyPr wrap="square" anchor="t" lIns="0" rIns="0" tIns="0" bIns="0">
            <a:spAutoFit/>
          </a:bodyPr>
          <a:lstStyle/>
          <a:p>
            <a:pPr algn="l"/>
            <a:r>
              <a:rPr sz="1300" b="1" i="0">
                <a:solidFill>
                  <a:srgbClr val="092D69"/>
                </a:solidFill>
                <a:latin typeface="Montserrat"/>
              </a:rPr>
              <a:t>Key Assumptions &amp; Dependencies</a:t>
            </a:r>
          </a:p>
        </p:txBody>
      </p:sp>
      <p:sp>
        <p:nvSpPr>
          <p:cNvPr id="7" name="TextBox 6"/>
          <p:cNvSpPr txBox="1"/>
          <p:nvPr/>
        </p:nvSpPr>
        <p:spPr>
          <a:xfrm>
            <a:off x="502920" y="4480560"/>
            <a:ext cx="5455920" cy="1737360"/>
          </a:xfrm>
          <a:prstGeom prst="rect">
            <a:avLst/>
          </a:prstGeom>
          <a:noFill/>
        </p:spPr>
        <p:txBody>
          <a:bodyPr wrap="square" anchor="t" lIns="0" rIns="0" tIns="0" bIns="0">
            <a:spAutoFit/>
          </a:bodyPr>
          <a:lstStyle/>
          <a:p>
            <a:pPr algn="l">
              <a:lnSpc>
                <a:spcPct val="115000"/>
              </a:lnSpc>
            </a:pPr>
            <a:r>
              <a:rPr sz="1000" b="0" i="0">
                <a:solidFill>
                  <a:srgbClr val="101820"/>
                </a:solidFill>
                <a:latin typeface="Montserrat"/>
              </a:rPr>
              <a:t>▪  Discovery Education provides timely access to curriculum content, standards, and SMEs.</a:t>
            </a:r>
          </a:p>
          <a:p>
            <a:pPr algn="l">
              <a:lnSpc>
                <a:spcPct val="115000"/>
              </a:lnSpc>
            </a:pPr>
            <a:r>
              <a:rPr sz="1000" b="0" i="0">
                <a:solidFill>
                  <a:srgbClr val="101820"/>
                </a:solidFill>
                <a:latin typeface="Montserrat"/>
              </a:rPr>
              <a:t>▪  Final technology / cloud provider selections confirmed jointly during Design &amp; Plan.</a:t>
            </a:r>
          </a:p>
          <a:p>
            <a:pPr algn="l">
              <a:lnSpc>
                <a:spcPct val="115000"/>
              </a:lnSpc>
            </a:pPr>
            <a:r>
              <a:rPr sz="1000" b="0" i="0">
                <a:solidFill>
                  <a:srgbClr val="101820"/>
                </a:solidFill>
                <a:latin typeface="Montserrat"/>
              </a:rPr>
              <a:t>▪  Data privacy classification of in-scope content confirmed (no student PII unless explicitly stated).</a:t>
            </a:r>
          </a:p>
        </p:txBody>
      </p:sp>
      <p:sp>
        <p:nvSpPr>
          <p:cNvPr id="8" name="TextBox 7"/>
          <p:cNvSpPr txBox="1"/>
          <p:nvPr/>
        </p:nvSpPr>
        <p:spPr>
          <a:xfrm>
            <a:off x="6233160" y="4480560"/>
            <a:ext cx="5455920" cy="1737360"/>
          </a:xfrm>
          <a:prstGeom prst="rect">
            <a:avLst/>
          </a:prstGeom>
          <a:noFill/>
        </p:spPr>
        <p:txBody>
          <a:bodyPr wrap="square" anchor="t" lIns="0" rIns="0" tIns="0" bIns="0">
            <a:spAutoFit/>
          </a:bodyPr>
          <a:lstStyle/>
          <a:p>
            <a:pPr algn="l">
              <a:lnSpc>
                <a:spcPct val="115000"/>
              </a:lnSpc>
            </a:pPr>
            <a:r>
              <a:rPr sz="1000" b="0" i="0">
                <a:solidFill>
                  <a:srgbClr val="101820"/>
                </a:solidFill>
                <a:latin typeface="Montserrat"/>
              </a:rPr>
              <a:t>▪  Existing DE systems / APIs are available and documented for integration.</a:t>
            </a:r>
          </a:p>
          <a:p>
            <a:pPr algn="l">
              <a:lnSpc>
                <a:spcPct val="115000"/>
              </a:lnSpc>
            </a:pPr>
            <a:r>
              <a:rPr sz="1000" b="0" i="0">
                <a:solidFill>
                  <a:srgbClr val="101820"/>
                </a:solidFill>
                <a:latin typeface="Montserrat"/>
              </a:rPr>
              <a:t>▪  Pilot outcomes inform final production scope, timeline, and commercial terms.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76248" y="146304"/>
            <a:ext cx="10058400" cy="502920"/>
          </a:xfrm>
          <a:prstGeom prst="rect">
            <a:avLst/>
          </a:prstGeom>
          <a:noFill/>
        </p:spPr>
        <p:txBody>
          <a:bodyPr wrap="square">
            <a:spAutoFit/>
          </a:bodyPr>
          <a:lstStyle/>
          <a:p>
            <a:r>
              <a:rPr sz="2200" b="1" i="0">
                <a:solidFill>
                  <a:srgbClr val="092D69"/>
                </a:solidFill>
                <a:latin typeface="Montserrat"/>
              </a:rPr>
              <a:t>Appendix: Glossary &amp; Accelerator Reference</a:t>
            </a:r>
          </a:p>
        </p:txBody>
      </p:sp>
      <p:sp>
        <p:nvSpPr>
          <p:cNvPr id="3" name="TextBox 2"/>
          <p:cNvSpPr txBox="1"/>
          <p:nvPr/>
        </p:nvSpPr>
        <p:spPr>
          <a:xfrm>
            <a:off x="1076248" y="603504"/>
            <a:ext cx="10424160" cy="365760"/>
          </a:xfrm>
          <a:prstGeom prst="rect">
            <a:avLst/>
          </a:prstGeom>
          <a:noFill/>
        </p:spPr>
        <p:txBody>
          <a:bodyPr wrap="square">
            <a:spAutoFit/>
          </a:bodyPr>
          <a:lstStyle/>
          <a:p>
            <a:r>
              <a:rPr sz="1250" b="0" i="1">
                <a:solidFill>
                  <a:srgbClr val="215968"/>
                </a:solidFill>
                <a:latin typeface="Montserrat"/>
              </a:rPr>
              <a:t>Reference for terms and capabilities used throughout this solution architecture package</a:t>
            </a:r>
          </a:p>
        </p:txBody>
      </p:sp>
      <p:sp>
        <p:nvSpPr>
          <p:cNvPr id="4" name="TextBox 3"/>
          <p:cNvSpPr txBox="1"/>
          <p:nvPr/>
        </p:nvSpPr>
        <p:spPr>
          <a:xfrm>
            <a:off x="502920" y="1078992"/>
            <a:ext cx="5486400" cy="274320"/>
          </a:xfrm>
          <a:prstGeom prst="rect">
            <a:avLst/>
          </a:prstGeom>
          <a:noFill/>
        </p:spPr>
        <p:txBody>
          <a:bodyPr wrap="square" anchor="t" lIns="0" rIns="0" tIns="0" bIns="0">
            <a:spAutoFit/>
          </a:bodyPr>
          <a:lstStyle/>
          <a:p>
            <a:pPr algn="l"/>
            <a:r>
              <a:rPr sz="1250" b="1" i="0">
                <a:solidFill>
                  <a:srgbClr val="092D69"/>
                </a:solidFill>
                <a:latin typeface="Montserrat"/>
              </a:rPr>
              <a:t>Accelerators &amp; New Capabilities</a:t>
            </a:r>
          </a:p>
        </p:txBody>
      </p:sp>
      <p:graphicFrame>
        <p:nvGraphicFramePr>
          <p:cNvPr id="5" name="Table 4"/>
          <p:cNvGraphicFramePr>
            <a:graphicFrameLocks noGrp="1"/>
          </p:cNvGraphicFramePr>
          <p:nvPr/>
        </p:nvGraphicFramePr>
        <p:xfrm>
          <a:off x="502920" y="1389888"/>
          <a:ext cx="5486400" cy="4572000"/>
        </p:xfrm>
        <a:graphic>
          <a:graphicData uri="http://schemas.openxmlformats.org/drawingml/2006/table">
            <a:tbl>
              <a:tblPr firstRow="1" bandRow="1">
                <a:tableStyleId>{5C22544A-7EE6-4342-B048-85BDC9FD1C3A}</a:tableStyleId>
              </a:tblPr>
              <a:tblGrid>
                <a:gridCol w="3840480"/>
                <a:gridCol w="1645920"/>
              </a:tblGrid>
              <a:tr h="351692">
                <a:tc>
                  <a:txBody>
                    <a:bodyPr/>
                    <a:lstStyle/>
                    <a:p>
                      <a:r>
                        <a:rPr sz="980" b="1" i="0">
                          <a:solidFill>
                            <a:srgbClr val="FFFFFF"/>
                          </a:solidFill>
                          <a:latin typeface="Montserrat"/>
                        </a:rPr>
                        <a:t>Name</a:t>
                      </a:r>
                    </a:p>
                  </a:txBody>
                  <a:tcPr marL="73152" marR="73152" marT="27432" marB="27432" anchor="ctr">
                    <a:solidFill>
                      <a:srgbClr val="092D69"/>
                    </a:solidFill>
                  </a:tcPr>
                </a:tc>
                <a:tc>
                  <a:txBody>
                    <a:bodyPr/>
                    <a:lstStyle/>
                    <a:p>
                      <a:r>
                        <a:rPr sz="980" b="1" i="0">
                          <a:solidFill>
                            <a:srgbClr val="FFFFFF"/>
                          </a:solidFill>
                          <a:latin typeface="Montserrat"/>
                        </a:rPr>
                        <a:t>Type</a:t>
                      </a:r>
                    </a:p>
                  </a:txBody>
                  <a:tcPr marL="73152" marR="73152" marT="27432" marB="27432" anchor="ctr">
                    <a:solidFill>
                      <a:srgbClr val="092D69"/>
                    </a:solidFill>
                  </a:tcPr>
                </a:tc>
              </a:tr>
              <a:tr h="351692">
                <a:tc>
                  <a:txBody>
                    <a:bodyPr/>
                    <a:lstStyle/>
                    <a:p>
                      <a:r>
                        <a:rPr sz="900" b="0" i="0">
                          <a:solidFill>
                            <a:srgbClr val="101820"/>
                          </a:solidFill>
                          <a:latin typeface="Montserrat"/>
                        </a:rPr>
                        <a:t>Content Ingestion &amp; Normalization</a:t>
                      </a:r>
                    </a:p>
                  </a:txBody>
                  <a:tcPr marL="73152" marR="73152" marT="27432" marB="27432" anchor="ctr">
                    <a:solidFill>
                      <a:srgbClr val="FFFFFF"/>
                    </a:solidFill>
                  </a:tcPr>
                </a:tc>
                <a:tc>
                  <a:txBody>
                    <a:bodyPr/>
                    <a:lstStyle/>
                    <a:p>
                      <a:r>
                        <a:rPr sz="900" b="0" i="0">
                          <a:solidFill>
                            <a:srgbClr val="101820"/>
                          </a:solidFill>
                          <a:latin typeface="Montserrat"/>
                        </a:rPr>
                        <a:t>Accelerator (Reusable)</a:t>
                      </a:r>
                    </a:p>
                  </a:txBody>
                  <a:tcPr marL="73152" marR="73152" marT="27432" marB="27432" anchor="ctr">
                    <a:solidFill>
                      <a:srgbClr val="FFFFFF"/>
                    </a:solidFill>
                  </a:tcPr>
                </a:tc>
              </a:tr>
              <a:tr h="351692">
                <a:tc>
                  <a:txBody>
                    <a:bodyPr/>
                    <a:lstStyle/>
                    <a:p>
                      <a:r>
                        <a:rPr sz="900" b="0" i="0">
                          <a:solidFill>
                            <a:srgbClr val="101820"/>
                          </a:solidFill>
                          <a:latin typeface="Montserrat"/>
                        </a:rPr>
                        <a:t>Standards Intelligence &amp; Crosswalking</a:t>
                      </a:r>
                    </a:p>
                  </a:txBody>
                  <a:tcPr marL="73152" marR="73152" marT="27432" marB="27432" anchor="ctr">
                    <a:solidFill>
                      <a:srgbClr val="EDF6F9"/>
                    </a:solidFill>
                  </a:tcPr>
                </a:tc>
                <a:tc>
                  <a:txBody>
                    <a:bodyPr/>
                    <a:lstStyle/>
                    <a:p>
                      <a:r>
                        <a:rPr sz="900" b="0" i="0">
                          <a:solidFill>
                            <a:srgbClr val="101820"/>
                          </a:solidFill>
                          <a:latin typeface="Montserrat"/>
                        </a:rPr>
                        <a:t>Accelerator (Reusable)</a:t>
                      </a:r>
                    </a:p>
                  </a:txBody>
                  <a:tcPr marL="73152" marR="73152" marT="27432" marB="27432" anchor="ctr">
                    <a:solidFill>
                      <a:srgbClr val="EDF6F9"/>
                    </a:solidFill>
                  </a:tcPr>
                </a:tc>
              </a:tr>
              <a:tr h="351692">
                <a:tc>
                  <a:txBody>
                    <a:bodyPr/>
                    <a:lstStyle/>
                    <a:p>
                      <a:r>
                        <a:rPr sz="900" b="0" i="0">
                          <a:solidFill>
                            <a:srgbClr val="101820"/>
                          </a:solidFill>
                          <a:latin typeface="Montserrat"/>
                        </a:rPr>
                        <a:t>Content Understanding &amp; NLP Analysis</a:t>
                      </a:r>
                    </a:p>
                  </a:txBody>
                  <a:tcPr marL="73152" marR="73152" marT="27432" marB="27432" anchor="ctr">
                    <a:solidFill>
                      <a:srgbClr val="FFFFFF"/>
                    </a:solidFill>
                  </a:tcPr>
                </a:tc>
                <a:tc>
                  <a:txBody>
                    <a:bodyPr/>
                    <a:lstStyle/>
                    <a:p>
                      <a:r>
                        <a:rPr sz="900" b="0" i="0">
                          <a:solidFill>
                            <a:srgbClr val="101820"/>
                          </a:solidFill>
                          <a:latin typeface="Montserrat"/>
                        </a:rPr>
                        <a:t>Accelerator (Reusable)</a:t>
                      </a:r>
                    </a:p>
                  </a:txBody>
                  <a:tcPr marL="73152" marR="73152" marT="27432" marB="27432" anchor="ctr">
                    <a:solidFill>
                      <a:srgbClr val="FFFFFF"/>
                    </a:solidFill>
                  </a:tcPr>
                </a:tc>
              </a:tr>
              <a:tr h="351692">
                <a:tc>
                  <a:txBody>
                    <a:bodyPr/>
                    <a:lstStyle/>
                    <a:p>
                      <a:r>
                        <a:rPr sz="900" b="0" i="0">
                          <a:solidFill>
                            <a:srgbClr val="101820"/>
                          </a:solidFill>
                          <a:latin typeface="Montserrat"/>
                        </a:rPr>
                        <a:t>Alignment &amp; Gap Analysis Engine</a:t>
                      </a:r>
                    </a:p>
                  </a:txBody>
                  <a:tcPr marL="73152" marR="73152" marT="27432" marB="27432" anchor="ctr">
                    <a:solidFill>
                      <a:srgbClr val="EDF6F9"/>
                    </a:solidFill>
                  </a:tcPr>
                </a:tc>
                <a:tc>
                  <a:txBody>
                    <a:bodyPr/>
                    <a:lstStyle/>
                    <a:p>
                      <a:r>
                        <a:rPr sz="900" b="0" i="0">
                          <a:solidFill>
                            <a:srgbClr val="101820"/>
                          </a:solidFill>
                          <a:latin typeface="Montserrat"/>
                        </a:rPr>
                        <a:t>Accelerator (Reusable)</a:t>
                      </a:r>
                    </a:p>
                  </a:txBody>
                  <a:tcPr marL="73152" marR="73152" marT="27432" marB="27432" anchor="ctr">
                    <a:solidFill>
                      <a:srgbClr val="EDF6F9"/>
                    </a:solidFill>
                  </a:tcPr>
                </a:tc>
              </a:tr>
              <a:tr h="351692">
                <a:tc>
                  <a:txBody>
                    <a:bodyPr/>
                    <a:lstStyle/>
                    <a:p>
                      <a:r>
                        <a:rPr sz="900" b="0" i="0">
                          <a:solidFill>
                            <a:srgbClr val="101820"/>
                          </a:solidFill>
                          <a:latin typeface="Montserrat"/>
                        </a:rPr>
                        <a:t>Content Generation &amp; Enhancement</a:t>
                      </a:r>
                    </a:p>
                  </a:txBody>
                  <a:tcPr marL="73152" marR="73152" marT="27432" marB="27432" anchor="ctr">
                    <a:solidFill>
                      <a:srgbClr val="FFFFFF"/>
                    </a:solidFill>
                  </a:tcPr>
                </a:tc>
                <a:tc>
                  <a:txBody>
                    <a:bodyPr/>
                    <a:lstStyle/>
                    <a:p>
                      <a:r>
                        <a:rPr sz="900" b="0" i="0">
                          <a:solidFill>
                            <a:srgbClr val="101820"/>
                          </a:solidFill>
                          <a:latin typeface="Montserrat"/>
                        </a:rPr>
                        <a:t>Accelerator (Reusable)</a:t>
                      </a:r>
                    </a:p>
                  </a:txBody>
                  <a:tcPr marL="73152" marR="73152" marT="27432" marB="27432" anchor="ctr">
                    <a:solidFill>
                      <a:srgbClr val="FFFFFF"/>
                    </a:solidFill>
                  </a:tcPr>
                </a:tc>
              </a:tr>
              <a:tr h="351692">
                <a:tc>
                  <a:txBody>
                    <a:bodyPr/>
                    <a:lstStyle/>
                    <a:p>
                      <a:r>
                        <a:rPr sz="900" b="0" i="0">
                          <a:solidFill>
                            <a:srgbClr val="101820"/>
                          </a:solidFill>
                          <a:latin typeface="Montserrat"/>
                        </a:rPr>
                        <a:t>Accessibility &amp; Readability</a:t>
                      </a:r>
                    </a:p>
                  </a:txBody>
                  <a:tcPr marL="73152" marR="73152" marT="27432" marB="27432" anchor="ctr">
                    <a:solidFill>
                      <a:srgbClr val="EDF6F9"/>
                    </a:solidFill>
                  </a:tcPr>
                </a:tc>
                <a:tc>
                  <a:txBody>
                    <a:bodyPr/>
                    <a:lstStyle/>
                    <a:p>
                      <a:r>
                        <a:rPr sz="900" b="0" i="0">
                          <a:solidFill>
                            <a:srgbClr val="101820"/>
                          </a:solidFill>
                          <a:latin typeface="Montserrat"/>
                        </a:rPr>
                        <a:t>Accelerator (Reusable)</a:t>
                      </a:r>
                    </a:p>
                  </a:txBody>
                  <a:tcPr marL="73152" marR="73152" marT="27432" marB="27432" anchor="ctr">
                    <a:solidFill>
                      <a:srgbClr val="EDF6F9"/>
                    </a:solidFill>
                  </a:tcPr>
                </a:tc>
              </a:tr>
              <a:tr h="351692">
                <a:tc>
                  <a:txBody>
                    <a:bodyPr/>
                    <a:lstStyle/>
                    <a:p>
                      <a:r>
                        <a:rPr sz="900" b="0" i="0">
                          <a:solidFill>
                            <a:srgbClr val="101820"/>
                          </a:solidFill>
                          <a:latin typeface="Montserrat"/>
                        </a:rPr>
                        <a:t>Assessment Item Authoring</a:t>
                      </a:r>
                    </a:p>
                  </a:txBody>
                  <a:tcPr marL="73152" marR="73152" marT="27432" marB="27432" anchor="ctr">
                    <a:solidFill>
                      <a:srgbClr val="FFFFFF"/>
                    </a:solidFill>
                  </a:tcPr>
                </a:tc>
                <a:tc>
                  <a:txBody>
                    <a:bodyPr/>
                    <a:lstStyle/>
                    <a:p>
                      <a:r>
                        <a:rPr sz="900" b="0" i="0">
                          <a:solidFill>
                            <a:srgbClr val="101820"/>
                          </a:solidFill>
                          <a:latin typeface="Montserrat"/>
                        </a:rPr>
                        <a:t>Accelerator (Reusable)</a:t>
                      </a:r>
                    </a:p>
                  </a:txBody>
                  <a:tcPr marL="73152" marR="73152" marT="27432" marB="27432" anchor="ctr">
                    <a:solidFill>
                      <a:srgbClr val="FFFFFF"/>
                    </a:solidFill>
                  </a:tcPr>
                </a:tc>
              </a:tr>
              <a:tr h="351692">
                <a:tc>
                  <a:txBody>
                    <a:bodyPr/>
                    <a:lstStyle/>
                    <a:p>
                      <a:r>
                        <a:rPr sz="900" b="0" i="0">
                          <a:solidFill>
                            <a:srgbClr val="101820"/>
                          </a:solidFill>
                          <a:latin typeface="Montserrat"/>
                        </a:rPr>
                        <a:t>Reporting &amp; Insights Dashboard</a:t>
                      </a:r>
                    </a:p>
                  </a:txBody>
                  <a:tcPr marL="73152" marR="73152" marT="27432" marB="27432" anchor="ctr">
                    <a:solidFill>
                      <a:srgbClr val="EDF6F9"/>
                    </a:solidFill>
                  </a:tcPr>
                </a:tc>
                <a:tc>
                  <a:txBody>
                    <a:bodyPr/>
                    <a:lstStyle/>
                    <a:p>
                      <a:r>
                        <a:rPr sz="900" b="0" i="0">
                          <a:solidFill>
                            <a:srgbClr val="101820"/>
                          </a:solidFill>
                          <a:latin typeface="Montserrat"/>
                        </a:rPr>
                        <a:t>Accelerator (Reusable)</a:t>
                      </a:r>
                    </a:p>
                  </a:txBody>
                  <a:tcPr marL="73152" marR="73152" marT="27432" marB="27432" anchor="ctr">
                    <a:solidFill>
                      <a:srgbClr val="EDF6F9"/>
                    </a:solidFill>
                  </a:tcPr>
                </a:tc>
              </a:tr>
              <a:tr h="351692">
                <a:tc>
                  <a:txBody>
                    <a:bodyPr/>
                    <a:lstStyle/>
                    <a:p>
                      <a:r>
                        <a:rPr sz="900" b="0" i="0">
                          <a:solidFill>
                            <a:srgbClr val="101820"/>
                          </a:solidFill>
                          <a:latin typeface="Montserrat"/>
                        </a:rPr>
                        <a:t>Impact Analysis &amp; Rationale Engine</a:t>
                      </a:r>
                    </a:p>
                  </a:txBody>
                  <a:tcPr marL="73152" marR="73152" marT="27432" marB="27432" anchor="ctr">
                    <a:solidFill>
                      <a:srgbClr val="FFFFFF"/>
                    </a:solidFill>
                  </a:tcPr>
                </a:tc>
                <a:tc>
                  <a:txBody>
                    <a:bodyPr/>
                    <a:lstStyle/>
                    <a:p>
                      <a:r>
                        <a:rPr sz="900" b="0" i="0">
                          <a:solidFill>
                            <a:srgbClr val="101820"/>
                          </a:solidFill>
                          <a:latin typeface="Montserrat"/>
                        </a:rPr>
                        <a:t>New Capability</a:t>
                      </a:r>
                    </a:p>
                  </a:txBody>
                  <a:tcPr marL="73152" marR="73152" marT="27432" marB="27432" anchor="ctr">
                    <a:solidFill>
                      <a:srgbClr val="FFFFFF"/>
                    </a:solidFill>
                  </a:tcPr>
                </a:tc>
              </a:tr>
              <a:tr h="351692">
                <a:tc>
                  <a:txBody>
                    <a:bodyPr/>
                    <a:lstStyle/>
                    <a:p>
                      <a:r>
                        <a:rPr sz="900" b="0" i="0">
                          <a:solidFill>
                            <a:srgbClr val="101820"/>
                          </a:solidFill>
                          <a:latin typeface="Montserrat"/>
                        </a:rPr>
                        <a:t>Quality Validation &amp; Assurance</a:t>
                      </a:r>
                    </a:p>
                  </a:txBody>
                  <a:tcPr marL="73152" marR="73152" marT="27432" marB="27432" anchor="ctr">
                    <a:solidFill>
                      <a:srgbClr val="EDF6F9"/>
                    </a:solidFill>
                  </a:tcPr>
                </a:tc>
                <a:tc>
                  <a:txBody>
                    <a:bodyPr/>
                    <a:lstStyle/>
                    <a:p>
                      <a:r>
                        <a:rPr sz="900" b="0" i="0">
                          <a:solidFill>
                            <a:srgbClr val="101820"/>
                          </a:solidFill>
                          <a:latin typeface="Montserrat"/>
                        </a:rPr>
                        <a:t>New Capability</a:t>
                      </a:r>
                    </a:p>
                  </a:txBody>
                  <a:tcPr marL="73152" marR="73152" marT="27432" marB="27432" anchor="ctr">
                    <a:solidFill>
                      <a:srgbClr val="EDF6F9"/>
                    </a:solidFill>
                  </a:tcPr>
                </a:tc>
              </a:tr>
              <a:tr h="351692">
                <a:tc>
                  <a:txBody>
                    <a:bodyPr/>
                    <a:lstStyle/>
                    <a:p>
                      <a:r>
                        <a:rPr sz="900" b="0" i="0">
                          <a:solidFill>
                            <a:srgbClr val="101820"/>
                          </a:solidFill>
                          <a:latin typeface="Montserrat"/>
                        </a:rPr>
                        <a:t>Content Summarization &amp; Insights</a:t>
                      </a:r>
                    </a:p>
                  </a:txBody>
                  <a:tcPr marL="73152" marR="73152" marT="27432" marB="27432" anchor="ctr">
                    <a:solidFill>
                      <a:srgbClr val="FFFFFF"/>
                    </a:solidFill>
                  </a:tcPr>
                </a:tc>
                <a:tc>
                  <a:txBody>
                    <a:bodyPr/>
                    <a:lstStyle/>
                    <a:p>
                      <a:r>
                        <a:rPr sz="900" b="0" i="0">
                          <a:solidFill>
                            <a:srgbClr val="101820"/>
                          </a:solidFill>
                          <a:latin typeface="Montserrat"/>
                        </a:rPr>
                        <a:t>New Capability</a:t>
                      </a:r>
                    </a:p>
                  </a:txBody>
                  <a:tcPr marL="73152" marR="73152" marT="27432" marB="27432" anchor="ctr">
                    <a:solidFill>
                      <a:srgbClr val="FFFFFF"/>
                    </a:solidFill>
                  </a:tcPr>
                </a:tc>
              </a:tr>
              <a:tr h="351696">
                <a:tc>
                  <a:txBody>
                    <a:bodyPr/>
                    <a:lstStyle/>
                    <a:p>
                      <a:r>
                        <a:rPr sz="900" b="0" i="0">
                          <a:solidFill>
                            <a:srgbClr val="101820"/>
                          </a:solidFill>
                          <a:latin typeface="Montserrat"/>
                        </a:rPr>
                        <a:t>Advanced Workflow Orchestrator</a:t>
                      </a:r>
                    </a:p>
                  </a:txBody>
                  <a:tcPr marL="73152" marR="73152" marT="27432" marB="27432" anchor="ctr">
                    <a:solidFill>
                      <a:srgbClr val="EDF6F9"/>
                    </a:solidFill>
                  </a:tcPr>
                </a:tc>
                <a:tc>
                  <a:txBody>
                    <a:bodyPr/>
                    <a:lstStyle/>
                    <a:p>
                      <a:r>
                        <a:rPr sz="900" b="0" i="0">
                          <a:solidFill>
                            <a:srgbClr val="101820"/>
                          </a:solidFill>
                          <a:latin typeface="Montserrat"/>
                        </a:rPr>
                        <a:t>New Capability</a:t>
                      </a:r>
                    </a:p>
                  </a:txBody>
                  <a:tcPr marL="73152" marR="73152" marT="27432" marB="27432" anchor="ctr">
                    <a:solidFill>
                      <a:srgbClr val="EDF6F9"/>
                    </a:solidFill>
                  </a:tcPr>
                </a:tc>
              </a:tr>
            </a:tbl>
          </a:graphicData>
        </a:graphic>
      </p:graphicFrame>
      <p:sp>
        <p:nvSpPr>
          <p:cNvPr id="6" name="TextBox 5"/>
          <p:cNvSpPr txBox="1"/>
          <p:nvPr/>
        </p:nvSpPr>
        <p:spPr>
          <a:xfrm>
            <a:off x="6263640" y="1078992"/>
            <a:ext cx="5425440" cy="274320"/>
          </a:xfrm>
          <a:prstGeom prst="rect">
            <a:avLst/>
          </a:prstGeom>
          <a:noFill/>
        </p:spPr>
        <p:txBody>
          <a:bodyPr wrap="square" anchor="t" lIns="0" rIns="0" tIns="0" bIns="0">
            <a:spAutoFit/>
          </a:bodyPr>
          <a:lstStyle/>
          <a:p>
            <a:pPr algn="l"/>
            <a:r>
              <a:rPr sz="1250" b="1" i="0">
                <a:solidFill>
                  <a:srgbClr val="092D69"/>
                </a:solidFill>
                <a:latin typeface="Montserrat"/>
              </a:rPr>
              <a:t>Acronym Glossary</a:t>
            </a:r>
          </a:p>
        </p:txBody>
      </p:sp>
      <p:graphicFrame>
        <p:nvGraphicFramePr>
          <p:cNvPr id="7" name="Table 6"/>
          <p:cNvGraphicFramePr>
            <a:graphicFrameLocks noGrp="1"/>
          </p:cNvGraphicFramePr>
          <p:nvPr/>
        </p:nvGraphicFramePr>
        <p:xfrm>
          <a:off x="6263640" y="1389888"/>
          <a:ext cx="5303520" cy="4572000"/>
        </p:xfrm>
        <a:graphic>
          <a:graphicData uri="http://schemas.openxmlformats.org/drawingml/2006/table">
            <a:tbl>
              <a:tblPr firstRow="1" bandRow="1">
                <a:tableStyleId>{5C22544A-7EE6-4342-B048-85BDC9FD1C3A}</a:tableStyleId>
              </a:tblPr>
              <a:tblGrid>
                <a:gridCol w="1737360"/>
                <a:gridCol w="3566160"/>
              </a:tblGrid>
              <a:tr h="304800">
                <a:tc>
                  <a:txBody>
                    <a:bodyPr/>
                    <a:lstStyle/>
                    <a:p>
                      <a:r>
                        <a:rPr sz="980" b="1" i="0">
                          <a:solidFill>
                            <a:srgbClr val="FFFFFF"/>
                          </a:solidFill>
                          <a:latin typeface="Montserrat"/>
                        </a:rPr>
                        <a:t>Acronym</a:t>
                      </a:r>
                    </a:p>
                  </a:txBody>
                  <a:tcPr marL="73152" marR="73152" marT="27432" marB="27432" anchor="ctr">
                    <a:solidFill>
                      <a:srgbClr val="092D69"/>
                    </a:solidFill>
                  </a:tcPr>
                </a:tc>
                <a:tc>
                  <a:txBody>
                    <a:bodyPr/>
                    <a:lstStyle/>
                    <a:p>
                      <a:r>
                        <a:rPr sz="980" b="1" i="0">
                          <a:solidFill>
                            <a:srgbClr val="FFFFFF"/>
                          </a:solidFill>
                          <a:latin typeface="Montserrat"/>
                        </a:rPr>
                        <a:t>Meaning</a:t>
                      </a:r>
                    </a:p>
                  </a:txBody>
                  <a:tcPr marL="73152" marR="73152" marT="27432" marB="27432" anchor="ctr">
                    <a:solidFill>
                      <a:srgbClr val="092D69"/>
                    </a:solidFill>
                  </a:tcPr>
                </a:tc>
              </a:tr>
              <a:tr h="304800">
                <a:tc>
                  <a:txBody>
                    <a:bodyPr/>
                    <a:lstStyle/>
                    <a:p>
                      <a:r>
                        <a:rPr sz="860" b="0" i="0">
                          <a:solidFill>
                            <a:srgbClr val="101820"/>
                          </a:solidFill>
                          <a:latin typeface="Montserrat"/>
                        </a:rPr>
                        <a:t>API</a:t>
                      </a:r>
                    </a:p>
                  </a:txBody>
                  <a:tcPr marL="73152" marR="73152" marT="27432" marB="27432" anchor="ctr">
                    <a:solidFill>
                      <a:srgbClr val="FFFFFF"/>
                    </a:solidFill>
                  </a:tcPr>
                </a:tc>
                <a:tc>
                  <a:txBody>
                    <a:bodyPr/>
                    <a:lstStyle/>
                    <a:p>
                      <a:r>
                        <a:rPr sz="860" b="0" i="0">
                          <a:solidFill>
                            <a:srgbClr val="101820"/>
                          </a:solidFill>
                          <a:latin typeface="Montserrat"/>
                        </a:rPr>
                        <a:t>Application Programming Interface</a:t>
                      </a:r>
                    </a:p>
                  </a:txBody>
                  <a:tcPr marL="73152" marR="73152" marT="27432" marB="27432" anchor="ctr">
                    <a:solidFill>
                      <a:srgbClr val="FFFFFF"/>
                    </a:solidFill>
                  </a:tcPr>
                </a:tc>
              </a:tr>
              <a:tr h="304800">
                <a:tc>
                  <a:txBody>
                    <a:bodyPr/>
                    <a:lstStyle/>
                    <a:p>
                      <a:r>
                        <a:rPr sz="860" b="0" i="0">
                          <a:solidFill>
                            <a:srgbClr val="101820"/>
                          </a:solidFill>
                          <a:latin typeface="Montserrat"/>
                        </a:rPr>
                        <a:t>IAM</a:t>
                      </a:r>
                    </a:p>
                  </a:txBody>
                  <a:tcPr marL="73152" marR="73152" marT="27432" marB="27432" anchor="ctr">
                    <a:solidFill>
                      <a:srgbClr val="EDF6F9"/>
                    </a:solidFill>
                  </a:tcPr>
                </a:tc>
                <a:tc>
                  <a:txBody>
                    <a:bodyPr/>
                    <a:lstStyle/>
                    <a:p>
                      <a:r>
                        <a:rPr sz="860" b="0" i="0">
                          <a:solidFill>
                            <a:srgbClr val="101820"/>
                          </a:solidFill>
                          <a:latin typeface="Montserrat"/>
                        </a:rPr>
                        <a:t>Identity &amp; Access Management</a:t>
                      </a:r>
                    </a:p>
                  </a:txBody>
                  <a:tcPr marL="73152" marR="73152" marT="27432" marB="27432" anchor="ctr">
                    <a:solidFill>
                      <a:srgbClr val="EDF6F9"/>
                    </a:solidFill>
                  </a:tcPr>
                </a:tc>
              </a:tr>
              <a:tr h="304800">
                <a:tc>
                  <a:txBody>
                    <a:bodyPr/>
                    <a:lstStyle/>
                    <a:p>
                      <a:r>
                        <a:rPr sz="860" b="0" i="0">
                          <a:solidFill>
                            <a:srgbClr val="101820"/>
                          </a:solidFill>
                          <a:latin typeface="Montserrat"/>
                        </a:rPr>
                        <a:t>SSO / SAML / OIDC</a:t>
                      </a:r>
                    </a:p>
                  </a:txBody>
                  <a:tcPr marL="73152" marR="73152" marT="27432" marB="27432" anchor="ctr">
                    <a:solidFill>
                      <a:srgbClr val="FFFFFF"/>
                    </a:solidFill>
                  </a:tcPr>
                </a:tc>
                <a:tc>
                  <a:txBody>
                    <a:bodyPr/>
                    <a:lstStyle/>
                    <a:p>
                      <a:r>
                        <a:rPr sz="860" b="0" i="0">
                          <a:solidFill>
                            <a:srgbClr val="101820"/>
                          </a:solidFill>
                          <a:latin typeface="Montserrat"/>
                        </a:rPr>
                        <a:t>Single Sign-On / Security Assertion Markup Language / OpenID Connect</a:t>
                      </a:r>
                    </a:p>
                  </a:txBody>
                  <a:tcPr marL="73152" marR="73152" marT="27432" marB="27432" anchor="ctr">
                    <a:solidFill>
                      <a:srgbClr val="FFFFFF"/>
                    </a:solidFill>
                  </a:tcPr>
                </a:tc>
              </a:tr>
              <a:tr h="304800">
                <a:tc>
                  <a:txBody>
                    <a:bodyPr/>
                    <a:lstStyle/>
                    <a:p>
                      <a:r>
                        <a:rPr sz="860" b="0" i="0">
                          <a:solidFill>
                            <a:srgbClr val="101820"/>
                          </a:solidFill>
                          <a:latin typeface="Montserrat"/>
                        </a:rPr>
                        <a:t>RBAC</a:t>
                      </a:r>
                    </a:p>
                  </a:txBody>
                  <a:tcPr marL="73152" marR="73152" marT="27432" marB="27432" anchor="ctr">
                    <a:solidFill>
                      <a:srgbClr val="EDF6F9"/>
                    </a:solidFill>
                  </a:tcPr>
                </a:tc>
                <a:tc>
                  <a:txBody>
                    <a:bodyPr/>
                    <a:lstStyle/>
                    <a:p>
                      <a:r>
                        <a:rPr sz="860" b="0" i="0">
                          <a:solidFill>
                            <a:srgbClr val="101820"/>
                          </a:solidFill>
                          <a:latin typeface="Montserrat"/>
                        </a:rPr>
                        <a:t>Role-Based Access Control</a:t>
                      </a:r>
                    </a:p>
                  </a:txBody>
                  <a:tcPr marL="73152" marR="73152" marT="27432" marB="27432" anchor="ctr">
                    <a:solidFill>
                      <a:srgbClr val="EDF6F9"/>
                    </a:solidFill>
                  </a:tcPr>
                </a:tc>
              </a:tr>
              <a:tr h="304800">
                <a:tc>
                  <a:txBody>
                    <a:bodyPr/>
                    <a:lstStyle/>
                    <a:p>
                      <a:r>
                        <a:rPr sz="860" b="0" i="0">
                          <a:solidFill>
                            <a:srgbClr val="101820"/>
                          </a:solidFill>
                          <a:latin typeface="Montserrat"/>
                        </a:rPr>
                        <a:t>RAG</a:t>
                      </a:r>
                    </a:p>
                  </a:txBody>
                  <a:tcPr marL="73152" marR="73152" marT="27432" marB="27432" anchor="ctr">
                    <a:solidFill>
                      <a:srgbClr val="FFFFFF"/>
                    </a:solidFill>
                  </a:tcPr>
                </a:tc>
                <a:tc>
                  <a:txBody>
                    <a:bodyPr/>
                    <a:lstStyle/>
                    <a:p>
                      <a:r>
                        <a:rPr sz="860" b="0" i="0">
                          <a:solidFill>
                            <a:srgbClr val="101820"/>
                          </a:solidFill>
                          <a:latin typeface="Montserrat"/>
                        </a:rPr>
                        <a:t>Retrieval-Augmented Generation</a:t>
                      </a:r>
                    </a:p>
                  </a:txBody>
                  <a:tcPr marL="73152" marR="73152" marT="27432" marB="27432" anchor="ctr">
                    <a:solidFill>
                      <a:srgbClr val="FFFFFF"/>
                    </a:solidFill>
                  </a:tcPr>
                </a:tc>
              </a:tr>
              <a:tr h="304800">
                <a:tc>
                  <a:txBody>
                    <a:bodyPr/>
                    <a:lstStyle/>
                    <a:p>
                      <a:r>
                        <a:rPr sz="860" b="0" i="0">
                          <a:solidFill>
                            <a:srgbClr val="101820"/>
                          </a:solidFill>
                          <a:latin typeface="Montserrat"/>
                        </a:rPr>
                        <a:t>WCAG</a:t>
                      </a:r>
                    </a:p>
                  </a:txBody>
                  <a:tcPr marL="73152" marR="73152" marT="27432" marB="27432" anchor="ctr">
                    <a:solidFill>
                      <a:srgbClr val="EDF6F9"/>
                    </a:solidFill>
                  </a:tcPr>
                </a:tc>
                <a:tc>
                  <a:txBody>
                    <a:bodyPr/>
                    <a:lstStyle/>
                    <a:p>
                      <a:r>
                        <a:rPr sz="860" b="0" i="0">
                          <a:solidFill>
                            <a:srgbClr val="101820"/>
                          </a:solidFill>
                          <a:latin typeface="Montserrat"/>
                        </a:rPr>
                        <a:t>Web Content Accessibility Guidelines</a:t>
                      </a:r>
                    </a:p>
                  </a:txBody>
                  <a:tcPr marL="73152" marR="73152" marT="27432" marB="27432" anchor="ctr">
                    <a:solidFill>
                      <a:srgbClr val="EDF6F9"/>
                    </a:solidFill>
                  </a:tcPr>
                </a:tc>
              </a:tr>
              <a:tr h="304800">
                <a:tc>
                  <a:txBody>
                    <a:bodyPr/>
                    <a:lstStyle/>
                    <a:p>
                      <a:r>
                        <a:rPr sz="860" b="0" i="0">
                          <a:solidFill>
                            <a:srgbClr val="101820"/>
                          </a:solidFill>
                          <a:latin typeface="Montserrat"/>
                        </a:rPr>
                        <a:t>FERPA</a:t>
                      </a:r>
                    </a:p>
                  </a:txBody>
                  <a:tcPr marL="73152" marR="73152" marT="27432" marB="27432" anchor="ctr">
                    <a:solidFill>
                      <a:srgbClr val="FFFFFF"/>
                    </a:solidFill>
                  </a:tcPr>
                </a:tc>
                <a:tc>
                  <a:txBody>
                    <a:bodyPr/>
                    <a:lstStyle/>
                    <a:p>
                      <a:r>
                        <a:rPr sz="860" b="0" i="0">
                          <a:solidFill>
                            <a:srgbClr val="101820"/>
                          </a:solidFill>
                          <a:latin typeface="Montserrat"/>
                        </a:rPr>
                        <a:t>Family Educational Rights and Privacy Act</a:t>
                      </a:r>
                    </a:p>
                  </a:txBody>
                  <a:tcPr marL="73152" marR="73152" marT="27432" marB="27432" anchor="ctr">
                    <a:solidFill>
                      <a:srgbClr val="FFFFFF"/>
                    </a:solidFill>
                  </a:tcPr>
                </a:tc>
              </a:tr>
              <a:tr h="304800">
                <a:tc>
                  <a:txBody>
                    <a:bodyPr/>
                    <a:lstStyle/>
                    <a:p>
                      <a:r>
                        <a:rPr sz="860" b="0" i="0">
                          <a:solidFill>
                            <a:srgbClr val="101820"/>
                          </a:solidFill>
                          <a:latin typeface="Montserrat"/>
                        </a:rPr>
                        <a:t>COPPA</a:t>
                      </a:r>
                    </a:p>
                  </a:txBody>
                  <a:tcPr marL="73152" marR="73152" marT="27432" marB="27432" anchor="ctr">
                    <a:solidFill>
                      <a:srgbClr val="EDF6F9"/>
                    </a:solidFill>
                  </a:tcPr>
                </a:tc>
                <a:tc>
                  <a:txBody>
                    <a:bodyPr/>
                    <a:lstStyle/>
                    <a:p>
                      <a:r>
                        <a:rPr sz="860" b="0" i="0">
                          <a:solidFill>
                            <a:srgbClr val="101820"/>
                          </a:solidFill>
                          <a:latin typeface="Montserrat"/>
                        </a:rPr>
                        <a:t>Children's Online Privacy Protection Act</a:t>
                      </a:r>
                    </a:p>
                  </a:txBody>
                  <a:tcPr marL="73152" marR="73152" marT="27432" marB="27432" anchor="ctr">
                    <a:solidFill>
                      <a:srgbClr val="EDF6F9"/>
                    </a:solidFill>
                  </a:tcPr>
                </a:tc>
              </a:tr>
              <a:tr h="304800">
                <a:tc>
                  <a:txBody>
                    <a:bodyPr/>
                    <a:lstStyle/>
                    <a:p>
                      <a:r>
                        <a:rPr sz="860" b="0" i="0">
                          <a:solidFill>
                            <a:srgbClr val="101820"/>
                          </a:solidFill>
                          <a:latin typeface="Montserrat"/>
                        </a:rPr>
                        <a:t>RTO / RPO</a:t>
                      </a:r>
                    </a:p>
                  </a:txBody>
                  <a:tcPr marL="73152" marR="73152" marT="27432" marB="27432" anchor="ctr">
                    <a:solidFill>
                      <a:srgbClr val="FFFFFF"/>
                    </a:solidFill>
                  </a:tcPr>
                </a:tc>
                <a:tc>
                  <a:txBody>
                    <a:bodyPr/>
                    <a:lstStyle/>
                    <a:p>
                      <a:r>
                        <a:rPr sz="860" b="0" i="0">
                          <a:solidFill>
                            <a:srgbClr val="101820"/>
                          </a:solidFill>
                          <a:latin typeface="Montserrat"/>
                        </a:rPr>
                        <a:t>Recovery Time Objective / Recovery Point Objective</a:t>
                      </a:r>
                    </a:p>
                  </a:txBody>
                  <a:tcPr marL="73152" marR="73152" marT="27432" marB="27432" anchor="ctr">
                    <a:solidFill>
                      <a:srgbClr val="FFFFFF"/>
                    </a:solidFill>
                  </a:tcPr>
                </a:tc>
              </a:tr>
              <a:tr h="304800">
                <a:tc>
                  <a:txBody>
                    <a:bodyPr/>
                    <a:lstStyle/>
                    <a:p>
                      <a:r>
                        <a:rPr sz="860" b="0" i="0">
                          <a:solidFill>
                            <a:srgbClr val="101820"/>
                          </a:solidFill>
                          <a:latin typeface="Montserrat"/>
                        </a:rPr>
                        <a:t>SLA</a:t>
                      </a:r>
                    </a:p>
                  </a:txBody>
                  <a:tcPr marL="73152" marR="73152" marT="27432" marB="27432" anchor="ctr">
                    <a:solidFill>
                      <a:srgbClr val="EDF6F9"/>
                    </a:solidFill>
                  </a:tcPr>
                </a:tc>
                <a:tc>
                  <a:txBody>
                    <a:bodyPr/>
                    <a:lstStyle/>
                    <a:p>
                      <a:r>
                        <a:rPr sz="860" b="0" i="0">
                          <a:solidFill>
                            <a:srgbClr val="101820"/>
                          </a:solidFill>
                          <a:latin typeface="Montserrat"/>
                        </a:rPr>
                        <a:t>Service Level Agreement</a:t>
                      </a:r>
                    </a:p>
                  </a:txBody>
                  <a:tcPr marL="73152" marR="73152" marT="27432" marB="27432" anchor="ctr">
                    <a:solidFill>
                      <a:srgbClr val="EDF6F9"/>
                    </a:solidFill>
                  </a:tcPr>
                </a:tc>
              </a:tr>
              <a:tr h="304800">
                <a:tc>
                  <a:txBody>
                    <a:bodyPr/>
                    <a:lstStyle/>
                    <a:p>
                      <a:r>
                        <a:rPr sz="860" b="0" i="0">
                          <a:solidFill>
                            <a:srgbClr val="101820"/>
                          </a:solidFill>
                          <a:latin typeface="Montserrat"/>
                        </a:rPr>
                        <a:t>KPI</a:t>
                      </a:r>
                    </a:p>
                  </a:txBody>
                  <a:tcPr marL="73152" marR="73152" marT="27432" marB="27432" anchor="ctr">
                    <a:solidFill>
                      <a:srgbClr val="FFFFFF"/>
                    </a:solidFill>
                  </a:tcPr>
                </a:tc>
                <a:tc>
                  <a:txBody>
                    <a:bodyPr/>
                    <a:lstStyle/>
                    <a:p>
                      <a:r>
                        <a:rPr sz="860" b="0" i="0">
                          <a:solidFill>
                            <a:srgbClr val="101820"/>
                          </a:solidFill>
                          <a:latin typeface="Montserrat"/>
                        </a:rPr>
                        <a:t>Key Performance Indicator</a:t>
                      </a:r>
                    </a:p>
                  </a:txBody>
                  <a:tcPr marL="73152" marR="73152" marT="27432" marB="27432" anchor="ctr">
                    <a:solidFill>
                      <a:srgbClr val="FFFFFF"/>
                    </a:solidFill>
                  </a:tcPr>
                </a:tc>
              </a:tr>
              <a:tr h="304800">
                <a:tc>
                  <a:txBody>
                    <a:bodyPr/>
                    <a:lstStyle/>
                    <a:p>
                      <a:r>
                        <a:rPr sz="860" b="0" i="0">
                          <a:solidFill>
                            <a:srgbClr val="101820"/>
                          </a:solidFill>
                          <a:latin typeface="Montserrat"/>
                        </a:rPr>
                        <a:t>IaC / CI/CD</a:t>
                      </a:r>
                    </a:p>
                  </a:txBody>
                  <a:tcPr marL="73152" marR="73152" marT="27432" marB="27432" anchor="ctr">
                    <a:solidFill>
                      <a:srgbClr val="EDF6F9"/>
                    </a:solidFill>
                  </a:tcPr>
                </a:tc>
                <a:tc>
                  <a:txBody>
                    <a:bodyPr/>
                    <a:lstStyle/>
                    <a:p>
                      <a:r>
                        <a:rPr sz="860" b="0" i="0">
                          <a:solidFill>
                            <a:srgbClr val="101820"/>
                          </a:solidFill>
                          <a:latin typeface="Montserrat"/>
                        </a:rPr>
                        <a:t>Infrastructure-as-Code / Continuous Integration &amp; Deployment</a:t>
                      </a:r>
                    </a:p>
                  </a:txBody>
                  <a:tcPr marL="73152" marR="73152" marT="27432" marB="27432" anchor="ctr">
                    <a:solidFill>
                      <a:srgbClr val="EDF6F9"/>
                    </a:solidFill>
                  </a:tcPr>
                </a:tc>
              </a:tr>
              <a:tr h="304800">
                <a:tc>
                  <a:txBody>
                    <a:bodyPr/>
                    <a:lstStyle/>
                    <a:p>
                      <a:r>
                        <a:rPr sz="860" b="0" i="0">
                          <a:solidFill>
                            <a:srgbClr val="101820"/>
                          </a:solidFill>
                          <a:latin typeface="Montserrat"/>
                        </a:rPr>
                        <a:t>NGSS</a:t>
                      </a:r>
                    </a:p>
                  </a:txBody>
                  <a:tcPr marL="73152" marR="73152" marT="27432" marB="27432" anchor="ctr">
                    <a:solidFill>
                      <a:srgbClr val="FFFFFF"/>
                    </a:solidFill>
                  </a:tcPr>
                </a:tc>
                <a:tc>
                  <a:txBody>
                    <a:bodyPr/>
                    <a:lstStyle/>
                    <a:p>
                      <a:r>
                        <a:rPr sz="860" b="0" i="0">
                          <a:solidFill>
                            <a:srgbClr val="101820"/>
                          </a:solidFill>
                          <a:latin typeface="Montserrat"/>
                        </a:rPr>
                        <a:t>Next Generation Science Standards</a:t>
                      </a:r>
                    </a:p>
                  </a:txBody>
                  <a:tcPr marL="73152" marR="73152" marT="27432" marB="27432" anchor="ctr">
                    <a:solidFill>
                      <a:srgbClr val="FFFFFF"/>
                    </a:solidFill>
                  </a:tcPr>
                </a:tc>
              </a:tr>
              <a:tr h="304800">
                <a:tc>
                  <a:txBody>
                    <a:bodyPr/>
                    <a:lstStyle/>
                    <a:p>
                      <a:r>
                        <a:rPr sz="860" b="0" i="0">
                          <a:solidFill>
                            <a:srgbClr val="101820"/>
                          </a:solidFill>
                          <a:latin typeface="Montserrat"/>
                        </a:rPr>
                        <a:t>SME / RACI</a:t>
                      </a:r>
                    </a:p>
                  </a:txBody>
                  <a:tcPr marL="73152" marR="73152" marT="27432" marB="27432" anchor="ctr">
                    <a:solidFill>
                      <a:srgbClr val="EDF6F9"/>
                    </a:solidFill>
                  </a:tcPr>
                </a:tc>
                <a:tc>
                  <a:txBody>
                    <a:bodyPr/>
                    <a:lstStyle/>
                    <a:p>
                      <a:r>
                        <a:rPr sz="860" b="0" i="0">
                          <a:solidFill>
                            <a:srgbClr val="101820"/>
                          </a:solidFill>
                          <a:latin typeface="Montserrat"/>
                        </a:rPr>
                        <a:t>Subject Matter Expert / Responsible-Accountable-Consulted-Informed</a:t>
                      </a:r>
                    </a:p>
                  </a:txBody>
                  <a:tcPr marL="73152" marR="73152" marT="27432" marB="27432" anchor="ctr">
                    <a:solidFill>
                      <a:srgbClr val="EDF6F9"/>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1011</TotalTime>
  <Words>15613</Words>
  <Application>Microsoft Office PowerPoint</Application>
  <PresentationFormat>Widescreen</PresentationFormat>
  <Paragraphs>1685</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Arial</vt:lpstr>
      <vt:lpstr>Calibri</vt:lpstr>
      <vt:lpstr>Montserrat</vt:lpstr>
      <vt:lpstr>Montserrat </vt:lpstr>
      <vt:lpstr>Montserrat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Rahul Sudhakar Kulkarni</dc:creator>
  <cp:keywords/>
  <dc:description>generated using python-pptx</dc:description>
  <cp:lastModifiedBy>Rahul Sudhakar Kulkarni</cp:lastModifiedBy>
  <cp:revision>1</cp:revision>
  <dcterms:created xsi:type="dcterms:W3CDTF">2013-01-27T09:14:16Z</dcterms:created>
  <dcterms:modified xsi:type="dcterms:W3CDTF">2026-08-28T05:08:23Z</dcterms:modified>
  <cp:category/>
</cp:coreProperties>
</file>